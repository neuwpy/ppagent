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42a06507a044ec" /><Relationship Type="http://schemas.openxmlformats.org/officeDocument/2006/relationships/extended-properties" Target="/docProps/app.xml" Id="R8bab244fbc0747a6" /><Relationship Type="http://schemas.openxmlformats.org/officeDocument/2006/relationships/officeDocument" Target="/ppt/presentation.xml" Id="Rccded9e5bbaa40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1e0abc7cb54e04"/>
  </p:sldMasterIdLst>
  <p:notesMasterIdLst>
    <p:notesMasterId xmlns:r="http://schemas.openxmlformats.org/officeDocument/2006/relationships" r:id="R3a5b529b58de43fb"/>
  </p:notesMasterIdLst>
  <p:sldIdLst>
    <p:sldId xmlns:r="http://schemas.openxmlformats.org/officeDocument/2006/relationships" id="256" r:id="Ra34c153ca6a942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5ca6d265754dfc" /><Relationship Type="http://schemas.openxmlformats.org/officeDocument/2006/relationships/slideMaster" Target="/ppt/slideMasters/slideMaster1.xml" Id="Ree1e0abc7cb54e04" /><Relationship Type="http://schemas.openxmlformats.org/officeDocument/2006/relationships/notesMaster" Target="/ppt/notesMasters/notesMaster1.xml" Id="R3a5b529b58de43fb" /><Relationship Type="http://schemas.openxmlformats.org/officeDocument/2006/relationships/presProps" Target="/ppt/presProps.xml" Id="R04db3365deca40b3" /><Relationship Type="http://schemas.openxmlformats.org/officeDocument/2006/relationships/tableStyles" Target="/ppt/tableStyles.xml" Id="Rd067f636411f48a7" /><Relationship Type="http://schemas.openxmlformats.org/officeDocument/2006/relationships/slide" Target="/ppt/slides/slide1.xml" Id="Ra34c153ca6a942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93013f56f547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2206d2cd1d419b" /><Relationship Type="http://schemas.openxmlformats.org/officeDocument/2006/relationships/notesMaster" Target="/ppt/notesMasters/notesMaster1.xml" Id="R6ec7b40ba3374d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2410af64149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d9e67cc0c4a65" /><Relationship Type="http://schemas.openxmlformats.org/officeDocument/2006/relationships/slideLayout" Target="/ppt/slideLayouts/slideLayout1.xml" Id="Ree1bf060c92644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1bf060c92644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d08d064b245e0" /><Relationship Type="http://schemas.openxmlformats.org/officeDocument/2006/relationships/image" Target="/ppt/media/image.png" Id="R72c252cd7c5a4444" /><Relationship Type="http://schemas.openxmlformats.org/officeDocument/2006/relationships/image" Target="/ppt/media/image.svg" Id="Ra7000559b78a4243" /><Relationship Type="http://schemas.openxmlformats.org/officeDocument/2006/relationships/image" Target="/ppt/media/image2.png" Id="R3b85c9fc7c214f74" /><Relationship Type="http://schemas.openxmlformats.org/officeDocument/2006/relationships/image" Target="/ppt/media/image2.svg" Id="Rbb448923ee024e12" /><Relationship Type="http://schemas.openxmlformats.org/officeDocument/2006/relationships/image" Target="/ppt/media/image3.png" Id="R1434df1baaf74314" /><Relationship Type="http://schemas.openxmlformats.org/officeDocument/2006/relationships/image" Target="/ppt/media/image3.svg" Id="Rffdebed748f74dd7" /><Relationship Type="http://schemas.openxmlformats.org/officeDocument/2006/relationships/image" Target="/ppt/media/image4.png" Id="R7d215b3e89464423" /><Relationship Type="http://schemas.openxmlformats.org/officeDocument/2006/relationships/image" Target="/ppt/media/image4.svg" Id="R55117e097f3d4107" /><Relationship Type="http://schemas.openxmlformats.org/officeDocument/2006/relationships/notesSlide" Target="/ppt/notesSlides/notesSlide1.xml" Id="R761c042714ec432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paper">
            <a:extLst xmlns:a="http://schemas.openxmlformats.org/drawingml/2006/main">
              <a:ext uri="{FF2B5EF4-FFF2-40B4-BE49-F238E27FC236}">
                <a16:creationId xmlns:a16="http://schemas.microsoft.com/office/drawing/2014/main" id="{4FCB8962-2104-440D-B836-2D10B95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B5FCA38F-754F-4F4D-B60F-EAA205EF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44A1546-E2C4-4C26-8B91-B6E3719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交接验收：从文件交付到工作接续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0E28248-3259-4A23-B9A6-26E05261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A8886C65-564E-441E-A428-C07D4CA2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接手者能独立继续工作，才算交接完成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3002FA8F-C2CF-4521-91AD-AF8D6666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发送文件只是交接动作，验收还要核对以下四项。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027438-3EEC-44F8-9EA9-3911F54D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2E36B492-818B-4787-9FD7-415A7FA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324" y="3362325"/>
            <a:ext cx="5275926" cy="506492"/>
          </a:xfrm>
          <a:custGeom xmlns:a="http://schemas.openxmlformats.org/drawingml/2006/main">
            <a:pathLst>
              <a:path w="5275926" h="506492">
                <a:moveTo>
                  <a:pt x="5275926" y="0"/>
                </a:moveTo>
                <a:lnTo>
                  <a:pt x="5275869" y="46520"/>
                </a:lnTo>
                <a:lnTo>
                  <a:pt x="5270868" y="92783"/>
                </a:lnTo>
                <a:lnTo>
                  <a:pt x="5261534" y="138370"/>
                </a:lnTo>
                <a:lnTo>
                  <a:pt x="5247894" y="182861"/>
                </a:lnTo>
                <a:lnTo>
                  <a:pt x="5229873" y="225762"/>
                </a:lnTo>
                <a:lnTo>
                  <a:pt x="5207479" y="266548"/>
                </a:lnTo>
                <a:lnTo>
                  <a:pt x="5180800" y="304667"/>
                </a:lnTo>
                <a:lnTo>
                  <a:pt x="5150120" y="339652"/>
                </a:lnTo>
                <a:lnTo>
                  <a:pt x="5115839" y="371113"/>
                </a:lnTo>
                <a:lnTo>
                  <a:pt x="5078473" y="398840"/>
                </a:lnTo>
                <a:lnTo>
                  <a:pt x="5038573" y="422786"/>
                </a:lnTo>
                <a:lnTo>
                  <a:pt x="4996682" y="443055"/>
                </a:lnTo>
                <a:lnTo>
                  <a:pt x="4953276" y="459857"/>
                </a:lnTo>
                <a:lnTo>
                  <a:pt x="4908766" y="473450"/>
                </a:lnTo>
                <a:lnTo>
                  <a:pt x="4863455" y="484108"/>
                </a:lnTo>
                <a:lnTo>
                  <a:pt x="4817602" y="492119"/>
                </a:lnTo>
                <a:lnTo>
                  <a:pt x="4771406" y="497767"/>
                </a:lnTo>
                <a:lnTo>
                  <a:pt x="4724981" y="501215"/>
                </a:lnTo>
                <a:lnTo>
                  <a:pt x="4678432" y="501939"/>
                </a:lnTo>
                <a:lnTo>
                  <a:pt x="4631884" y="502358"/>
                </a:lnTo>
                <a:lnTo>
                  <a:pt x="4585335" y="502663"/>
                </a:lnTo>
                <a:lnTo>
                  <a:pt x="4538786" y="502920"/>
                </a:lnTo>
                <a:lnTo>
                  <a:pt x="4492228" y="503158"/>
                </a:lnTo>
                <a:lnTo>
                  <a:pt x="4445679" y="503358"/>
                </a:lnTo>
                <a:lnTo>
                  <a:pt x="4399131" y="503558"/>
                </a:lnTo>
                <a:lnTo>
                  <a:pt x="4352582" y="503720"/>
                </a:lnTo>
                <a:lnTo>
                  <a:pt x="4306024" y="503892"/>
                </a:lnTo>
                <a:lnTo>
                  <a:pt x="4259475" y="504044"/>
                </a:lnTo>
                <a:lnTo>
                  <a:pt x="4212927" y="504177"/>
                </a:lnTo>
                <a:lnTo>
                  <a:pt x="4166368" y="504320"/>
                </a:lnTo>
                <a:lnTo>
                  <a:pt x="4119820" y="504444"/>
                </a:lnTo>
                <a:lnTo>
                  <a:pt x="4073261" y="504558"/>
                </a:lnTo>
                <a:lnTo>
                  <a:pt x="4026713" y="504682"/>
                </a:lnTo>
                <a:lnTo>
                  <a:pt x="3980164" y="504787"/>
                </a:lnTo>
                <a:lnTo>
                  <a:pt x="3933606" y="504892"/>
                </a:lnTo>
                <a:lnTo>
                  <a:pt x="3887057" y="504987"/>
                </a:lnTo>
                <a:lnTo>
                  <a:pt x="3840509" y="505092"/>
                </a:lnTo>
                <a:lnTo>
                  <a:pt x="3793950" y="505177"/>
                </a:lnTo>
                <a:lnTo>
                  <a:pt x="3747402" y="505254"/>
                </a:lnTo>
                <a:lnTo>
                  <a:pt x="3700853" y="505339"/>
                </a:lnTo>
                <a:lnTo>
                  <a:pt x="3654295" y="505425"/>
                </a:lnTo>
                <a:lnTo>
                  <a:pt x="3607746" y="505492"/>
                </a:lnTo>
                <a:lnTo>
                  <a:pt x="3561197" y="505549"/>
                </a:lnTo>
                <a:lnTo>
                  <a:pt x="3514639" y="505616"/>
                </a:lnTo>
                <a:lnTo>
                  <a:pt x="3468091" y="505682"/>
                </a:lnTo>
                <a:lnTo>
                  <a:pt x="3421542" y="505749"/>
                </a:lnTo>
                <a:lnTo>
                  <a:pt x="3374984" y="505816"/>
                </a:lnTo>
                <a:lnTo>
                  <a:pt x="3328435" y="505882"/>
                </a:lnTo>
                <a:lnTo>
                  <a:pt x="3281877" y="505939"/>
                </a:lnTo>
                <a:lnTo>
                  <a:pt x="3235328" y="505987"/>
                </a:lnTo>
                <a:lnTo>
                  <a:pt x="3188779" y="506025"/>
                </a:lnTo>
                <a:lnTo>
                  <a:pt x="3142221" y="506073"/>
                </a:lnTo>
                <a:lnTo>
                  <a:pt x="3095673" y="506111"/>
                </a:lnTo>
                <a:lnTo>
                  <a:pt x="3049124" y="506149"/>
                </a:lnTo>
                <a:lnTo>
                  <a:pt x="3002566" y="506197"/>
                </a:lnTo>
                <a:lnTo>
                  <a:pt x="2956017" y="506235"/>
                </a:lnTo>
                <a:lnTo>
                  <a:pt x="2909468" y="506282"/>
                </a:lnTo>
                <a:lnTo>
                  <a:pt x="2862910" y="506311"/>
                </a:lnTo>
                <a:lnTo>
                  <a:pt x="2816362" y="506330"/>
                </a:lnTo>
                <a:lnTo>
                  <a:pt x="2769813" y="506359"/>
                </a:lnTo>
                <a:lnTo>
                  <a:pt x="2723255" y="506378"/>
                </a:lnTo>
                <a:lnTo>
                  <a:pt x="2676706" y="506397"/>
                </a:lnTo>
                <a:lnTo>
                  <a:pt x="2630148" y="506416"/>
                </a:lnTo>
                <a:lnTo>
                  <a:pt x="2583599" y="506435"/>
                </a:lnTo>
                <a:lnTo>
                  <a:pt x="2537050" y="506454"/>
                </a:lnTo>
                <a:lnTo>
                  <a:pt x="2490492" y="506482"/>
                </a:lnTo>
                <a:lnTo>
                  <a:pt x="2443944" y="506492"/>
                </a:lnTo>
                <a:lnTo>
                  <a:pt x="2397395" y="506492"/>
                </a:lnTo>
                <a:lnTo>
                  <a:pt x="2350837" y="506492"/>
                </a:lnTo>
                <a:lnTo>
                  <a:pt x="2304288" y="506482"/>
                </a:lnTo>
                <a:lnTo>
                  <a:pt x="2257739" y="506482"/>
                </a:lnTo>
                <a:lnTo>
                  <a:pt x="2211181" y="506482"/>
                </a:lnTo>
                <a:lnTo>
                  <a:pt x="2164632" y="506482"/>
                </a:lnTo>
                <a:lnTo>
                  <a:pt x="2118084" y="506482"/>
                </a:lnTo>
                <a:lnTo>
                  <a:pt x="2071526" y="506482"/>
                </a:lnTo>
                <a:lnTo>
                  <a:pt x="2024977" y="506473"/>
                </a:lnTo>
                <a:lnTo>
                  <a:pt x="1978419" y="506444"/>
                </a:lnTo>
                <a:lnTo>
                  <a:pt x="1931870" y="506416"/>
                </a:lnTo>
                <a:lnTo>
                  <a:pt x="1885321" y="506387"/>
                </a:lnTo>
                <a:lnTo>
                  <a:pt x="1838763" y="506368"/>
                </a:lnTo>
                <a:lnTo>
                  <a:pt x="1792214" y="506339"/>
                </a:lnTo>
                <a:lnTo>
                  <a:pt x="1745666" y="506311"/>
                </a:lnTo>
                <a:lnTo>
                  <a:pt x="1699108" y="506282"/>
                </a:lnTo>
                <a:lnTo>
                  <a:pt x="1652559" y="506263"/>
                </a:lnTo>
                <a:lnTo>
                  <a:pt x="1606010" y="506225"/>
                </a:lnTo>
                <a:lnTo>
                  <a:pt x="1559452" y="506168"/>
                </a:lnTo>
                <a:lnTo>
                  <a:pt x="1512903" y="506111"/>
                </a:lnTo>
                <a:lnTo>
                  <a:pt x="1466355" y="506054"/>
                </a:lnTo>
                <a:lnTo>
                  <a:pt x="1419797" y="505997"/>
                </a:lnTo>
                <a:lnTo>
                  <a:pt x="1373248" y="505939"/>
                </a:lnTo>
                <a:lnTo>
                  <a:pt x="1326690" y="505882"/>
                </a:lnTo>
                <a:lnTo>
                  <a:pt x="1280141" y="505825"/>
                </a:lnTo>
                <a:lnTo>
                  <a:pt x="1233592" y="505768"/>
                </a:lnTo>
                <a:lnTo>
                  <a:pt x="1187034" y="505673"/>
                </a:lnTo>
                <a:lnTo>
                  <a:pt x="1140485" y="505577"/>
                </a:lnTo>
                <a:lnTo>
                  <a:pt x="1093937" y="505482"/>
                </a:lnTo>
                <a:lnTo>
                  <a:pt x="1047379" y="505387"/>
                </a:lnTo>
                <a:lnTo>
                  <a:pt x="1000830" y="505292"/>
                </a:lnTo>
                <a:lnTo>
                  <a:pt x="954281" y="505196"/>
                </a:lnTo>
                <a:lnTo>
                  <a:pt x="907723" y="505101"/>
                </a:lnTo>
                <a:lnTo>
                  <a:pt x="861174" y="504996"/>
                </a:lnTo>
                <a:lnTo>
                  <a:pt x="814626" y="504863"/>
                </a:lnTo>
                <a:lnTo>
                  <a:pt x="768067" y="504730"/>
                </a:lnTo>
                <a:lnTo>
                  <a:pt x="721519" y="504596"/>
                </a:lnTo>
                <a:lnTo>
                  <a:pt x="674970" y="504434"/>
                </a:lnTo>
                <a:lnTo>
                  <a:pt x="628412" y="504273"/>
                </a:lnTo>
                <a:lnTo>
                  <a:pt x="581863" y="504101"/>
                </a:lnTo>
                <a:lnTo>
                  <a:pt x="535315" y="503911"/>
                </a:lnTo>
                <a:lnTo>
                  <a:pt x="488756" y="503701"/>
                </a:lnTo>
                <a:lnTo>
                  <a:pt x="442208" y="503492"/>
                </a:lnTo>
                <a:lnTo>
                  <a:pt x="395659" y="503253"/>
                </a:lnTo>
                <a:lnTo>
                  <a:pt x="349101" y="502987"/>
                </a:lnTo>
                <a:lnTo>
                  <a:pt x="302552" y="502701"/>
                </a:lnTo>
                <a:lnTo>
                  <a:pt x="256003" y="502377"/>
                </a:lnTo>
                <a:lnTo>
                  <a:pt x="209455" y="502006"/>
                </a:lnTo>
                <a:lnTo>
                  <a:pt x="162906" y="501577"/>
                </a:lnTo>
                <a:lnTo>
                  <a:pt x="116348" y="501063"/>
                </a:lnTo>
                <a:lnTo>
                  <a:pt x="69809" y="500405"/>
                </a:lnTo>
                <a:lnTo>
                  <a:pt x="23260" y="499424"/>
                </a:lnTo>
                <a:lnTo>
                  <a:pt x="11392" y="462696"/>
                </a:lnTo>
                <a:lnTo>
                  <a:pt x="9115" y="416195"/>
                </a:lnTo>
                <a:lnTo>
                  <a:pt x="6839" y="369703"/>
                </a:lnTo>
                <a:lnTo>
                  <a:pt x="4553" y="323202"/>
                </a:lnTo>
                <a:lnTo>
                  <a:pt x="2276" y="276711"/>
                </a:lnTo>
                <a:lnTo>
                  <a:pt x="0" y="230210"/>
                </a:lnTo>
                <a:lnTo>
                  <a:pt x="26851" y="210855"/>
                </a:lnTo>
                <a:lnTo>
                  <a:pt x="73390" y="209902"/>
                </a:lnTo>
                <a:lnTo>
                  <a:pt x="119939" y="209045"/>
                </a:lnTo>
                <a:lnTo>
                  <a:pt x="166478" y="208283"/>
                </a:lnTo>
                <a:lnTo>
                  <a:pt x="213027" y="207607"/>
                </a:lnTo>
                <a:lnTo>
                  <a:pt x="259575" y="207016"/>
                </a:lnTo>
                <a:lnTo>
                  <a:pt x="306124" y="206502"/>
                </a:lnTo>
                <a:lnTo>
                  <a:pt x="352673" y="206064"/>
                </a:lnTo>
                <a:lnTo>
                  <a:pt x="399221" y="205692"/>
                </a:lnTo>
                <a:lnTo>
                  <a:pt x="445780" y="205397"/>
                </a:lnTo>
                <a:lnTo>
                  <a:pt x="492328" y="205159"/>
                </a:lnTo>
                <a:lnTo>
                  <a:pt x="538877" y="204978"/>
                </a:lnTo>
                <a:lnTo>
                  <a:pt x="585435" y="204864"/>
                </a:lnTo>
                <a:lnTo>
                  <a:pt x="631984" y="204797"/>
                </a:lnTo>
                <a:lnTo>
                  <a:pt x="678532" y="204788"/>
                </a:lnTo>
                <a:lnTo>
                  <a:pt x="725091" y="204826"/>
                </a:lnTo>
                <a:lnTo>
                  <a:pt x="771639" y="204911"/>
                </a:lnTo>
                <a:lnTo>
                  <a:pt x="818188" y="205045"/>
                </a:lnTo>
                <a:lnTo>
                  <a:pt x="864746" y="205216"/>
                </a:lnTo>
                <a:lnTo>
                  <a:pt x="911295" y="205435"/>
                </a:lnTo>
                <a:lnTo>
                  <a:pt x="957844" y="205692"/>
                </a:lnTo>
                <a:lnTo>
                  <a:pt x="1004402" y="205988"/>
                </a:lnTo>
                <a:lnTo>
                  <a:pt x="1050950" y="206321"/>
                </a:lnTo>
                <a:lnTo>
                  <a:pt x="1097499" y="206702"/>
                </a:lnTo>
                <a:lnTo>
                  <a:pt x="1144048" y="207083"/>
                </a:lnTo>
                <a:lnTo>
                  <a:pt x="1190596" y="207512"/>
                </a:lnTo>
                <a:lnTo>
                  <a:pt x="1237145" y="207969"/>
                </a:lnTo>
                <a:lnTo>
                  <a:pt x="1283703" y="208474"/>
                </a:lnTo>
                <a:lnTo>
                  <a:pt x="1330252" y="208979"/>
                </a:lnTo>
                <a:lnTo>
                  <a:pt x="1376801" y="209531"/>
                </a:lnTo>
                <a:lnTo>
                  <a:pt x="1423349" y="210093"/>
                </a:lnTo>
                <a:lnTo>
                  <a:pt x="1469898" y="210674"/>
                </a:lnTo>
                <a:lnTo>
                  <a:pt x="1516447" y="211293"/>
                </a:lnTo>
                <a:lnTo>
                  <a:pt x="1562995" y="211922"/>
                </a:lnTo>
                <a:lnTo>
                  <a:pt x="1609535" y="212579"/>
                </a:lnTo>
                <a:lnTo>
                  <a:pt x="1656083" y="213236"/>
                </a:lnTo>
                <a:lnTo>
                  <a:pt x="1702632" y="213932"/>
                </a:lnTo>
                <a:lnTo>
                  <a:pt x="1749181" y="214627"/>
                </a:lnTo>
                <a:lnTo>
                  <a:pt x="1795729" y="215360"/>
                </a:lnTo>
                <a:lnTo>
                  <a:pt x="1842268" y="216103"/>
                </a:lnTo>
                <a:lnTo>
                  <a:pt x="1888817" y="216846"/>
                </a:lnTo>
                <a:lnTo>
                  <a:pt x="1935366" y="217599"/>
                </a:lnTo>
                <a:lnTo>
                  <a:pt x="1981914" y="218351"/>
                </a:lnTo>
                <a:lnTo>
                  <a:pt x="2028454" y="219142"/>
                </a:lnTo>
                <a:lnTo>
                  <a:pt x="2075002" y="219932"/>
                </a:lnTo>
                <a:lnTo>
                  <a:pt x="2121551" y="220713"/>
                </a:lnTo>
                <a:lnTo>
                  <a:pt x="2168090" y="221504"/>
                </a:lnTo>
                <a:lnTo>
                  <a:pt x="2214639" y="222314"/>
                </a:lnTo>
                <a:lnTo>
                  <a:pt x="2261178" y="223123"/>
                </a:lnTo>
                <a:lnTo>
                  <a:pt x="2307727" y="223942"/>
                </a:lnTo>
                <a:lnTo>
                  <a:pt x="2354275" y="224752"/>
                </a:lnTo>
                <a:lnTo>
                  <a:pt x="2400814" y="225562"/>
                </a:lnTo>
                <a:lnTo>
                  <a:pt x="2447363" y="226381"/>
                </a:lnTo>
                <a:lnTo>
                  <a:pt x="2493902" y="227200"/>
                </a:lnTo>
                <a:lnTo>
                  <a:pt x="2540451" y="228009"/>
                </a:lnTo>
                <a:lnTo>
                  <a:pt x="2587000" y="228829"/>
                </a:lnTo>
                <a:lnTo>
                  <a:pt x="2633539" y="229619"/>
                </a:lnTo>
                <a:lnTo>
                  <a:pt x="2680087" y="230419"/>
                </a:lnTo>
                <a:lnTo>
                  <a:pt x="2726636" y="231219"/>
                </a:lnTo>
                <a:lnTo>
                  <a:pt x="2773175" y="232010"/>
                </a:lnTo>
                <a:lnTo>
                  <a:pt x="2819724" y="232791"/>
                </a:lnTo>
                <a:lnTo>
                  <a:pt x="2866273" y="233553"/>
                </a:lnTo>
                <a:lnTo>
                  <a:pt x="2912812" y="234305"/>
                </a:lnTo>
                <a:lnTo>
                  <a:pt x="2959360" y="235048"/>
                </a:lnTo>
                <a:lnTo>
                  <a:pt x="3005909" y="235772"/>
                </a:lnTo>
                <a:lnTo>
                  <a:pt x="3052458" y="236487"/>
                </a:lnTo>
                <a:lnTo>
                  <a:pt x="3099006" y="237182"/>
                </a:lnTo>
                <a:lnTo>
                  <a:pt x="3145546" y="237839"/>
                </a:lnTo>
                <a:lnTo>
                  <a:pt x="3192094" y="238496"/>
                </a:lnTo>
                <a:lnTo>
                  <a:pt x="3238643" y="239116"/>
                </a:lnTo>
                <a:lnTo>
                  <a:pt x="3285192" y="239725"/>
                </a:lnTo>
                <a:lnTo>
                  <a:pt x="3331740" y="240287"/>
                </a:lnTo>
                <a:lnTo>
                  <a:pt x="3378289" y="240840"/>
                </a:lnTo>
                <a:lnTo>
                  <a:pt x="3424838" y="241344"/>
                </a:lnTo>
                <a:lnTo>
                  <a:pt x="3471386" y="241821"/>
                </a:lnTo>
                <a:lnTo>
                  <a:pt x="3517935" y="242249"/>
                </a:lnTo>
                <a:lnTo>
                  <a:pt x="3564493" y="242668"/>
                </a:lnTo>
                <a:lnTo>
                  <a:pt x="3611042" y="243021"/>
                </a:lnTo>
                <a:lnTo>
                  <a:pt x="3657590" y="243326"/>
                </a:lnTo>
                <a:lnTo>
                  <a:pt x="3704139" y="243583"/>
                </a:lnTo>
                <a:lnTo>
                  <a:pt x="3750697" y="243783"/>
                </a:lnTo>
                <a:lnTo>
                  <a:pt x="3797246" y="243935"/>
                </a:lnTo>
                <a:lnTo>
                  <a:pt x="3843795" y="244011"/>
                </a:lnTo>
                <a:lnTo>
                  <a:pt x="3890353" y="244031"/>
                </a:lnTo>
                <a:lnTo>
                  <a:pt x="3936902" y="243964"/>
                </a:lnTo>
                <a:lnTo>
                  <a:pt x="3983450" y="243821"/>
                </a:lnTo>
                <a:lnTo>
                  <a:pt x="4030008" y="243592"/>
                </a:lnTo>
                <a:lnTo>
                  <a:pt x="4076557" y="243259"/>
                </a:lnTo>
                <a:lnTo>
                  <a:pt x="4123106" y="242840"/>
                </a:lnTo>
                <a:lnTo>
                  <a:pt x="4169654" y="242287"/>
                </a:lnTo>
                <a:lnTo>
                  <a:pt x="4216203" y="241611"/>
                </a:lnTo>
                <a:lnTo>
                  <a:pt x="4262752" y="240811"/>
                </a:lnTo>
                <a:lnTo>
                  <a:pt x="4309291" y="239840"/>
                </a:lnTo>
                <a:lnTo>
                  <a:pt x="4355830" y="238706"/>
                </a:lnTo>
                <a:lnTo>
                  <a:pt x="4402360" y="237363"/>
                </a:lnTo>
                <a:lnTo>
                  <a:pt x="4448889" y="235810"/>
                </a:lnTo>
                <a:lnTo>
                  <a:pt x="4495400" y="233991"/>
                </a:lnTo>
                <a:lnTo>
                  <a:pt x="4541911" y="231877"/>
                </a:lnTo>
                <a:lnTo>
                  <a:pt x="4588393" y="229429"/>
                </a:lnTo>
                <a:lnTo>
                  <a:pt x="4634855" y="226552"/>
                </a:lnTo>
                <a:lnTo>
                  <a:pt x="4681290" y="223180"/>
                </a:lnTo>
                <a:lnTo>
                  <a:pt x="4727667" y="219170"/>
                </a:lnTo>
                <a:lnTo>
                  <a:pt x="4773968" y="214332"/>
                </a:lnTo>
                <a:lnTo>
                  <a:pt x="4820136" y="208378"/>
                </a:lnTo>
                <a:lnTo>
                  <a:pt x="4866046" y="200739"/>
                </a:lnTo>
                <a:lnTo>
                  <a:pt x="4911395" y="190271"/>
                </a:lnTo>
                <a:lnTo>
                  <a:pt x="4954648" y="173365"/>
                </a:lnTo>
                <a:lnTo>
                  <a:pt x="4985423" y="143837"/>
                </a:lnTo>
                <a:lnTo>
                  <a:pt x="5029857" y="129997"/>
                </a:lnTo>
                <a:lnTo>
                  <a:pt x="5073396" y="113519"/>
                </a:lnTo>
                <a:lnTo>
                  <a:pt x="5116030" y="94831"/>
                </a:lnTo>
                <a:lnTo>
                  <a:pt x="5157692" y="74076"/>
                </a:lnTo>
                <a:lnTo>
                  <a:pt x="5198297" y="51330"/>
                </a:lnTo>
                <a:lnTo>
                  <a:pt x="5237750" y="26622"/>
                </a:lnTo>
                <a:lnTo>
                  <a:pt x="527592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90789133-C599-4514-82A7-836C69EC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286000"/>
            <a:ext cx="5276850" cy="1581150"/>
          </a:xfrm>
          <a:custGeom xmlns:a="http://schemas.openxmlformats.org/drawingml/2006/main">
            <a:pathLst>
              <a:path w="5276850" h="1581150">
                <a:moveTo>
                  <a:pt x="0" y="1581150"/>
                </a:moveTo>
                <a:lnTo>
                  <a:pt x="55893" y="1581150"/>
                </a:lnTo>
                <a:lnTo>
                  <a:pt x="111785" y="1581150"/>
                </a:lnTo>
                <a:lnTo>
                  <a:pt x="167678" y="1581150"/>
                </a:lnTo>
                <a:lnTo>
                  <a:pt x="223571" y="1581150"/>
                </a:lnTo>
                <a:lnTo>
                  <a:pt x="279464" y="1581150"/>
                </a:lnTo>
                <a:lnTo>
                  <a:pt x="335356" y="1581150"/>
                </a:lnTo>
                <a:lnTo>
                  <a:pt x="391249" y="1581150"/>
                </a:lnTo>
                <a:lnTo>
                  <a:pt x="447142" y="1581150"/>
                </a:lnTo>
                <a:lnTo>
                  <a:pt x="503034" y="1581150"/>
                </a:lnTo>
                <a:lnTo>
                  <a:pt x="558927" y="1581150"/>
                </a:lnTo>
                <a:lnTo>
                  <a:pt x="614820" y="1581150"/>
                </a:lnTo>
                <a:lnTo>
                  <a:pt x="670703" y="1581150"/>
                </a:lnTo>
                <a:lnTo>
                  <a:pt x="726596" y="1581150"/>
                </a:lnTo>
                <a:lnTo>
                  <a:pt x="782488" y="1581150"/>
                </a:lnTo>
                <a:lnTo>
                  <a:pt x="838381" y="1581150"/>
                </a:lnTo>
                <a:lnTo>
                  <a:pt x="894274" y="1581150"/>
                </a:lnTo>
                <a:lnTo>
                  <a:pt x="950166" y="1581150"/>
                </a:lnTo>
                <a:lnTo>
                  <a:pt x="1006059" y="1581150"/>
                </a:lnTo>
                <a:lnTo>
                  <a:pt x="1061952" y="1581150"/>
                </a:lnTo>
                <a:lnTo>
                  <a:pt x="1117844" y="1581150"/>
                </a:lnTo>
                <a:lnTo>
                  <a:pt x="1173737" y="1581150"/>
                </a:lnTo>
                <a:lnTo>
                  <a:pt x="1229630" y="1581150"/>
                </a:lnTo>
                <a:lnTo>
                  <a:pt x="1285523" y="1581150"/>
                </a:lnTo>
                <a:lnTo>
                  <a:pt x="1341415" y="1581150"/>
                </a:lnTo>
                <a:lnTo>
                  <a:pt x="1397308" y="1581150"/>
                </a:lnTo>
                <a:lnTo>
                  <a:pt x="1453201" y="1581150"/>
                </a:lnTo>
                <a:lnTo>
                  <a:pt x="1509093" y="1581150"/>
                </a:lnTo>
                <a:lnTo>
                  <a:pt x="1564986" y="1581150"/>
                </a:lnTo>
                <a:lnTo>
                  <a:pt x="1620879" y="1581150"/>
                </a:lnTo>
                <a:lnTo>
                  <a:pt x="1676771" y="1581150"/>
                </a:lnTo>
                <a:lnTo>
                  <a:pt x="1732664" y="1581150"/>
                </a:lnTo>
                <a:lnTo>
                  <a:pt x="1788557" y="1581150"/>
                </a:lnTo>
                <a:lnTo>
                  <a:pt x="1844450" y="1581150"/>
                </a:lnTo>
                <a:lnTo>
                  <a:pt x="1900342" y="1581150"/>
                </a:lnTo>
                <a:lnTo>
                  <a:pt x="1956235" y="1581150"/>
                </a:lnTo>
                <a:lnTo>
                  <a:pt x="2012118" y="1581150"/>
                </a:lnTo>
                <a:lnTo>
                  <a:pt x="2068011" y="1581150"/>
                </a:lnTo>
                <a:lnTo>
                  <a:pt x="2123904" y="1581150"/>
                </a:lnTo>
                <a:lnTo>
                  <a:pt x="2179796" y="1581150"/>
                </a:lnTo>
                <a:lnTo>
                  <a:pt x="2235689" y="1581150"/>
                </a:lnTo>
                <a:lnTo>
                  <a:pt x="2291582" y="1581150"/>
                </a:lnTo>
                <a:lnTo>
                  <a:pt x="2347474" y="1581150"/>
                </a:lnTo>
                <a:lnTo>
                  <a:pt x="2403367" y="1581150"/>
                </a:lnTo>
                <a:lnTo>
                  <a:pt x="2459260" y="1581150"/>
                </a:lnTo>
                <a:lnTo>
                  <a:pt x="2515152" y="1581150"/>
                </a:lnTo>
                <a:lnTo>
                  <a:pt x="2571045" y="1581150"/>
                </a:lnTo>
                <a:lnTo>
                  <a:pt x="2626938" y="1581150"/>
                </a:lnTo>
                <a:lnTo>
                  <a:pt x="2682831" y="1581150"/>
                </a:lnTo>
                <a:lnTo>
                  <a:pt x="2738723" y="1581150"/>
                </a:lnTo>
                <a:lnTo>
                  <a:pt x="2794616" y="1581150"/>
                </a:lnTo>
                <a:lnTo>
                  <a:pt x="2850509" y="1581150"/>
                </a:lnTo>
                <a:lnTo>
                  <a:pt x="2906401" y="1581150"/>
                </a:lnTo>
                <a:lnTo>
                  <a:pt x="2962294" y="1581150"/>
                </a:lnTo>
                <a:lnTo>
                  <a:pt x="3018187" y="1581150"/>
                </a:lnTo>
                <a:lnTo>
                  <a:pt x="3074079" y="1581150"/>
                </a:lnTo>
                <a:lnTo>
                  <a:pt x="3129972" y="1581150"/>
                </a:lnTo>
                <a:lnTo>
                  <a:pt x="3185865" y="1581150"/>
                </a:lnTo>
                <a:lnTo>
                  <a:pt x="3241758" y="1581150"/>
                </a:lnTo>
                <a:lnTo>
                  <a:pt x="3297650" y="1581150"/>
                </a:lnTo>
                <a:lnTo>
                  <a:pt x="3353533" y="1581150"/>
                </a:lnTo>
                <a:lnTo>
                  <a:pt x="3409426" y="1581150"/>
                </a:lnTo>
                <a:lnTo>
                  <a:pt x="3465319" y="1581150"/>
                </a:lnTo>
                <a:lnTo>
                  <a:pt x="3521212" y="1581150"/>
                </a:lnTo>
                <a:lnTo>
                  <a:pt x="3577104" y="1581150"/>
                </a:lnTo>
                <a:lnTo>
                  <a:pt x="3632997" y="1581150"/>
                </a:lnTo>
                <a:lnTo>
                  <a:pt x="3688890" y="1581150"/>
                </a:lnTo>
                <a:lnTo>
                  <a:pt x="3744782" y="1581150"/>
                </a:lnTo>
                <a:lnTo>
                  <a:pt x="3800675" y="1581150"/>
                </a:lnTo>
                <a:lnTo>
                  <a:pt x="3856568" y="1581150"/>
                </a:lnTo>
                <a:lnTo>
                  <a:pt x="3912460" y="1581150"/>
                </a:lnTo>
                <a:lnTo>
                  <a:pt x="3968353" y="1581150"/>
                </a:lnTo>
                <a:lnTo>
                  <a:pt x="4024246" y="1581150"/>
                </a:lnTo>
                <a:lnTo>
                  <a:pt x="4080139" y="1581150"/>
                </a:lnTo>
                <a:lnTo>
                  <a:pt x="4136031" y="1581150"/>
                </a:lnTo>
                <a:lnTo>
                  <a:pt x="4191924" y="1581150"/>
                </a:lnTo>
                <a:lnTo>
                  <a:pt x="4247817" y="1581150"/>
                </a:lnTo>
                <a:lnTo>
                  <a:pt x="4303709" y="1581150"/>
                </a:lnTo>
                <a:lnTo>
                  <a:pt x="4359602" y="1581150"/>
                </a:lnTo>
                <a:lnTo>
                  <a:pt x="4415495" y="1581150"/>
                </a:lnTo>
                <a:lnTo>
                  <a:pt x="4471387" y="1581150"/>
                </a:lnTo>
                <a:lnTo>
                  <a:pt x="4527080" y="1578445"/>
                </a:lnTo>
                <a:lnTo>
                  <a:pt x="4582373" y="1570263"/>
                </a:lnTo>
                <a:lnTo>
                  <a:pt x="4637656" y="1562090"/>
                </a:lnTo>
                <a:lnTo>
                  <a:pt x="4692948" y="1553918"/>
                </a:lnTo>
                <a:lnTo>
                  <a:pt x="4748241" y="1545746"/>
                </a:lnTo>
                <a:lnTo>
                  <a:pt x="4800867" y="1531753"/>
                </a:lnTo>
                <a:lnTo>
                  <a:pt x="4843148" y="1495196"/>
                </a:lnTo>
                <a:lnTo>
                  <a:pt x="4885420" y="1458639"/>
                </a:lnTo>
                <a:lnTo>
                  <a:pt x="4927702" y="1422083"/>
                </a:lnTo>
                <a:lnTo>
                  <a:pt x="4969974" y="1385516"/>
                </a:lnTo>
                <a:lnTo>
                  <a:pt x="5012255" y="1348959"/>
                </a:lnTo>
                <a:lnTo>
                  <a:pt x="5054527" y="1312402"/>
                </a:lnTo>
                <a:lnTo>
                  <a:pt x="5096808" y="1275836"/>
                </a:lnTo>
                <a:lnTo>
                  <a:pt x="5139080" y="1239279"/>
                </a:lnTo>
                <a:lnTo>
                  <a:pt x="5181362" y="1202722"/>
                </a:lnTo>
                <a:lnTo>
                  <a:pt x="5223634" y="1166155"/>
                </a:lnTo>
                <a:lnTo>
                  <a:pt x="5265915" y="1129598"/>
                </a:lnTo>
                <a:lnTo>
                  <a:pt x="5276850" y="1078706"/>
                </a:lnTo>
                <a:lnTo>
                  <a:pt x="5276850" y="1022814"/>
                </a:lnTo>
                <a:lnTo>
                  <a:pt x="5276850" y="966921"/>
                </a:lnTo>
                <a:lnTo>
                  <a:pt x="5276850" y="911028"/>
                </a:lnTo>
                <a:lnTo>
                  <a:pt x="5276850" y="855135"/>
                </a:lnTo>
                <a:lnTo>
                  <a:pt x="5276850" y="799243"/>
                </a:lnTo>
                <a:lnTo>
                  <a:pt x="5276850" y="743350"/>
                </a:lnTo>
                <a:lnTo>
                  <a:pt x="5276850" y="687457"/>
                </a:lnTo>
                <a:lnTo>
                  <a:pt x="5276850" y="631565"/>
                </a:lnTo>
                <a:lnTo>
                  <a:pt x="5276850" y="575672"/>
                </a:lnTo>
                <a:lnTo>
                  <a:pt x="5276850" y="519779"/>
                </a:lnTo>
                <a:lnTo>
                  <a:pt x="5276850" y="463896"/>
                </a:lnTo>
                <a:lnTo>
                  <a:pt x="5276850" y="408003"/>
                </a:lnTo>
                <a:lnTo>
                  <a:pt x="5276850" y="352111"/>
                </a:lnTo>
                <a:lnTo>
                  <a:pt x="5276850" y="296218"/>
                </a:lnTo>
                <a:lnTo>
                  <a:pt x="5276850" y="240325"/>
                </a:lnTo>
                <a:lnTo>
                  <a:pt x="5276850" y="184433"/>
                </a:lnTo>
                <a:lnTo>
                  <a:pt x="5276850" y="128540"/>
                </a:lnTo>
                <a:lnTo>
                  <a:pt x="5276850" y="72647"/>
                </a:lnTo>
                <a:lnTo>
                  <a:pt x="5276850" y="16754"/>
                </a:lnTo>
                <a:lnTo>
                  <a:pt x="5237712" y="0"/>
                </a:lnTo>
                <a:lnTo>
                  <a:pt x="5181819" y="0"/>
                </a:lnTo>
                <a:lnTo>
                  <a:pt x="5125926" y="0"/>
                </a:lnTo>
                <a:lnTo>
                  <a:pt x="5070034" y="0"/>
                </a:lnTo>
                <a:lnTo>
                  <a:pt x="5014141" y="0"/>
                </a:lnTo>
                <a:lnTo>
                  <a:pt x="4958248" y="0"/>
                </a:lnTo>
                <a:lnTo>
                  <a:pt x="4902356" y="0"/>
                </a:lnTo>
                <a:lnTo>
                  <a:pt x="4846463" y="0"/>
                </a:lnTo>
                <a:lnTo>
                  <a:pt x="4790570" y="0"/>
                </a:lnTo>
                <a:lnTo>
                  <a:pt x="4734677" y="0"/>
                </a:lnTo>
                <a:lnTo>
                  <a:pt x="4678785" y="0"/>
                </a:lnTo>
                <a:lnTo>
                  <a:pt x="4622892" y="0"/>
                </a:lnTo>
                <a:lnTo>
                  <a:pt x="4566999" y="0"/>
                </a:lnTo>
                <a:lnTo>
                  <a:pt x="4511107" y="0"/>
                </a:lnTo>
                <a:lnTo>
                  <a:pt x="4455224" y="0"/>
                </a:lnTo>
                <a:lnTo>
                  <a:pt x="4399331" y="0"/>
                </a:lnTo>
                <a:lnTo>
                  <a:pt x="4343438" y="0"/>
                </a:lnTo>
                <a:lnTo>
                  <a:pt x="4287545" y="0"/>
                </a:lnTo>
                <a:lnTo>
                  <a:pt x="4231653" y="0"/>
                </a:lnTo>
                <a:lnTo>
                  <a:pt x="4175760" y="0"/>
                </a:lnTo>
                <a:lnTo>
                  <a:pt x="4119867" y="0"/>
                </a:lnTo>
                <a:lnTo>
                  <a:pt x="4063975" y="0"/>
                </a:lnTo>
                <a:lnTo>
                  <a:pt x="4008082" y="0"/>
                </a:lnTo>
                <a:lnTo>
                  <a:pt x="3952189" y="0"/>
                </a:lnTo>
                <a:lnTo>
                  <a:pt x="3896297" y="0"/>
                </a:lnTo>
                <a:lnTo>
                  <a:pt x="3840404" y="0"/>
                </a:lnTo>
                <a:lnTo>
                  <a:pt x="3784511" y="0"/>
                </a:lnTo>
                <a:lnTo>
                  <a:pt x="3728618" y="0"/>
                </a:lnTo>
                <a:lnTo>
                  <a:pt x="3672726" y="0"/>
                </a:lnTo>
                <a:lnTo>
                  <a:pt x="3616833" y="0"/>
                </a:lnTo>
                <a:lnTo>
                  <a:pt x="3560940" y="0"/>
                </a:lnTo>
                <a:lnTo>
                  <a:pt x="3505048" y="0"/>
                </a:lnTo>
                <a:lnTo>
                  <a:pt x="3449155" y="0"/>
                </a:lnTo>
                <a:lnTo>
                  <a:pt x="3393262" y="0"/>
                </a:lnTo>
                <a:lnTo>
                  <a:pt x="3337370" y="0"/>
                </a:lnTo>
                <a:lnTo>
                  <a:pt x="3281477" y="0"/>
                </a:lnTo>
                <a:lnTo>
                  <a:pt x="3225584" y="0"/>
                </a:lnTo>
                <a:lnTo>
                  <a:pt x="3169691" y="0"/>
                </a:lnTo>
                <a:lnTo>
                  <a:pt x="3113799" y="0"/>
                </a:lnTo>
                <a:lnTo>
                  <a:pt x="3057916" y="0"/>
                </a:lnTo>
                <a:lnTo>
                  <a:pt x="3002023" y="0"/>
                </a:lnTo>
                <a:lnTo>
                  <a:pt x="2946130" y="0"/>
                </a:lnTo>
                <a:lnTo>
                  <a:pt x="2890237" y="0"/>
                </a:lnTo>
                <a:lnTo>
                  <a:pt x="2834345" y="0"/>
                </a:lnTo>
                <a:lnTo>
                  <a:pt x="2778452" y="0"/>
                </a:lnTo>
                <a:lnTo>
                  <a:pt x="2722559" y="0"/>
                </a:lnTo>
                <a:lnTo>
                  <a:pt x="2666667" y="0"/>
                </a:lnTo>
                <a:lnTo>
                  <a:pt x="2610774" y="0"/>
                </a:lnTo>
                <a:lnTo>
                  <a:pt x="2554881" y="0"/>
                </a:lnTo>
                <a:lnTo>
                  <a:pt x="2498989" y="0"/>
                </a:lnTo>
                <a:lnTo>
                  <a:pt x="2443096" y="0"/>
                </a:lnTo>
                <a:lnTo>
                  <a:pt x="2387203" y="0"/>
                </a:lnTo>
                <a:lnTo>
                  <a:pt x="2331310" y="0"/>
                </a:lnTo>
                <a:lnTo>
                  <a:pt x="2275418" y="0"/>
                </a:lnTo>
                <a:lnTo>
                  <a:pt x="2219525" y="0"/>
                </a:lnTo>
                <a:lnTo>
                  <a:pt x="2163632" y="0"/>
                </a:lnTo>
                <a:lnTo>
                  <a:pt x="2107740" y="0"/>
                </a:lnTo>
                <a:lnTo>
                  <a:pt x="2051847" y="0"/>
                </a:lnTo>
                <a:lnTo>
                  <a:pt x="1995954" y="0"/>
                </a:lnTo>
                <a:lnTo>
                  <a:pt x="1940062" y="0"/>
                </a:lnTo>
                <a:lnTo>
                  <a:pt x="1884169" y="0"/>
                </a:lnTo>
                <a:lnTo>
                  <a:pt x="1828276" y="0"/>
                </a:lnTo>
                <a:lnTo>
                  <a:pt x="1772393" y="0"/>
                </a:lnTo>
                <a:lnTo>
                  <a:pt x="1716491" y="0"/>
                </a:lnTo>
                <a:lnTo>
                  <a:pt x="1660608" y="0"/>
                </a:lnTo>
                <a:lnTo>
                  <a:pt x="1604715" y="0"/>
                </a:lnTo>
                <a:lnTo>
                  <a:pt x="1548822" y="0"/>
                </a:lnTo>
                <a:lnTo>
                  <a:pt x="1492929" y="0"/>
                </a:lnTo>
                <a:lnTo>
                  <a:pt x="1437037" y="0"/>
                </a:lnTo>
                <a:lnTo>
                  <a:pt x="1381144" y="0"/>
                </a:lnTo>
                <a:lnTo>
                  <a:pt x="1325251" y="0"/>
                </a:lnTo>
                <a:lnTo>
                  <a:pt x="1269359" y="0"/>
                </a:lnTo>
                <a:lnTo>
                  <a:pt x="1213466" y="0"/>
                </a:lnTo>
                <a:lnTo>
                  <a:pt x="1157573" y="0"/>
                </a:lnTo>
                <a:lnTo>
                  <a:pt x="1101681" y="0"/>
                </a:lnTo>
                <a:lnTo>
                  <a:pt x="1045788" y="0"/>
                </a:lnTo>
                <a:lnTo>
                  <a:pt x="989895" y="0"/>
                </a:lnTo>
                <a:lnTo>
                  <a:pt x="934002" y="0"/>
                </a:lnTo>
                <a:lnTo>
                  <a:pt x="878110" y="0"/>
                </a:lnTo>
                <a:lnTo>
                  <a:pt x="822217" y="0"/>
                </a:lnTo>
                <a:lnTo>
                  <a:pt x="766324" y="0"/>
                </a:lnTo>
                <a:lnTo>
                  <a:pt x="710432" y="0"/>
                </a:lnTo>
                <a:lnTo>
                  <a:pt x="654539" y="0"/>
                </a:lnTo>
                <a:lnTo>
                  <a:pt x="598646" y="0"/>
                </a:lnTo>
                <a:lnTo>
                  <a:pt x="542754" y="0"/>
                </a:lnTo>
                <a:lnTo>
                  <a:pt x="486870" y="0"/>
                </a:lnTo>
                <a:lnTo>
                  <a:pt x="430968" y="0"/>
                </a:lnTo>
                <a:lnTo>
                  <a:pt x="375085" y="0"/>
                </a:lnTo>
                <a:lnTo>
                  <a:pt x="319192" y="0"/>
                </a:lnTo>
                <a:lnTo>
                  <a:pt x="263300" y="0"/>
                </a:lnTo>
                <a:lnTo>
                  <a:pt x="207407" y="0"/>
                </a:lnTo>
                <a:lnTo>
                  <a:pt x="151514" y="0"/>
                </a:lnTo>
                <a:lnTo>
                  <a:pt x="95621" y="0"/>
                </a:lnTo>
                <a:lnTo>
                  <a:pt x="39729" y="0"/>
                </a:lnTo>
                <a:lnTo>
                  <a:pt x="0" y="16164"/>
                </a:lnTo>
                <a:lnTo>
                  <a:pt x="0" y="72057"/>
                </a:lnTo>
                <a:lnTo>
                  <a:pt x="0" y="127949"/>
                </a:lnTo>
                <a:lnTo>
                  <a:pt x="0" y="183842"/>
                </a:lnTo>
                <a:lnTo>
                  <a:pt x="0" y="239735"/>
                </a:lnTo>
                <a:lnTo>
                  <a:pt x="0" y="295627"/>
                </a:lnTo>
                <a:lnTo>
                  <a:pt x="0" y="351520"/>
                </a:lnTo>
                <a:lnTo>
                  <a:pt x="0" y="407413"/>
                </a:lnTo>
                <a:lnTo>
                  <a:pt x="0" y="463306"/>
                </a:lnTo>
                <a:lnTo>
                  <a:pt x="0" y="519198"/>
                </a:lnTo>
                <a:lnTo>
                  <a:pt x="0" y="575091"/>
                </a:lnTo>
                <a:lnTo>
                  <a:pt x="0" y="630984"/>
                </a:lnTo>
                <a:lnTo>
                  <a:pt x="0" y="686876"/>
                </a:lnTo>
                <a:lnTo>
                  <a:pt x="0" y="742769"/>
                </a:lnTo>
                <a:lnTo>
                  <a:pt x="0" y="798662"/>
                </a:lnTo>
                <a:lnTo>
                  <a:pt x="0" y="854554"/>
                </a:lnTo>
                <a:lnTo>
                  <a:pt x="0" y="910438"/>
                </a:lnTo>
                <a:lnTo>
                  <a:pt x="0" y="966340"/>
                </a:lnTo>
                <a:lnTo>
                  <a:pt x="0" y="1022223"/>
                </a:lnTo>
                <a:lnTo>
                  <a:pt x="0" y="1078116"/>
                </a:lnTo>
                <a:lnTo>
                  <a:pt x="0" y="1134008"/>
                </a:lnTo>
                <a:lnTo>
                  <a:pt x="0" y="1189901"/>
                </a:lnTo>
                <a:lnTo>
                  <a:pt x="0" y="1245794"/>
                </a:lnTo>
                <a:lnTo>
                  <a:pt x="0" y="1301687"/>
                </a:lnTo>
                <a:lnTo>
                  <a:pt x="0" y="1357579"/>
                </a:lnTo>
                <a:lnTo>
                  <a:pt x="0" y="1413472"/>
                </a:lnTo>
                <a:lnTo>
                  <a:pt x="0" y="1469365"/>
                </a:lnTo>
                <a:lnTo>
                  <a:pt x="0" y="1525257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899DF538-8116-4B0A-9050-B7BF88C1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286000"/>
            <a:ext cx="527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B307E3EF-5DFA-48DE-AE85-BD7AFEA4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7354" y="34061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29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89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57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88" y="33949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68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594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81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88"/>
                </a:lnTo>
                <a:lnTo>
                  <a:pt x="284588" y="442427"/>
                </a:lnTo>
                <a:lnTo>
                  <a:pt x="265776" y="445379"/>
                </a:lnTo>
                <a:lnTo>
                  <a:pt x="246926" y="448046"/>
                </a:lnTo>
                <a:lnTo>
                  <a:pt x="22803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05"/>
                </a:lnTo>
                <a:lnTo>
                  <a:pt x="152229" y="457505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72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0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7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4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7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53" y="383581"/>
                </a:lnTo>
                <a:lnTo>
                  <a:pt x="360750" y="374075"/>
                </a:lnTo>
                <a:lnTo>
                  <a:pt x="376733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16" y="131988"/>
                </a:lnTo>
                <a:lnTo>
                  <a:pt x="567919" y="127102"/>
                </a:lnTo>
                <a:lnTo>
                  <a:pt x="586226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38" y="31899"/>
                </a:lnTo>
                <a:lnTo>
                  <a:pt x="811654" y="21755"/>
                </a:lnTo>
                <a:lnTo>
                  <a:pt x="82744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12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E3CB2E06-E717-47BE-A4CA-0AD212E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2674" y="3362325"/>
            <a:ext cx="5275926" cy="506492"/>
          </a:xfrm>
          <a:custGeom xmlns:a="http://schemas.openxmlformats.org/drawingml/2006/main">
            <a:pathLst>
              <a:path w="5275926" h="506492">
                <a:moveTo>
                  <a:pt x="5275926" y="0"/>
                </a:moveTo>
                <a:lnTo>
                  <a:pt x="5275869" y="46520"/>
                </a:lnTo>
                <a:lnTo>
                  <a:pt x="5270868" y="92783"/>
                </a:lnTo>
                <a:lnTo>
                  <a:pt x="5261534" y="138370"/>
                </a:lnTo>
                <a:lnTo>
                  <a:pt x="5247894" y="182861"/>
                </a:lnTo>
                <a:lnTo>
                  <a:pt x="5229873" y="225762"/>
                </a:lnTo>
                <a:lnTo>
                  <a:pt x="5207479" y="266548"/>
                </a:lnTo>
                <a:lnTo>
                  <a:pt x="5180800" y="304667"/>
                </a:lnTo>
                <a:lnTo>
                  <a:pt x="5150120" y="339652"/>
                </a:lnTo>
                <a:lnTo>
                  <a:pt x="5115839" y="371113"/>
                </a:lnTo>
                <a:lnTo>
                  <a:pt x="5078473" y="398840"/>
                </a:lnTo>
                <a:lnTo>
                  <a:pt x="5038573" y="422786"/>
                </a:lnTo>
                <a:lnTo>
                  <a:pt x="4996682" y="443055"/>
                </a:lnTo>
                <a:lnTo>
                  <a:pt x="4953276" y="459857"/>
                </a:lnTo>
                <a:lnTo>
                  <a:pt x="4908766" y="473450"/>
                </a:lnTo>
                <a:lnTo>
                  <a:pt x="4863455" y="484108"/>
                </a:lnTo>
                <a:lnTo>
                  <a:pt x="4817602" y="492119"/>
                </a:lnTo>
                <a:lnTo>
                  <a:pt x="4771406" y="497767"/>
                </a:lnTo>
                <a:lnTo>
                  <a:pt x="4724981" y="501215"/>
                </a:lnTo>
                <a:lnTo>
                  <a:pt x="4678432" y="501939"/>
                </a:lnTo>
                <a:lnTo>
                  <a:pt x="4631884" y="502358"/>
                </a:lnTo>
                <a:lnTo>
                  <a:pt x="4585335" y="502663"/>
                </a:lnTo>
                <a:lnTo>
                  <a:pt x="4538786" y="502920"/>
                </a:lnTo>
                <a:lnTo>
                  <a:pt x="4492228" y="503158"/>
                </a:lnTo>
                <a:lnTo>
                  <a:pt x="4445679" y="503358"/>
                </a:lnTo>
                <a:lnTo>
                  <a:pt x="4399131" y="503558"/>
                </a:lnTo>
                <a:lnTo>
                  <a:pt x="4352582" y="503720"/>
                </a:lnTo>
                <a:lnTo>
                  <a:pt x="4306024" y="503892"/>
                </a:lnTo>
                <a:lnTo>
                  <a:pt x="4259475" y="504044"/>
                </a:lnTo>
                <a:lnTo>
                  <a:pt x="4212927" y="504177"/>
                </a:lnTo>
                <a:lnTo>
                  <a:pt x="4166368" y="504320"/>
                </a:lnTo>
                <a:lnTo>
                  <a:pt x="4119820" y="504444"/>
                </a:lnTo>
                <a:lnTo>
                  <a:pt x="4073261" y="504558"/>
                </a:lnTo>
                <a:lnTo>
                  <a:pt x="4026713" y="504682"/>
                </a:lnTo>
                <a:lnTo>
                  <a:pt x="3980164" y="504787"/>
                </a:lnTo>
                <a:lnTo>
                  <a:pt x="3933606" y="504892"/>
                </a:lnTo>
                <a:lnTo>
                  <a:pt x="3887057" y="504987"/>
                </a:lnTo>
                <a:lnTo>
                  <a:pt x="3840509" y="505092"/>
                </a:lnTo>
                <a:lnTo>
                  <a:pt x="3793950" y="505177"/>
                </a:lnTo>
                <a:lnTo>
                  <a:pt x="3747402" y="505254"/>
                </a:lnTo>
                <a:lnTo>
                  <a:pt x="3700853" y="505339"/>
                </a:lnTo>
                <a:lnTo>
                  <a:pt x="3654295" y="505425"/>
                </a:lnTo>
                <a:lnTo>
                  <a:pt x="3607746" y="505492"/>
                </a:lnTo>
                <a:lnTo>
                  <a:pt x="3561197" y="505549"/>
                </a:lnTo>
                <a:lnTo>
                  <a:pt x="3514639" y="505616"/>
                </a:lnTo>
                <a:lnTo>
                  <a:pt x="3468091" y="505682"/>
                </a:lnTo>
                <a:lnTo>
                  <a:pt x="3421542" y="505749"/>
                </a:lnTo>
                <a:lnTo>
                  <a:pt x="3374984" y="505816"/>
                </a:lnTo>
                <a:lnTo>
                  <a:pt x="3328435" y="505882"/>
                </a:lnTo>
                <a:lnTo>
                  <a:pt x="3281877" y="505939"/>
                </a:lnTo>
                <a:lnTo>
                  <a:pt x="3235328" y="505987"/>
                </a:lnTo>
                <a:lnTo>
                  <a:pt x="3188779" y="506025"/>
                </a:lnTo>
                <a:lnTo>
                  <a:pt x="3142221" y="506073"/>
                </a:lnTo>
                <a:lnTo>
                  <a:pt x="3095673" y="506111"/>
                </a:lnTo>
                <a:lnTo>
                  <a:pt x="3049124" y="506149"/>
                </a:lnTo>
                <a:lnTo>
                  <a:pt x="3002566" y="506197"/>
                </a:lnTo>
                <a:lnTo>
                  <a:pt x="2956017" y="506235"/>
                </a:lnTo>
                <a:lnTo>
                  <a:pt x="2909468" y="506282"/>
                </a:lnTo>
                <a:lnTo>
                  <a:pt x="2862910" y="506311"/>
                </a:lnTo>
                <a:lnTo>
                  <a:pt x="2816362" y="506330"/>
                </a:lnTo>
                <a:lnTo>
                  <a:pt x="2769813" y="506359"/>
                </a:lnTo>
                <a:lnTo>
                  <a:pt x="2723255" y="506378"/>
                </a:lnTo>
                <a:lnTo>
                  <a:pt x="2676706" y="506397"/>
                </a:lnTo>
                <a:lnTo>
                  <a:pt x="2630148" y="506416"/>
                </a:lnTo>
                <a:lnTo>
                  <a:pt x="2583599" y="506435"/>
                </a:lnTo>
                <a:lnTo>
                  <a:pt x="2537050" y="506454"/>
                </a:lnTo>
                <a:lnTo>
                  <a:pt x="2490492" y="506482"/>
                </a:lnTo>
                <a:lnTo>
                  <a:pt x="2443944" y="506492"/>
                </a:lnTo>
                <a:lnTo>
                  <a:pt x="2397395" y="506492"/>
                </a:lnTo>
                <a:lnTo>
                  <a:pt x="2350837" y="506492"/>
                </a:lnTo>
                <a:lnTo>
                  <a:pt x="2304288" y="506482"/>
                </a:lnTo>
                <a:lnTo>
                  <a:pt x="2257739" y="506482"/>
                </a:lnTo>
                <a:lnTo>
                  <a:pt x="2211181" y="506482"/>
                </a:lnTo>
                <a:lnTo>
                  <a:pt x="2164632" y="506482"/>
                </a:lnTo>
                <a:lnTo>
                  <a:pt x="2118084" y="506482"/>
                </a:lnTo>
                <a:lnTo>
                  <a:pt x="2071526" y="506482"/>
                </a:lnTo>
                <a:lnTo>
                  <a:pt x="2024977" y="506473"/>
                </a:lnTo>
                <a:lnTo>
                  <a:pt x="1978419" y="506444"/>
                </a:lnTo>
                <a:lnTo>
                  <a:pt x="1931870" y="506416"/>
                </a:lnTo>
                <a:lnTo>
                  <a:pt x="1885321" y="506387"/>
                </a:lnTo>
                <a:lnTo>
                  <a:pt x="1838763" y="506368"/>
                </a:lnTo>
                <a:lnTo>
                  <a:pt x="1792214" y="506339"/>
                </a:lnTo>
                <a:lnTo>
                  <a:pt x="1745666" y="506311"/>
                </a:lnTo>
                <a:lnTo>
                  <a:pt x="1699108" y="506282"/>
                </a:lnTo>
                <a:lnTo>
                  <a:pt x="1652559" y="506263"/>
                </a:lnTo>
                <a:lnTo>
                  <a:pt x="1606010" y="506225"/>
                </a:lnTo>
                <a:lnTo>
                  <a:pt x="1559452" y="506168"/>
                </a:lnTo>
                <a:lnTo>
                  <a:pt x="1512903" y="506111"/>
                </a:lnTo>
                <a:lnTo>
                  <a:pt x="1466355" y="506054"/>
                </a:lnTo>
                <a:lnTo>
                  <a:pt x="1419797" y="505997"/>
                </a:lnTo>
                <a:lnTo>
                  <a:pt x="1373248" y="505939"/>
                </a:lnTo>
                <a:lnTo>
                  <a:pt x="1326690" y="505882"/>
                </a:lnTo>
                <a:lnTo>
                  <a:pt x="1280141" y="505825"/>
                </a:lnTo>
                <a:lnTo>
                  <a:pt x="1233592" y="505768"/>
                </a:lnTo>
                <a:lnTo>
                  <a:pt x="1187034" y="505673"/>
                </a:lnTo>
                <a:lnTo>
                  <a:pt x="1140485" y="505577"/>
                </a:lnTo>
                <a:lnTo>
                  <a:pt x="1093937" y="505482"/>
                </a:lnTo>
                <a:lnTo>
                  <a:pt x="1047379" y="505387"/>
                </a:lnTo>
                <a:lnTo>
                  <a:pt x="1000830" y="505292"/>
                </a:lnTo>
                <a:lnTo>
                  <a:pt x="954281" y="505196"/>
                </a:lnTo>
                <a:lnTo>
                  <a:pt x="907723" y="505101"/>
                </a:lnTo>
                <a:lnTo>
                  <a:pt x="861174" y="504996"/>
                </a:lnTo>
                <a:lnTo>
                  <a:pt x="814626" y="504863"/>
                </a:lnTo>
                <a:lnTo>
                  <a:pt x="768067" y="504730"/>
                </a:lnTo>
                <a:lnTo>
                  <a:pt x="721519" y="504596"/>
                </a:lnTo>
                <a:lnTo>
                  <a:pt x="674970" y="504434"/>
                </a:lnTo>
                <a:lnTo>
                  <a:pt x="628412" y="504273"/>
                </a:lnTo>
                <a:lnTo>
                  <a:pt x="581863" y="504101"/>
                </a:lnTo>
                <a:lnTo>
                  <a:pt x="535315" y="503911"/>
                </a:lnTo>
                <a:lnTo>
                  <a:pt x="488756" y="503701"/>
                </a:lnTo>
                <a:lnTo>
                  <a:pt x="442208" y="503492"/>
                </a:lnTo>
                <a:lnTo>
                  <a:pt x="395659" y="503253"/>
                </a:lnTo>
                <a:lnTo>
                  <a:pt x="349101" y="502987"/>
                </a:lnTo>
                <a:lnTo>
                  <a:pt x="302552" y="502701"/>
                </a:lnTo>
                <a:lnTo>
                  <a:pt x="256003" y="502377"/>
                </a:lnTo>
                <a:lnTo>
                  <a:pt x="209455" y="502006"/>
                </a:lnTo>
                <a:lnTo>
                  <a:pt x="162906" y="501577"/>
                </a:lnTo>
                <a:lnTo>
                  <a:pt x="116348" y="501063"/>
                </a:lnTo>
                <a:lnTo>
                  <a:pt x="69809" y="500405"/>
                </a:lnTo>
                <a:lnTo>
                  <a:pt x="23260" y="499424"/>
                </a:lnTo>
                <a:lnTo>
                  <a:pt x="11392" y="462696"/>
                </a:lnTo>
                <a:lnTo>
                  <a:pt x="9115" y="416195"/>
                </a:lnTo>
                <a:lnTo>
                  <a:pt x="6839" y="369703"/>
                </a:lnTo>
                <a:lnTo>
                  <a:pt x="4553" y="323202"/>
                </a:lnTo>
                <a:lnTo>
                  <a:pt x="2276" y="276711"/>
                </a:lnTo>
                <a:lnTo>
                  <a:pt x="0" y="230210"/>
                </a:lnTo>
                <a:lnTo>
                  <a:pt x="26851" y="210855"/>
                </a:lnTo>
                <a:lnTo>
                  <a:pt x="73390" y="209902"/>
                </a:lnTo>
                <a:lnTo>
                  <a:pt x="119939" y="209045"/>
                </a:lnTo>
                <a:lnTo>
                  <a:pt x="166478" y="208283"/>
                </a:lnTo>
                <a:lnTo>
                  <a:pt x="213027" y="207607"/>
                </a:lnTo>
                <a:lnTo>
                  <a:pt x="259575" y="207016"/>
                </a:lnTo>
                <a:lnTo>
                  <a:pt x="306124" y="206502"/>
                </a:lnTo>
                <a:lnTo>
                  <a:pt x="352673" y="206064"/>
                </a:lnTo>
                <a:lnTo>
                  <a:pt x="399221" y="205692"/>
                </a:lnTo>
                <a:lnTo>
                  <a:pt x="445780" y="205397"/>
                </a:lnTo>
                <a:lnTo>
                  <a:pt x="492328" y="205159"/>
                </a:lnTo>
                <a:lnTo>
                  <a:pt x="538877" y="204978"/>
                </a:lnTo>
                <a:lnTo>
                  <a:pt x="585435" y="204864"/>
                </a:lnTo>
                <a:lnTo>
                  <a:pt x="631984" y="204797"/>
                </a:lnTo>
                <a:lnTo>
                  <a:pt x="678532" y="204788"/>
                </a:lnTo>
                <a:lnTo>
                  <a:pt x="725091" y="204826"/>
                </a:lnTo>
                <a:lnTo>
                  <a:pt x="771639" y="204911"/>
                </a:lnTo>
                <a:lnTo>
                  <a:pt x="818188" y="205045"/>
                </a:lnTo>
                <a:lnTo>
                  <a:pt x="864746" y="205216"/>
                </a:lnTo>
                <a:lnTo>
                  <a:pt x="911295" y="205435"/>
                </a:lnTo>
                <a:lnTo>
                  <a:pt x="957844" y="205692"/>
                </a:lnTo>
                <a:lnTo>
                  <a:pt x="1004402" y="205988"/>
                </a:lnTo>
                <a:lnTo>
                  <a:pt x="1050950" y="206321"/>
                </a:lnTo>
                <a:lnTo>
                  <a:pt x="1097499" y="206702"/>
                </a:lnTo>
                <a:lnTo>
                  <a:pt x="1144048" y="207083"/>
                </a:lnTo>
                <a:lnTo>
                  <a:pt x="1190596" y="207512"/>
                </a:lnTo>
                <a:lnTo>
                  <a:pt x="1237145" y="207969"/>
                </a:lnTo>
                <a:lnTo>
                  <a:pt x="1283703" y="208474"/>
                </a:lnTo>
                <a:lnTo>
                  <a:pt x="1330252" y="208979"/>
                </a:lnTo>
                <a:lnTo>
                  <a:pt x="1376801" y="209531"/>
                </a:lnTo>
                <a:lnTo>
                  <a:pt x="1423349" y="210093"/>
                </a:lnTo>
                <a:lnTo>
                  <a:pt x="1469898" y="210674"/>
                </a:lnTo>
                <a:lnTo>
                  <a:pt x="1516447" y="211293"/>
                </a:lnTo>
                <a:lnTo>
                  <a:pt x="1562995" y="211922"/>
                </a:lnTo>
                <a:lnTo>
                  <a:pt x="1609535" y="212579"/>
                </a:lnTo>
                <a:lnTo>
                  <a:pt x="1656083" y="213236"/>
                </a:lnTo>
                <a:lnTo>
                  <a:pt x="1702632" y="213932"/>
                </a:lnTo>
                <a:lnTo>
                  <a:pt x="1749181" y="214627"/>
                </a:lnTo>
                <a:lnTo>
                  <a:pt x="1795729" y="215360"/>
                </a:lnTo>
                <a:lnTo>
                  <a:pt x="1842268" y="216103"/>
                </a:lnTo>
                <a:lnTo>
                  <a:pt x="1888817" y="216846"/>
                </a:lnTo>
                <a:lnTo>
                  <a:pt x="1935366" y="217599"/>
                </a:lnTo>
                <a:lnTo>
                  <a:pt x="1981914" y="218351"/>
                </a:lnTo>
                <a:lnTo>
                  <a:pt x="2028454" y="219142"/>
                </a:lnTo>
                <a:lnTo>
                  <a:pt x="2075002" y="219932"/>
                </a:lnTo>
                <a:lnTo>
                  <a:pt x="2121551" y="220713"/>
                </a:lnTo>
                <a:lnTo>
                  <a:pt x="2168090" y="221504"/>
                </a:lnTo>
                <a:lnTo>
                  <a:pt x="2214639" y="222314"/>
                </a:lnTo>
                <a:lnTo>
                  <a:pt x="2261178" y="223123"/>
                </a:lnTo>
                <a:lnTo>
                  <a:pt x="2307727" y="223942"/>
                </a:lnTo>
                <a:lnTo>
                  <a:pt x="2354275" y="224752"/>
                </a:lnTo>
                <a:lnTo>
                  <a:pt x="2400814" y="225562"/>
                </a:lnTo>
                <a:lnTo>
                  <a:pt x="2447363" y="226381"/>
                </a:lnTo>
                <a:lnTo>
                  <a:pt x="2493902" y="227200"/>
                </a:lnTo>
                <a:lnTo>
                  <a:pt x="2540451" y="228009"/>
                </a:lnTo>
                <a:lnTo>
                  <a:pt x="2587000" y="228829"/>
                </a:lnTo>
                <a:lnTo>
                  <a:pt x="2633539" y="229619"/>
                </a:lnTo>
                <a:lnTo>
                  <a:pt x="2680087" y="230419"/>
                </a:lnTo>
                <a:lnTo>
                  <a:pt x="2726636" y="231219"/>
                </a:lnTo>
                <a:lnTo>
                  <a:pt x="2773175" y="232010"/>
                </a:lnTo>
                <a:lnTo>
                  <a:pt x="2819724" y="232791"/>
                </a:lnTo>
                <a:lnTo>
                  <a:pt x="2866273" y="233553"/>
                </a:lnTo>
                <a:lnTo>
                  <a:pt x="2912812" y="234305"/>
                </a:lnTo>
                <a:lnTo>
                  <a:pt x="2959360" y="235048"/>
                </a:lnTo>
                <a:lnTo>
                  <a:pt x="3005909" y="235772"/>
                </a:lnTo>
                <a:lnTo>
                  <a:pt x="3052458" y="236487"/>
                </a:lnTo>
                <a:lnTo>
                  <a:pt x="3099006" y="237182"/>
                </a:lnTo>
                <a:lnTo>
                  <a:pt x="3145546" y="237839"/>
                </a:lnTo>
                <a:lnTo>
                  <a:pt x="3192094" y="238496"/>
                </a:lnTo>
                <a:lnTo>
                  <a:pt x="3238643" y="239116"/>
                </a:lnTo>
                <a:lnTo>
                  <a:pt x="3285192" y="239725"/>
                </a:lnTo>
                <a:lnTo>
                  <a:pt x="3331740" y="240287"/>
                </a:lnTo>
                <a:lnTo>
                  <a:pt x="3378289" y="240840"/>
                </a:lnTo>
                <a:lnTo>
                  <a:pt x="3424838" y="241344"/>
                </a:lnTo>
                <a:lnTo>
                  <a:pt x="3471386" y="241821"/>
                </a:lnTo>
                <a:lnTo>
                  <a:pt x="3517935" y="242249"/>
                </a:lnTo>
                <a:lnTo>
                  <a:pt x="3564493" y="242668"/>
                </a:lnTo>
                <a:lnTo>
                  <a:pt x="3611042" y="243021"/>
                </a:lnTo>
                <a:lnTo>
                  <a:pt x="3657590" y="243326"/>
                </a:lnTo>
                <a:lnTo>
                  <a:pt x="3704139" y="243583"/>
                </a:lnTo>
                <a:lnTo>
                  <a:pt x="3750697" y="243783"/>
                </a:lnTo>
                <a:lnTo>
                  <a:pt x="3797246" y="243935"/>
                </a:lnTo>
                <a:lnTo>
                  <a:pt x="3843795" y="244011"/>
                </a:lnTo>
                <a:lnTo>
                  <a:pt x="3890353" y="244031"/>
                </a:lnTo>
                <a:lnTo>
                  <a:pt x="3936902" y="243964"/>
                </a:lnTo>
                <a:lnTo>
                  <a:pt x="3983450" y="243821"/>
                </a:lnTo>
                <a:lnTo>
                  <a:pt x="4030008" y="243592"/>
                </a:lnTo>
                <a:lnTo>
                  <a:pt x="4076557" y="243259"/>
                </a:lnTo>
                <a:lnTo>
                  <a:pt x="4123106" y="242840"/>
                </a:lnTo>
                <a:lnTo>
                  <a:pt x="4169654" y="242287"/>
                </a:lnTo>
                <a:lnTo>
                  <a:pt x="4216203" y="241611"/>
                </a:lnTo>
                <a:lnTo>
                  <a:pt x="4262752" y="240811"/>
                </a:lnTo>
                <a:lnTo>
                  <a:pt x="4309291" y="239840"/>
                </a:lnTo>
                <a:lnTo>
                  <a:pt x="4355830" y="238706"/>
                </a:lnTo>
                <a:lnTo>
                  <a:pt x="4402360" y="237363"/>
                </a:lnTo>
                <a:lnTo>
                  <a:pt x="4448889" y="235810"/>
                </a:lnTo>
                <a:lnTo>
                  <a:pt x="4495400" y="233991"/>
                </a:lnTo>
                <a:lnTo>
                  <a:pt x="4541911" y="231877"/>
                </a:lnTo>
                <a:lnTo>
                  <a:pt x="4588393" y="229429"/>
                </a:lnTo>
                <a:lnTo>
                  <a:pt x="4634855" y="226552"/>
                </a:lnTo>
                <a:lnTo>
                  <a:pt x="4681290" y="223180"/>
                </a:lnTo>
                <a:lnTo>
                  <a:pt x="4727667" y="219170"/>
                </a:lnTo>
                <a:lnTo>
                  <a:pt x="4773968" y="214332"/>
                </a:lnTo>
                <a:lnTo>
                  <a:pt x="4820136" y="208378"/>
                </a:lnTo>
                <a:lnTo>
                  <a:pt x="4866046" y="200739"/>
                </a:lnTo>
                <a:lnTo>
                  <a:pt x="4911395" y="190271"/>
                </a:lnTo>
                <a:lnTo>
                  <a:pt x="4954648" y="173365"/>
                </a:lnTo>
                <a:lnTo>
                  <a:pt x="4985423" y="143837"/>
                </a:lnTo>
                <a:lnTo>
                  <a:pt x="5029857" y="129997"/>
                </a:lnTo>
                <a:lnTo>
                  <a:pt x="5073396" y="113519"/>
                </a:lnTo>
                <a:lnTo>
                  <a:pt x="5116030" y="94831"/>
                </a:lnTo>
                <a:lnTo>
                  <a:pt x="5157692" y="74076"/>
                </a:lnTo>
                <a:lnTo>
                  <a:pt x="5198297" y="51330"/>
                </a:lnTo>
                <a:lnTo>
                  <a:pt x="5237750" y="26622"/>
                </a:lnTo>
                <a:lnTo>
                  <a:pt x="527592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0F2CA9DB-D205-46E6-91E8-324C0FAA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286000"/>
            <a:ext cx="5276850" cy="1581150"/>
          </a:xfrm>
          <a:custGeom xmlns:a="http://schemas.openxmlformats.org/drawingml/2006/main">
            <a:pathLst>
              <a:path w="5276850" h="1581150">
                <a:moveTo>
                  <a:pt x="0" y="1581150"/>
                </a:moveTo>
                <a:lnTo>
                  <a:pt x="55893" y="1581150"/>
                </a:lnTo>
                <a:lnTo>
                  <a:pt x="111785" y="1581150"/>
                </a:lnTo>
                <a:lnTo>
                  <a:pt x="167678" y="1581150"/>
                </a:lnTo>
                <a:lnTo>
                  <a:pt x="223571" y="1581150"/>
                </a:lnTo>
                <a:lnTo>
                  <a:pt x="279464" y="1581150"/>
                </a:lnTo>
                <a:lnTo>
                  <a:pt x="335356" y="1581150"/>
                </a:lnTo>
                <a:lnTo>
                  <a:pt x="391249" y="1581150"/>
                </a:lnTo>
                <a:lnTo>
                  <a:pt x="447142" y="1581150"/>
                </a:lnTo>
                <a:lnTo>
                  <a:pt x="503034" y="1581150"/>
                </a:lnTo>
                <a:lnTo>
                  <a:pt x="558927" y="1581150"/>
                </a:lnTo>
                <a:lnTo>
                  <a:pt x="614820" y="1581150"/>
                </a:lnTo>
                <a:lnTo>
                  <a:pt x="670703" y="1581150"/>
                </a:lnTo>
                <a:lnTo>
                  <a:pt x="726596" y="1581150"/>
                </a:lnTo>
                <a:lnTo>
                  <a:pt x="782488" y="1581150"/>
                </a:lnTo>
                <a:lnTo>
                  <a:pt x="838381" y="1581150"/>
                </a:lnTo>
                <a:lnTo>
                  <a:pt x="894274" y="1581150"/>
                </a:lnTo>
                <a:lnTo>
                  <a:pt x="950166" y="1581150"/>
                </a:lnTo>
                <a:lnTo>
                  <a:pt x="1006059" y="1581150"/>
                </a:lnTo>
                <a:lnTo>
                  <a:pt x="1061952" y="1581150"/>
                </a:lnTo>
                <a:lnTo>
                  <a:pt x="1117844" y="1581150"/>
                </a:lnTo>
                <a:lnTo>
                  <a:pt x="1173737" y="1581150"/>
                </a:lnTo>
                <a:lnTo>
                  <a:pt x="1229630" y="1581150"/>
                </a:lnTo>
                <a:lnTo>
                  <a:pt x="1285523" y="1581150"/>
                </a:lnTo>
                <a:lnTo>
                  <a:pt x="1341415" y="1581150"/>
                </a:lnTo>
                <a:lnTo>
                  <a:pt x="1397308" y="1581150"/>
                </a:lnTo>
                <a:lnTo>
                  <a:pt x="1453201" y="1581150"/>
                </a:lnTo>
                <a:lnTo>
                  <a:pt x="1509093" y="1581150"/>
                </a:lnTo>
                <a:lnTo>
                  <a:pt x="1564986" y="1581150"/>
                </a:lnTo>
                <a:lnTo>
                  <a:pt x="1620879" y="1581150"/>
                </a:lnTo>
                <a:lnTo>
                  <a:pt x="1676771" y="1581150"/>
                </a:lnTo>
                <a:lnTo>
                  <a:pt x="1732664" y="1581150"/>
                </a:lnTo>
                <a:lnTo>
                  <a:pt x="1788557" y="1581150"/>
                </a:lnTo>
                <a:lnTo>
                  <a:pt x="1844450" y="1581150"/>
                </a:lnTo>
                <a:lnTo>
                  <a:pt x="1900342" y="1581150"/>
                </a:lnTo>
                <a:lnTo>
                  <a:pt x="1956235" y="1581150"/>
                </a:lnTo>
                <a:lnTo>
                  <a:pt x="2012118" y="1581150"/>
                </a:lnTo>
                <a:lnTo>
                  <a:pt x="2068011" y="1581150"/>
                </a:lnTo>
                <a:lnTo>
                  <a:pt x="2123904" y="1581150"/>
                </a:lnTo>
                <a:lnTo>
                  <a:pt x="2179796" y="1581150"/>
                </a:lnTo>
                <a:lnTo>
                  <a:pt x="2235689" y="1581150"/>
                </a:lnTo>
                <a:lnTo>
                  <a:pt x="2291582" y="1581150"/>
                </a:lnTo>
                <a:lnTo>
                  <a:pt x="2347474" y="1581150"/>
                </a:lnTo>
                <a:lnTo>
                  <a:pt x="2403367" y="1581150"/>
                </a:lnTo>
                <a:lnTo>
                  <a:pt x="2459260" y="1581150"/>
                </a:lnTo>
                <a:lnTo>
                  <a:pt x="2515152" y="1581150"/>
                </a:lnTo>
                <a:lnTo>
                  <a:pt x="2571045" y="1581150"/>
                </a:lnTo>
                <a:lnTo>
                  <a:pt x="2626938" y="1581150"/>
                </a:lnTo>
                <a:lnTo>
                  <a:pt x="2682831" y="1581150"/>
                </a:lnTo>
                <a:lnTo>
                  <a:pt x="2738723" y="1581150"/>
                </a:lnTo>
                <a:lnTo>
                  <a:pt x="2794616" y="1581150"/>
                </a:lnTo>
                <a:lnTo>
                  <a:pt x="2850509" y="1581150"/>
                </a:lnTo>
                <a:lnTo>
                  <a:pt x="2906401" y="1581150"/>
                </a:lnTo>
                <a:lnTo>
                  <a:pt x="2962294" y="1581150"/>
                </a:lnTo>
                <a:lnTo>
                  <a:pt x="3018187" y="1581150"/>
                </a:lnTo>
                <a:lnTo>
                  <a:pt x="3074079" y="1581150"/>
                </a:lnTo>
                <a:lnTo>
                  <a:pt x="3129972" y="1581150"/>
                </a:lnTo>
                <a:lnTo>
                  <a:pt x="3185865" y="1581150"/>
                </a:lnTo>
                <a:lnTo>
                  <a:pt x="3241758" y="1581150"/>
                </a:lnTo>
                <a:lnTo>
                  <a:pt x="3297650" y="1581150"/>
                </a:lnTo>
                <a:lnTo>
                  <a:pt x="3353533" y="1581150"/>
                </a:lnTo>
                <a:lnTo>
                  <a:pt x="3409426" y="1581150"/>
                </a:lnTo>
                <a:lnTo>
                  <a:pt x="3465319" y="1581150"/>
                </a:lnTo>
                <a:lnTo>
                  <a:pt x="3521212" y="1581150"/>
                </a:lnTo>
                <a:lnTo>
                  <a:pt x="3577104" y="1581150"/>
                </a:lnTo>
                <a:lnTo>
                  <a:pt x="3632997" y="1581150"/>
                </a:lnTo>
                <a:lnTo>
                  <a:pt x="3688890" y="1581150"/>
                </a:lnTo>
                <a:lnTo>
                  <a:pt x="3744782" y="1581150"/>
                </a:lnTo>
                <a:lnTo>
                  <a:pt x="3800675" y="1581150"/>
                </a:lnTo>
                <a:lnTo>
                  <a:pt x="3856568" y="1581150"/>
                </a:lnTo>
                <a:lnTo>
                  <a:pt x="3912460" y="1581150"/>
                </a:lnTo>
                <a:lnTo>
                  <a:pt x="3968353" y="1581150"/>
                </a:lnTo>
                <a:lnTo>
                  <a:pt x="4024246" y="1581150"/>
                </a:lnTo>
                <a:lnTo>
                  <a:pt x="4080139" y="1581150"/>
                </a:lnTo>
                <a:lnTo>
                  <a:pt x="4136031" y="1581150"/>
                </a:lnTo>
                <a:lnTo>
                  <a:pt x="4191924" y="1581150"/>
                </a:lnTo>
                <a:lnTo>
                  <a:pt x="4247817" y="1581150"/>
                </a:lnTo>
                <a:lnTo>
                  <a:pt x="4303709" y="1581150"/>
                </a:lnTo>
                <a:lnTo>
                  <a:pt x="4359602" y="1581150"/>
                </a:lnTo>
                <a:lnTo>
                  <a:pt x="4415495" y="1581150"/>
                </a:lnTo>
                <a:lnTo>
                  <a:pt x="4471387" y="1581150"/>
                </a:lnTo>
                <a:lnTo>
                  <a:pt x="4527080" y="1578445"/>
                </a:lnTo>
                <a:lnTo>
                  <a:pt x="4582373" y="1570263"/>
                </a:lnTo>
                <a:lnTo>
                  <a:pt x="4637656" y="1562090"/>
                </a:lnTo>
                <a:lnTo>
                  <a:pt x="4692948" y="1553918"/>
                </a:lnTo>
                <a:lnTo>
                  <a:pt x="4748241" y="1545746"/>
                </a:lnTo>
                <a:lnTo>
                  <a:pt x="4800867" y="1531753"/>
                </a:lnTo>
                <a:lnTo>
                  <a:pt x="4843148" y="1495196"/>
                </a:lnTo>
                <a:lnTo>
                  <a:pt x="4885420" y="1458639"/>
                </a:lnTo>
                <a:lnTo>
                  <a:pt x="4927702" y="1422083"/>
                </a:lnTo>
                <a:lnTo>
                  <a:pt x="4969974" y="1385516"/>
                </a:lnTo>
                <a:lnTo>
                  <a:pt x="5012255" y="1348959"/>
                </a:lnTo>
                <a:lnTo>
                  <a:pt x="5054527" y="1312402"/>
                </a:lnTo>
                <a:lnTo>
                  <a:pt x="5096808" y="1275836"/>
                </a:lnTo>
                <a:lnTo>
                  <a:pt x="5139080" y="1239279"/>
                </a:lnTo>
                <a:lnTo>
                  <a:pt x="5181362" y="1202722"/>
                </a:lnTo>
                <a:lnTo>
                  <a:pt x="5223634" y="1166155"/>
                </a:lnTo>
                <a:lnTo>
                  <a:pt x="5265915" y="1129598"/>
                </a:lnTo>
                <a:lnTo>
                  <a:pt x="5276850" y="1078706"/>
                </a:lnTo>
                <a:lnTo>
                  <a:pt x="5276850" y="1022814"/>
                </a:lnTo>
                <a:lnTo>
                  <a:pt x="5276850" y="966921"/>
                </a:lnTo>
                <a:lnTo>
                  <a:pt x="5276850" y="911028"/>
                </a:lnTo>
                <a:lnTo>
                  <a:pt x="5276850" y="855135"/>
                </a:lnTo>
                <a:lnTo>
                  <a:pt x="5276850" y="799243"/>
                </a:lnTo>
                <a:lnTo>
                  <a:pt x="5276850" y="743350"/>
                </a:lnTo>
                <a:lnTo>
                  <a:pt x="5276850" y="687457"/>
                </a:lnTo>
                <a:lnTo>
                  <a:pt x="5276850" y="631565"/>
                </a:lnTo>
                <a:lnTo>
                  <a:pt x="5276850" y="575672"/>
                </a:lnTo>
                <a:lnTo>
                  <a:pt x="5276850" y="519779"/>
                </a:lnTo>
                <a:lnTo>
                  <a:pt x="5276850" y="463896"/>
                </a:lnTo>
                <a:lnTo>
                  <a:pt x="5276850" y="408003"/>
                </a:lnTo>
                <a:lnTo>
                  <a:pt x="5276850" y="352111"/>
                </a:lnTo>
                <a:lnTo>
                  <a:pt x="5276850" y="296218"/>
                </a:lnTo>
                <a:lnTo>
                  <a:pt x="5276850" y="240325"/>
                </a:lnTo>
                <a:lnTo>
                  <a:pt x="5276850" y="184433"/>
                </a:lnTo>
                <a:lnTo>
                  <a:pt x="5276850" y="128540"/>
                </a:lnTo>
                <a:lnTo>
                  <a:pt x="5276850" y="72647"/>
                </a:lnTo>
                <a:lnTo>
                  <a:pt x="5276850" y="16754"/>
                </a:lnTo>
                <a:lnTo>
                  <a:pt x="5237712" y="0"/>
                </a:lnTo>
                <a:lnTo>
                  <a:pt x="5181819" y="0"/>
                </a:lnTo>
                <a:lnTo>
                  <a:pt x="5125926" y="0"/>
                </a:lnTo>
                <a:lnTo>
                  <a:pt x="5070034" y="0"/>
                </a:lnTo>
                <a:lnTo>
                  <a:pt x="5014141" y="0"/>
                </a:lnTo>
                <a:lnTo>
                  <a:pt x="4958248" y="0"/>
                </a:lnTo>
                <a:lnTo>
                  <a:pt x="4902356" y="0"/>
                </a:lnTo>
                <a:lnTo>
                  <a:pt x="4846463" y="0"/>
                </a:lnTo>
                <a:lnTo>
                  <a:pt x="4790570" y="0"/>
                </a:lnTo>
                <a:lnTo>
                  <a:pt x="4734677" y="0"/>
                </a:lnTo>
                <a:lnTo>
                  <a:pt x="4678785" y="0"/>
                </a:lnTo>
                <a:lnTo>
                  <a:pt x="4622892" y="0"/>
                </a:lnTo>
                <a:lnTo>
                  <a:pt x="4566999" y="0"/>
                </a:lnTo>
                <a:lnTo>
                  <a:pt x="4511107" y="0"/>
                </a:lnTo>
                <a:lnTo>
                  <a:pt x="4455224" y="0"/>
                </a:lnTo>
                <a:lnTo>
                  <a:pt x="4399331" y="0"/>
                </a:lnTo>
                <a:lnTo>
                  <a:pt x="4343438" y="0"/>
                </a:lnTo>
                <a:lnTo>
                  <a:pt x="4287545" y="0"/>
                </a:lnTo>
                <a:lnTo>
                  <a:pt x="4231653" y="0"/>
                </a:lnTo>
                <a:lnTo>
                  <a:pt x="4175760" y="0"/>
                </a:lnTo>
                <a:lnTo>
                  <a:pt x="4119867" y="0"/>
                </a:lnTo>
                <a:lnTo>
                  <a:pt x="4063975" y="0"/>
                </a:lnTo>
                <a:lnTo>
                  <a:pt x="4008082" y="0"/>
                </a:lnTo>
                <a:lnTo>
                  <a:pt x="3952189" y="0"/>
                </a:lnTo>
                <a:lnTo>
                  <a:pt x="3896297" y="0"/>
                </a:lnTo>
                <a:lnTo>
                  <a:pt x="3840404" y="0"/>
                </a:lnTo>
                <a:lnTo>
                  <a:pt x="3784511" y="0"/>
                </a:lnTo>
                <a:lnTo>
                  <a:pt x="3728618" y="0"/>
                </a:lnTo>
                <a:lnTo>
                  <a:pt x="3672726" y="0"/>
                </a:lnTo>
                <a:lnTo>
                  <a:pt x="3616833" y="0"/>
                </a:lnTo>
                <a:lnTo>
                  <a:pt x="3560940" y="0"/>
                </a:lnTo>
                <a:lnTo>
                  <a:pt x="3505048" y="0"/>
                </a:lnTo>
                <a:lnTo>
                  <a:pt x="3449155" y="0"/>
                </a:lnTo>
                <a:lnTo>
                  <a:pt x="3393262" y="0"/>
                </a:lnTo>
                <a:lnTo>
                  <a:pt x="3337370" y="0"/>
                </a:lnTo>
                <a:lnTo>
                  <a:pt x="3281477" y="0"/>
                </a:lnTo>
                <a:lnTo>
                  <a:pt x="3225584" y="0"/>
                </a:lnTo>
                <a:lnTo>
                  <a:pt x="3169691" y="0"/>
                </a:lnTo>
                <a:lnTo>
                  <a:pt x="3113799" y="0"/>
                </a:lnTo>
                <a:lnTo>
                  <a:pt x="3057916" y="0"/>
                </a:lnTo>
                <a:lnTo>
                  <a:pt x="3002023" y="0"/>
                </a:lnTo>
                <a:lnTo>
                  <a:pt x="2946130" y="0"/>
                </a:lnTo>
                <a:lnTo>
                  <a:pt x="2890237" y="0"/>
                </a:lnTo>
                <a:lnTo>
                  <a:pt x="2834345" y="0"/>
                </a:lnTo>
                <a:lnTo>
                  <a:pt x="2778452" y="0"/>
                </a:lnTo>
                <a:lnTo>
                  <a:pt x="2722559" y="0"/>
                </a:lnTo>
                <a:lnTo>
                  <a:pt x="2666667" y="0"/>
                </a:lnTo>
                <a:lnTo>
                  <a:pt x="2610774" y="0"/>
                </a:lnTo>
                <a:lnTo>
                  <a:pt x="2554881" y="0"/>
                </a:lnTo>
                <a:lnTo>
                  <a:pt x="2498989" y="0"/>
                </a:lnTo>
                <a:lnTo>
                  <a:pt x="2443096" y="0"/>
                </a:lnTo>
                <a:lnTo>
                  <a:pt x="2387203" y="0"/>
                </a:lnTo>
                <a:lnTo>
                  <a:pt x="2331310" y="0"/>
                </a:lnTo>
                <a:lnTo>
                  <a:pt x="2275418" y="0"/>
                </a:lnTo>
                <a:lnTo>
                  <a:pt x="2219525" y="0"/>
                </a:lnTo>
                <a:lnTo>
                  <a:pt x="2163632" y="0"/>
                </a:lnTo>
                <a:lnTo>
                  <a:pt x="2107740" y="0"/>
                </a:lnTo>
                <a:lnTo>
                  <a:pt x="2051847" y="0"/>
                </a:lnTo>
                <a:lnTo>
                  <a:pt x="1995954" y="0"/>
                </a:lnTo>
                <a:lnTo>
                  <a:pt x="1940062" y="0"/>
                </a:lnTo>
                <a:lnTo>
                  <a:pt x="1884169" y="0"/>
                </a:lnTo>
                <a:lnTo>
                  <a:pt x="1828276" y="0"/>
                </a:lnTo>
                <a:lnTo>
                  <a:pt x="1772393" y="0"/>
                </a:lnTo>
                <a:lnTo>
                  <a:pt x="1716491" y="0"/>
                </a:lnTo>
                <a:lnTo>
                  <a:pt x="1660608" y="0"/>
                </a:lnTo>
                <a:lnTo>
                  <a:pt x="1604715" y="0"/>
                </a:lnTo>
                <a:lnTo>
                  <a:pt x="1548822" y="0"/>
                </a:lnTo>
                <a:lnTo>
                  <a:pt x="1492929" y="0"/>
                </a:lnTo>
                <a:lnTo>
                  <a:pt x="1437037" y="0"/>
                </a:lnTo>
                <a:lnTo>
                  <a:pt x="1381144" y="0"/>
                </a:lnTo>
                <a:lnTo>
                  <a:pt x="1325251" y="0"/>
                </a:lnTo>
                <a:lnTo>
                  <a:pt x="1269359" y="0"/>
                </a:lnTo>
                <a:lnTo>
                  <a:pt x="1213466" y="0"/>
                </a:lnTo>
                <a:lnTo>
                  <a:pt x="1157573" y="0"/>
                </a:lnTo>
                <a:lnTo>
                  <a:pt x="1101681" y="0"/>
                </a:lnTo>
                <a:lnTo>
                  <a:pt x="1045788" y="0"/>
                </a:lnTo>
                <a:lnTo>
                  <a:pt x="989895" y="0"/>
                </a:lnTo>
                <a:lnTo>
                  <a:pt x="934002" y="0"/>
                </a:lnTo>
                <a:lnTo>
                  <a:pt x="878110" y="0"/>
                </a:lnTo>
                <a:lnTo>
                  <a:pt x="822217" y="0"/>
                </a:lnTo>
                <a:lnTo>
                  <a:pt x="766324" y="0"/>
                </a:lnTo>
                <a:lnTo>
                  <a:pt x="710432" y="0"/>
                </a:lnTo>
                <a:lnTo>
                  <a:pt x="654539" y="0"/>
                </a:lnTo>
                <a:lnTo>
                  <a:pt x="598646" y="0"/>
                </a:lnTo>
                <a:lnTo>
                  <a:pt x="542754" y="0"/>
                </a:lnTo>
                <a:lnTo>
                  <a:pt x="486870" y="0"/>
                </a:lnTo>
                <a:lnTo>
                  <a:pt x="430968" y="0"/>
                </a:lnTo>
                <a:lnTo>
                  <a:pt x="375085" y="0"/>
                </a:lnTo>
                <a:lnTo>
                  <a:pt x="319192" y="0"/>
                </a:lnTo>
                <a:lnTo>
                  <a:pt x="263300" y="0"/>
                </a:lnTo>
                <a:lnTo>
                  <a:pt x="207407" y="0"/>
                </a:lnTo>
                <a:lnTo>
                  <a:pt x="151514" y="0"/>
                </a:lnTo>
                <a:lnTo>
                  <a:pt x="95621" y="0"/>
                </a:lnTo>
                <a:lnTo>
                  <a:pt x="39729" y="0"/>
                </a:lnTo>
                <a:lnTo>
                  <a:pt x="0" y="16164"/>
                </a:lnTo>
                <a:lnTo>
                  <a:pt x="0" y="72057"/>
                </a:lnTo>
                <a:lnTo>
                  <a:pt x="0" y="127949"/>
                </a:lnTo>
                <a:lnTo>
                  <a:pt x="0" y="183842"/>
                </a:lnTo>
                <a:lnTo>
                  <a:pt x="0" y="239735"/>
                </a:lnTo>
                <a:lnTo>
                  <a:pt x="0" y="295627"/>
                </a:lnTo>
                <a:lnTo>
                  <a:pt x="0" y="351520"/>
                </a:lnTo>
                <a:lnTo>
                  <a:pt x="0" y="407413"/>
                </a:lnTo>
                <a:lnTo>
                  <a:pt x="0" y="463306"/>
                </a:lnTo>
                <a:lnTo>
                  <a:pt x="0" y="519198"/>
                </a:lnTo>
                <a:lnTo>
                  <a:pt x="0" y="575091"/>
                </a:lnTo>
                <a:lnTo>
                  <a:pt x="0" y="630984"/>
                </a:lnTo>
                <a:lnTo>
                  <a:pt x="0" y="686876"/>
                </a:lnTo>
                <a:lnTo>
                  <a:pt x="0" y="742769"/>
                </a:lnTo>
                <a:lnTo>
                  <a:pt x="0" y="798662"/>
                </a:lnTo>
                <a:lnTo>
                  <a:pt x="0" y="854554"/>
                </a:lnTo>
                <a:lnTo>
                  <a:pt x="0" y="910438"/>
                </a:lnTo>
                <a:lnTo>
                  <a:pt x="0" y="966340"/>
                </a:lnTo>
                <a:lnTo>
                  <a:pt x="0" y="1022223"/>
                </a:lnTo>
                <a:lnTo>
                  <a:pt x="0" y="1078116"/>
                </a:lnTo>
                <a:lnTo>
                  <a:pt x="0" y="1134008"/>
                </a:lnTo>
                <a:lnTo>
                  <a:pt x="0" y="1189901"/>
                </a:lnTo>
                <a:lnTo>
                  <a:pt x="0" y="1245794"/>
                </a:lnTo>
                <a:lnTo>
                  <a:pt x="0" y="1301687"/>
                </a:lnTo>
                <a:lnTo>
                  <a:pt x="0" y="1357579"/>
                </a:lnTo>
                <a:lnTo>
                  <a:pt x="0" y="1413472"/>
                </a:lnTo>
                <a:lnTo>
                  <a:pt x="0" y="1469365"/>
                </a:lnTo>
                <a:lnTo>
                  <a:pt x="0" y="1525257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B0102B62-2C96-4B3A-9D5E-3C9180E5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286000"/>
            <a:ext cx="527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81FC0458-873C-493C-91EB-8148CFE4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5704" y="34061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29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89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57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88" y="33949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68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594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81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88"/>
                </a:lnTo>
                <a:lnTo>
                  <a:pt x="284588" y="442427"/>
                </a:lnTo>
                <a:lnTo>
                  <a:pt x="265776" y="445379"/>
                </a:lnTo>
                <a:lnTo>
                  <a:pt x="246926" y="448046"/>
                </a:lnTo>
                <a:lnTo>
                  <a:pt x="22803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05"/>
                </a:lnTo>
                <a:lnTo>
                  <a:pt x="152229" y="457505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72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0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7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4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7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53" y="383581"/>
                </a:lnTo>
                <a:lnTo>
                  <a:pt x="360750" y="374075"/>
                </a:lnTo>
                <a:lnTo>
                  <a:pt x="376733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16" y="131988"/>
                </a:lnTo>
                <a:lnTo>
                  <a:pt x="567919" y="127102"/>
                </a:lnTo>
                <a:lnTo>
                  <a:pt x="586226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38" y="31899"/>
                </a:lnTo>
                <a:lnTo>
                  <a:pt x="811654" y="21755"/>
                </a:lnTo>
                <a:lnTo>
                  <a:pt x="82744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16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D7D34288-8EA5-41D4-911C-6CA2BCF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324" y="5305425"/>
            <a:ext cx="5275926" cy="506492"/>
          </a:xfrm>
          <a:custGeom xmlns:a="http://schemas.openxmlformats.org/drawingml/2006/main">
            <a:pathLst>
              <a:path w="5275926" h="506492">
                <a:moveTo>
                  <a:pt x="5275926" y="0"/>
                </a:moveTo>
                <a:lnTo>
                  <a:pt x="5275869" y="46520"/>
                </a:lnTo>
                <a:lnTo>
                  <a:pt x="5270868" y="92783"/>
                </a:lnTo>
                <a:lnTo>
                  <a:pt x="5261534" y="138370"/>
                </a:lnTo>
                <a:lnTo>
                  <a:pt x="5247894" y="182861"/>
                </a:lnTo>
                <a:lnTo>
                  <a:pt x="5229873" y="225762"/>
                </a:lnTo>
                <a:lnTo>
                  <a:pt x="5207479" y="266548"/>
                </a:lnTo>
                <a:lnTo>
                  <a:pt x="5180800" y="304667"/>
                </a:lnTo>
                <a:lnTo>
                  <a:pt x="5150120" y="339652"/>
                </a:lnTo>
                <a:lnTo>
                  <a:pt x="5115839" y="371113"/>
                </a:lnTo>
                <a:lnTo>
                  <a:pt x="5078473" y="398840"/>
                </a:lnTo>
                <a:lnTo>
                  <a:pt x="5038573" y="422786"/>
                </a:lnTo>
                <a:lnTo>
                  <a:pt x="4996682" y="443055"/>
                </a:lnTo>
                <a:lnTo>
                  <a:pt x="4953276" y="459857"/>
                </a:lnTo>
                <a:lnTo>
                  <a:pt x="4908766" y="473450"/>
                </a:lnTo>
                <a:lnTo>
                  <a:pt x="4863455" y="484108"/>
                </a:lnTo>
                <a:lnTo>
                  <a:pt x="4817602" y="492119"/>
                </a:lnTo>
                <a:lnTo>
                  <a:pt x="4771406" y="497767"/>
                </a:lnTo>
                <a:lnTo>
                  <a:pt x="4724981" y="501215"/>
                </a:lnTo>
                <a:lnTo>
                  <a:pt x="4678432" y="501939"/>
                </a:lnTo>
                <a:lnTo>
                  <a:pt x="4631884" y="502358"/>
                </a:lnTo>
                <a:lnTo>
                  <a:pt x="4585335" y="502663"/>
                </a:lnTo>
                <a:lnTo>
                  <a:pt x="4538786" y="502920"/>
                </a:lnTo>
                <a:lnTo>
                  <a:pt x="4492228" y="503158"/>
                </a:lnTo>
                <a:lnTo>
                  <a:pt x="4445679" y="503358"/>
                </a:lnTo>
                <a:lnTo>
                  <a:pt x="4399131" y="503558"/>
                </a:lnTo>
                <a:lnTo>
                  <a:pt x="4352582" y="503720"/>
                </a:lnTo>
                <a:lnTo>
                  <a:pt x="4306024" y="503892"/>
                </a:lnTo>
                <a:lnTo>
                  <a:pt x="4259475" y="504044"/>
                </a:lnTo>
                <a:lnTo>
                  <a:pt x="4212927" y="504177"/>
                </a:lnTo>
                <a:lnTo>
                  <a:pt x="4166368" y="504320"/>
                </a:lnTo>
                <a:lnTo>
                  <a:pt x="4119820" y="504444"/>
                </a:lnTo>
                <a:lnTo>
                  <a:pt x="4073261" y="504558"/>
                </a:lnTo>
                <a:lnTo>
                  <a:pt x="4026713" y="504682"/>
                </a:lnTo>
                <a:lnTo>
                  <a:pt x="3980164" y="504787"/>
                </a:lnTo>
                <a:lnTo>
                  <a:pt x="3933606" y="504892"/>
                </a:lnTo>
                <a:lnTo>
                  <a:pt x="3887057" y="504987"/>
                </a:lnTo>
                <a:lnTo>
                  <a:pt x="3840509" y="505092"/>
                </a:lnTo>
                <a:lnTo>
                  <a:pt x="3793950" y="505177"/>
                </a:lnTo>
                <a:lnTo>
                  <a:pt x="3747402" y="505254"/>
                </a:lnTo>
                <a:lnTo>
                  <a:pt x="3700853" y="505339"/>
                </a:lnTo>
                <a:lnTo>
                  <a:pt x="3654295" y="505425"/>
                </a:lnTo>
                <a:lnTo>
                  <a:pt x="3607746" y="505492"/>
                </a:lnTo>
                <a:lnTo>
                  <a:pt x="3561197" y="505549"/>
                </a:lnTo>
                <a:lnTo>
                  <a:pt x="3514639" y="505616"/>
                </a:lnTo>
                <a:lnTo>
                  <a:pt x="3468091" y="505682"/>
                </a:lnTo>
                <a:lnTo>
                  <a:pt x="3421542" y="505749"/>
                </a:lnTo>
                <a:lnTo>
                  <a:pt x="3374984" y="505816"/>
                </a:lnTo>
                <a:lnTo>
                  <a:pt x="3328435" y="505882"/>
                </a:lnTo>
                <a:lnTo>
                  <a:pt x="3281877" y="505939"/>
                </a:lnTo>
                <a:lnTo>
                  <a:pt x="3235328" y="505987"/>
                </a:lnTo>
                <a:lnTo>
                  <a:pt x="3188779" y="506025"/>
                </a:lnTo>
                <a:lnTo>
                  <a:pt x="3142221" y="506073"/>
                </a:lnTo>
                <a:lnTo>
                  <a:pt x="3095673" y="506111"/>
                </a:lnTo>
                <a:lnTo>
                  <a:pt x="3049124" y="506149"/>
                </a:lnTo>
                <a:lnTo>
                  <a:pt x="3002566" y="506197"/>
                </a:lnTo>
                <a:lnTo>
                  <a:pt x="2956017" y="506235"/>
                </a:lnTo>
                <a:lnTo>
                  <a:pt x="2909468" y="506282"/>
                </a:lnTo>
                <a:lnTo>
                  <a:pt x="2862910" y="506311"/>
                </a:lnTo>
                <a:lnTo>
                  <a:pt x="2816362" y="506330"/>
                </a:lnTo>
                <a:lnTo>
                  <a:pt x="2769813" y="506359"/>
                </a:lnTo>
                <a:lnTo>
                  <a:pt x="2723255" y="506378"/>
                </a:lnTo>
                <a:lnTo>
                  <a:pt x="2676706" y="506397"/>
                </a:lnTo>
                <a:lnTo>
                  <a:pt x="2630148" y="506416"/>
                </a:lnTo>
                <a:lnTo>
                  <a:pt x="2583599" y="506435"/>
                </a:lnTo>
                <a:lnTo>
                  <a:pt x="2537050" y="506454"/>
                </a:lnTo>
                <a:lnTo>
                  <a:pt x="2490492" y="506482"/>
                </a:lnTo>
                <a:lnTo>
                  <a:pt x="2443944" y="506492"/>
                </a:lnTo>
                <a:lnTo>
                  <a:pt x="2397395" y="506492"/>
                </a:lnTo>
                <a:lnTo>
                  <a:pt x="2350837" y="506492"/>
                </a:lnTo>
                <a:lnTo>
                  <a:pt x="2304288" y="506482"/>
                </a:lnTo>
                <a:lnTo>
                  <a:pt x="2257739" y="506482"/>
                </a:lnTo>
                <a:lnTo>
                  <a:pt x="2211181" y="506482"/>
                </a:lnTo>
                <a:lnTo>
                  <a:pt x="2164632" y="506482"/>
                </a:lnTo>
                <a:lnTo>
                  <a:pt x="2118084" y="506482"/>
                </a:lnTo>
                <a:lnTo>
                  <a:pt x="2071526" y="506482"/>
                </a:lnTo>
                <a:lnTo>
                  <a:pt x="2024977" y="506473"/>
                </a:lnTo>
                <a:lnTo>
                  <a:pt x="1978419" y="506444"/>
                </a:lnTo>
                <a:lnTo>
                  <a:pt x="1931870" y="506416"/>
                </a:lnTo>
                <a:lnTo>
                  <a:pt x="1885321" y="506387"/>
                </a:lnTo>
                <a:lnTo>
                  <a:pt x="1838763" y="506368"/>
                </a:lnTo>
                <a:lnTo>
                  <a:pt x="1792214" y="506339"/>
                </a:lnTo>
                <a:lnTo>
                  <a:pt x="1745666" y="506311"/>
                </a:lnTo>
                <a:lnTo>
                  <a:pt x="1699108" y="506282"/>
                </a:lnTo>
                <a:lnTo>
                  <a:pt x="1652559" y="506263"/>
                </a:lnTo>
                <a:lnTo>
                  <a:pt x="1606010" y="506225"/>
                </a:lnTo>
                <a:lnTo>
                  <a:pt x="1559452" y="506168"/>
                </a:lnTo>
                <a:lnTo>
                  <a:pt x="1512903" y="506111"/>
                </a:lnTo>
                <a:lnTo>
                  <a:pt x="1466355" y="506054"/>
                </a:lnTo>
                <a:lnTo>
                  <a:pt x="1419797" y="505997"/>
                </a:lnTo>
                <a:lnTo>
                  <a:pt x="1373248" y="505939"/>
                </a:lnTo>
                <a:lnTo>
                  <a:pt x="1326690" y="505882"/>
                </a:lnTo>
                <a:lnTo>
                  <a:pt x="1280141" y="505825"/>
                </a:lnTo>
                <a:lnTo>
                  <a:pt x="1233592" y="505768"/>
                </a:lnTo>
                <a:lnTo>
                  <a:pt x="1187034" y="505673"/>
                </a:lnTo>
                <a:lnTo>
                  <a:pt x="1140485" y="505577"/>
                </a:lnTo>
                <a:lnTo>
                  <a:pt x="1093937" y="505482"/>
                </a:lnTo>
                <a:lnTo>
                  <a:pt x="1047379" y="505387"/>
                </a:lnTo>
                <a:lnTo>
                  <a:pt x="1000830" y="505292"/>
                </a:lnTo>
                <a:lnTo>
                  <a:pt x="954281" y="505196"/>
                </a:lnTo>
                <a:lnTo>
                  <a:pt x="907723" y="505101"/>
                </a:lnTo>
                <a:lnTo>
                  <a:pt x="861174" y="504996"/>
                </a:lnTo>
                <a:lnTo>
                  <a:pt x="814626" y="504863"/>
                </a:lnTo>
                <a:lnTo>
                  <a:pt x="768067" y="504730"/>
                </a:lnTo>
                <a:lnTo>
                  <a:pt x="721519" y="504596"/>
                </a:lnTo>
                <a:lnTo>
                  <a:pt x="674970" y="504434"/>
                </a:lnTo>
                <a:lnTo>
                  <a:pt x="628412" y="504273"/>
                </a:lnTo>
                <a:lnTo>
                  <a:pt x="581863" y="504101"/>
                </a:lnTo>
                <a:lnTo>
                  <a:pt x="535315" y="503911"/>
                </a:lnTo>
                <a:lnTo>
                  <a:pt x="488756" y="503701"/>
                </a:lnTo>
                <a:lnTo>
                  <a:pt x="442208" y="503492"/>
                </a:lnTo>
                <a:lnTo>
                  <a:pt x="395659" y="503253"/>
                </a:lnTo>
                <a:lnTo>
                  <a:pt x="349101" y="502987"/>
                </a:lnTo>
                <a:lnTo>
                  <a:pt x="302552" y="502701"/>
                </a:lnTo>
                <a:lnTo>
                  <a:pt x="256003" y="502377"/>
                </a:lnTo>
                <a:lnTo>
                  <a:pt x="209455" y="502006"/>
                </a:lnTo>
                <a:lnTo>
                  <a:pt x="162906" y="501577"/>
                </a:lnTo>
                <a:lnTo>
                  <a:pt x="116348" y="501063"/>
                </a:lnTo>
                <a:lnTo>
                  <a:pt x="69809" y="500405"/>
                </a:lnTo>
                <a:lnTo>
                  <a:pt x="23260" y="499424"/>
                </a:lnTo>
                <a:lnTo>
                  <a:pt x="11392" y="462696"/>
                </a:lnTo>
                <a:lnTo>
                  <a:pt x="9115" y="416195"/>
                </a:lnTo>
                <a:lnTo>
                  <a:pt x="6839" y="369703"/>
                </a:lnTo>
                <a:lnTo>
                  <a:pt x="4553" y="323202"/>
                </a:lnTo>
                <a:lnTo>
                  <a:pt x="2276" y="276711"/>
                </a:lnTo>
                <a:lnTo>
                  <a:pt x="0" y="230210"/>
                </a:lnTo>
                <a:lnTo>
                  <a:pt x="26851" y="210855"/>
                </a:lnTo>
                <a:lnTo>
                  <a:pt x="73390" y="209902"/>
                </a:lnTo>
                <a:lnTo>
                  <a:pt x="119939" y="209045"/>
                </a:lnTo>
                <a:lnTo>
                  <a:pt x="166478" y="208283"/>
                </a:lnTo>
                <a:lnTo>
                  <a:pt x="213027" y="207607"/>
                </a:lnTo>
                <a:lnTo>
                  <a:pt x="259575" y="207016"/>
                </a:lnTo>
                <a:lnTo>
                  <a:pt x="306124" y="206502"/>
                </a:lnTo>
                <a:lnTo>
                  <a:pt x="352673" y="206064"/>
                </a:lnTo>
                <a:lnTo>
                  <a:pt x="399221" y="205692"/>
                </a:lnTo>
                <a:lnTo>
                  <a:pt x="445780" y="205397"/>
                </a:lnTo>
                <a:lnTo>
                  <a:pt x="492328" y="205159"/>
                </a:lnTo>
                <a:lnTo>
                  <a:pt x="538877" y="204978"/>
                </a:lnTo>
                <a:lnTo>
                  <a:pt x="585435" y="204864"/>
                </a:lnTo>
                <a:lnTo>
                  <a:pt x="631984" y="204797"/>
                </a:lnTo>
                <a:lnTo>
                  <a:pt x="678532" y="204788"/>
                </a:lnTo>
                <a:lnTo>
                  <a:pt x="725091" y="204826"/>
                </a:lnTo>
                <a:lnTo>
                  <a:pt x="771639" y="204911"/>
                </a:lnTo>
                <a:lnTo>
                  <a:pt x="818188" y="205045"/>
                </a:lnTo>
                <a:lnTo>
                  <a:pt x="864746" y="205216"/>
                </a:lnTo>
                <a:lnTo>
                  <a:pt x="911295" y="205435"/>
                </a:lnTo>
                <a:lnTo>
                  <a:pt x="957844" y="205692"/>
                </a:lnTo>
                <a:lnTo>
                  <a:pt x="1004402" y="205988"/>
                </a:lnTo>
                <a:lnTo>
                  <a:pt x="1050950" y="206321"/>
                </a:lnTo>
                <a:lnTo>
                  <a:pt x="1097499" y="206702"/>
                </a:lnTo>
                <a:lnTo>
                  <a:pt x="1144048" y="207083"/>
                </a:lnTo>
                <a:lnTo>
                  <a:pt x="1190596" y="207512"/>
                </a:lnTo>
                <a:lnTo>
                  <a:pt x="1237145" y="207969"/>
                </a:lnTo>
                <a:lnTo>
                  <a:pt x="1283703" y="208474"/>
                </a:lnTo>
                <a:lnTo>
                  <a:pt x="1330252" y="208979"/>
                </a:lnTo>
                <a:lnTo>
                  <a:pt x="1376801" y="209531"/>
                </a:lnTo>
                <a:lnTo>
                  <a:pt x="1423349" y="210093"/>
                </a:lnTo>
                <a:lnTo>
                  <a:pt x="1469898" y="210674"/>
                </a:lnTo>
                <a:lnTo>
                  <a:pt x="1516447" y="211293"/>
                </a:lnTo>
                <a:lnTo>
                  <a:pt x="1562995" y="211922"/>
                </a:lnTo>
                <a:lnTo>
                  <a:pt x="1609535" y="212579"/>
                </a:lnTo>
                <a:lnTo>
                  <a:pt x="1656083" y="213236"/>
                </a:lnTo>
                <a:lnTo>
                  <a:pt x="1702632" y="213932"/>
                </a:lnTo>
                <a:lnTo>
                  <a:pt x="1749181" y="214627"/>
                </a:lnTo>
                <a:lnTo>
                  <a:pt x="1795729" y="215360"/>
                </a:lnTo>
                <a:lnTo>
                  <a:pt x="1842268" y="216103"/>
                </a:lnTo>
                <a:lnTo>
                  <a:pt x="1888817" y="216846"/>
                </a:lnTo>
                <a:lnTo>
                  <a:pt x="1935366" y="217599"/>
                </a:lnTo>
                <a:lnTo>
                  <a:pt x="1981914" y="218351"/>
                </a:lnTo>
                <a:lnTo>
                  <a:pt x="2028454" y="219142"/>
                </a:lnTo>
                <a:lnTo>
                  <a:pt x="2075002" y="219932"/>
                </a:lnTo>
                <a:lnTo>
                  <a:pt x="2121551" y="220713"/>
                </a:lnTo>
                <a:lnTo>
                  <a:pt x="2168090" y="221504"/>
                </a:lnTo>
                <a:lnTo>
                  <a:pt x="2214639" y="222314"/>
                </a:lnTo>
                <a:lnTo>
                  <a:pt x="2261178" y="223123"/>
                </a:lnTo>
                <a:lnTo>
                  <a:pt x="2307727" y="223942"/>
                </a:lnTo>
                <a:lnTo>
                  <a:pt x="2354275" y="224752"/>
                </a:lnTo>
                <a:lnTo>
                  <a:pt x="2400814" y="225562"/>
                </a:lnTo>
                <a:lnTo>
                  <a:pt x="2447363" y="226381"/>
                </a:lnTo>
                <a:lnTo>
                  <a:pt x="2493902" y="227200"/>
                </a:lnTo>
                <a:lnTo>
                  <a:pt x="2540451" y="228009"/>
                </a:lnTo>
                <a:lnTo>
                  <a:pt x="2587000" y="228829"/>
                </a:lnTo>
                <a:lnTo>
                  <a:pt x="2633539" y="229619"/>
                </a:lnTo>
                <a:lnTo>
                  <a:pt x="2680087" y="230419"/>
                </a:lnTo>
                <a:lnTo>
                  <a:pt x="2726636" y="231219"/>
                </a:lnTo>
                <a:lnTo>
                  <a:pt x="2773175" y="232010"/>
                </a:lnTo>
                <a:lnTo>
                  <a:pt x="2819724" y="232791"/>
                </a:lnTo>
                <a:lnTo>
                  <a:pt x="2866273" y="233553"/>
                </a:lnTo>
                <a:lnTo>
                  <a:pt x="2912812" y="234305"/>
                </a:lnTo>
                <a:lnTo>
                  <a:pt x="2959360" y="235048"/>
                </a:lnTo>
                <a:lnTo>
                  <a:pt x="3005909" y="235772"/>
                </a:lnTo>
                <a:lnTo>
                  <a:pt x="3052458" y="236487"/>
                </a:lnTo>
                <a:lnTo>
                  <a:pt x="3099006" y="237182"/>
                </a:lnTo>
                <a:lnTo>
                  <a:pt x="3145546" y="237839"/>
                </a:lnTo>
                <a:lnTo>
                  <a:pt x="3192094" y="238496"/>
                </a:lnTo>
                <a:lnTo>
                  <a:pt x="3238643" y="239116"/>
                </a:lnTo>
                <a:lnTo>
                  <a:pt x="3285192" y="239725"/>
                </a:lnTo>
                <a:lnTo>
                  <a:pt x="3331740" y="240287"/>
                </a:lnTo>
                <a:lnTo>
                  <a:pt x="3378289" y="240840"/>
                </a:lnTo>
                <a:lnTo>
                  <a:pt x="3424838" y="241344"/>
                </a:lnTo>
                <a:lnTo>
                  <a:pt x="3471386" y="241821"/>
                </a:lnTo>
                <a:lnTo>
                  <a:pt x="3517935" y="242249"/>
                </a:lnTo>
                <a:lnTo>
                  <a:pt x="3564493" y="242668"/>
                </a:lnTo>
                <a:lnTo>
                  <a:pt x="3611042" y="243021"/>
                </a:lnTo>
                <a:lnTo>
                  <a:pt x="3657590" y="243326"/>
                </a:lnTo>
                <a:lnTo>
                  <a:pt x="3704139" y="243583"/>
                </a:lnTo>
                <a:lnTo>
                  <a:pt x="3750697" y="243783"/>
                </a:lnTo>
                <a:lnTo>
                  <a:pt x="3797246" y="243935"/>
                </a:lnTo>
                <a:lnTo>
                  <a:pt x="3843795" y="244011"/>
                </a:lnTo>
                <a:lnTo>
                  <a:pt x="3890353" y="244031"/>
                </a:lnTo>
                <a:lnTo>
                  <a:pt x="3936902" y="243964"/>
                </a:lnTo>
                <a:lnTo>
                  <a:pt x="3983450" y="243821"/>
                </a:lnTo>
                <a:lnTo>
                  <a:pt x="4030008" y="243592"/>
                </a:lnTo>
                <a:lnTo>
                  <a:pt x="4076557" y="243259"/>
                </a:lnTo>
                <a:lnTo>
                  <a:pt x="4123106" y="242840"/>
                </a:lnTo>
                <a:lnTo>
                  <a:pt x="4169654" y="242287"/>
                </a:lnTo>
                <a:lnTo>
                  <a:pt x="4216203" y="241611"/>
                </a:lnTo>
                <a:lnTo>
                  <a:pt x="4262752" y="240811"/>
                </a:lnTo>
                <a:lnTo>
                  <a:pt x="4309291" y="239840"/>
                </a:lnTo>
                <a:lnTo>
                  <a:pt x="4355830" y="238706"/>
                </a:lnTo>
                <a:lnTo>
                  <a:pt x="4402360" y="237363"/>
                </a:lnTo>
                <a:lnTo>
                  <a:pt x="4448889" y="235810"/>
                </a:lnTo>
                <a:lnTo>
                  <a:pt x="4495400" y="233991"/>
                </a:lnTo>
                <a:lnTo>
                  <a:pt x="4541911" y="231877"/>
                </a:lnTo>
                <a:lnTo>
                  <a:pt x="4588393" y="229429"/>
                </a:lnTo>
                <a:lnTo>
                  <a:pt x="4634855" y="226552"/>
                </a:lnTo>
                <a:lnTo>
                  <a:pt x="4681290" y="223180"/>
                </a:lnTo>
                <a:lnTo>
                  <a:pt x="4727667" y="219170"/>
                </a:lnTo>
                <a:lnTo>
                  <a:pt x="4773968" y="214332"/>
                </a:lnTo>
                <a:lnTo>
                  <a:pt x="4820136" y="208378"/>
                </a:lnTo>
                <a:lnTo>
                  <a:pt x="4866046" y="200739"/>
                </a:lnTo>
                <a:lnTo>
                  <a:pt x="4911395" y="190271"/>
                </a:lnTo>
                <a:lnTo>
                  <a:pt x="4954648" y="173365"/>
                </a:lnTo>
                <a:lnTo>
                  <a:pt x="4985423" y="143837"/>
                </a:lnTo>
                <a:lnTo>
                  <a:pt x="5029857" y="129997"/>
                </a:lnTo>
                <a:lnTo>
                  <a:pt x="5073396" y="113519"/>
                </a:lnTo>
                <a:lnTo>
                  <a:pt x="5116030" y="94831"/>
                </a:lnTo>
                <a:lnTo>
                  <a:pt x="5157692" y="74076"/>
                </a:lnTo>
                <a:lnTo>
                  <a:pt x="5198297" y="51330"/>
                </a:lnTo>
                <a:lnTo>
                  <a:pt x="5237750" y="26622"/>
                </a:lnTo>
                <a:lnTo>
                  <a:pt x="527592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0CCFFF2F-2FAB-471F-8381-F300A2E5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229100"/>
            <a:ext cx="5276850" cy="1581150"/>
          </a:xfrm>
          <a:custGeom xmlns:a="http://schemas.openxmlformats.org/drawingml/2006/main">
            <a:pathLst>
              <a:path w="5276850" h="1581150">
                <a:moveTo>
                  <a:pt x="0" y="1581150"/>
                </a:moveTo>
                <a:lnTo>
                  <a:pt x="55893" y="1581150"/>
                </a:lnTo>
                <a:lnTo>
                  <a:pt x="111785" y="1581150"/>
                </a:lnTo>
                <a:lnTo>
                  <a:pt x="167678" y="1581150"/>
                </a:lnTo>
                <a:lnTo>
                  <a:pt x="223571" y="1581150"/>
                </a:lnTo>
                <a:lnTo>
                  <a:pt x="279464" y="1581150"/>
                </a:lnTo>
                <a:lnTo>
                  <a:pt x="335356" y="1581150"/>
                </a:lnTo>
                <a:lnTo>
                  <a:pt x="391249" y="1581150"/>
                </a:lnTo>
                <a:lnTo>
                  <a:pt x="447142" y="1581150"/>
                </a:lnTo>
                <a:lnTo>
                  <a:pt x="503034" y="1581150"/>
                </a:lnTo>
                <a:lnTo>
                  <a:pt x="558927" y="1581150"/>
                </a:lnTo>
                <a:lnTo>
                  <a:pt x="614820" y="1581150"/>
                </a:lnTo>
                <a:lnTo>
                  <a:pt x="670703" y="1581150"/>
                </a:lnTo>
                <a:lnTo>
                  <a:pt x="726596" y="1581150"/>
                </a:lnTo>
                <a:lnTo>
                  <a:pt x="782488" y="1581150"/>
                </a:lnTo>
                <a:lnTo>
                  <a:pt x="838381" y="1581150"/>
                </a:lnTo>
                <a:lnTo>
                  <a:pt x="894274" y="1581150"/>
                </a:lnTo>
                <a:lnTo>
                  <a:pt x="950166" y="1581150"/>
                </a:lnTo>
                <a:lnTo>
                  <a:pt x="1006059" y="1581150"/>
                </a:lnTo>
                <a:lnTo>
                  <a:pt x="1061952" y="1581150"/>
                </a:lnTo>
                <a:lnTo>
                  <a:pt x="1117844" y="1581150"/>
                </a:lnTo>
                <a:lnTo>
                  <a:pt x="1173737" y="1581150"/>
                </a:lnTo>
                <a:lnTo>
                  <a:pt x="1229630" y="1581150"/>
                </a:lnTo>
                <a:lnTo>
                  <a:pt x="1285523" y="1581150"/>
                </a:lnTo>
                <a:lnTo>
                  <a:pt x="1341415" y="1581150"/>
                </a:lnTo>
                <a:lnTo>
                  <a:pt x="1397308" y="1581150"/>
                </a:lnTo>
                <a:lnTo>
                  <a:pt x="1453201" y="1581150"/>
                </a:lnTo>
                <a:lnTo>
                  <a:pt x="1509093" y="1581150"/>
                </a:lnTo>
                <a:lnTo>
                  <a:pt x="1564986" y="1581150"/>
                </a:lnTo>
                <a:lnTo>
                  <a:pt x="1620879" y="1581150"/>
                </a:lnTo>
                <a:lnTo>
                  <a:pt x="1676771" y="1581150"/>
                </a:lnTo>
                <a:lnTo>
                  <a:pt x="1732664" y="1581150"/>
                </a:lnTo>
                <a:lnTo>
                  <a:pt x="1788557" y="1581150"/>
                </a:lnTo>
                <a:lnTo>
                  <a:pt x="1844450" y="1581150"/>
                </a:lnTo>
                <a:lnTo>
                  <a:pt x="1900342" y="1581150"/>
                </a:lnTo>
                <a:lnTo>
                  <a:pt x="1956235" y="1581150"/>
                </a:lnTo>
                <a:lnTo>
                  <a:pt x="2012118" y="1581150"/>
                </a:lnTo>
                <a:lnTo>
                  <a:pt x="2068011" y="1581150"/>
                </a:lnTo>
                <a:lnTo>
                  <a:pt x="2123904" y="1581150"/>
                </a:lnTo>
                <a:lnTo>
                  <a:pt x="2179796" y="1581150"/>
                </a:lnTo>
                <a:lnTo>
                  <a:pt x="2235689" y="1581150"/>
                </a:lnTo>
                <a:lnTo>
                  <a:pt x="2291582" y="1581150"/>
                </a:lnTo>
                <a:lnTo>
                  <a:pt x="2347474" y="1581150"/>
                </a:lnTo>
                <a:lnTo>
                  <a:pt x="2403367" y="1581150"/>
                </a:lnTo>
                <a:lnTo>
                  <a:pt x="2459260" y="1581150"/>
                </a:lnTo>
                <a:lnTo>
                  <a:pt x="2515152" y="1581150"/>
                </a:lnTo>
                <a:lnTo>
                  <a:pt x="2571045" y="1581150"/>
                </a:lnTo>
                <a:lnTo>
                  <a:pt x="2626938" y="1581150"/>
                </a:lnTo>
                <a:lnTo>
                  <a:pt x="2682831" y="1581150"/>
                </a:lnTo>
                <a:lnTo>
                  <a:pt x="2738723" y="1581150"/>
                </a:lnTo>
                <a:lnTo>
                  <a:pt x="2794616" y="1581150"/>
                </a:lnTo>
                <a:lnTo>
                  <a:pt x="2850509" y="1581150"/>
                </a:lnTo>
                <a:lnTo>
                  <a:pt x="2906401" y="1581150"/>
                </a:lnTo>
                <a:lnTo>
                  <a:pt x="2962294" y="1581150"/>
                </a:lnTo>
                <a:lnTo>
                  <a:pt x="3018187" y="1581150"/>
                </a:lnTo>
                <a:lnTo>
                  <a:pt x="3074079" y="1581150"/>
                </a:lnTo>
                <a:lnTo>
                  <a:pt x="3129972" y="1581150"/>
                </a:lnTo>
                <a:lnTo>
                  <a:pt x="3185865" y="1581150"/>
                </a:lnTo>
                <a:lnTo>
                  <a:pt x="3241758" y="1581150"/>
                </a:lnTo>
                <a:lnTo>
                  <a:pt x="3297650" y="1581150"/>
                </a:lnTo>
                <a:lnTo>
                  <a:pt x="3353533" y="1581150"/>
                </a:lnTo>
                <a:lnTo>
                  <a:pt x="3409426" y="1581150"/>
                </a:lnTo>
                <a:lnTo>
                  <a:pt x="3465319" y="1581150"/>
                </a:lnTo>
                <a:lnTo>
                  <a:pt x="3521212" y="1581150"/>
                </a:lnTo>
                <a:lnTo>
                  <a:pt x="3577104" y="1581150"/>
                </a:lnTo>
                <a:lnTo>
                  <a:pt x="3632997" y="1581150"/>
                </a:lnTo>
                <a:lnTo>
                  <a:pt x="3688890" y="1581150"/>
                </a:lnTo>
                <a:lnTo>
                  <a:pt x="3744782" y="1581150"/>
                </a:lnTo>
                <a:lnTo>
                  <a:pt x="3800675" y="1581150"/>
                </a:lnTo>
                <a:lnTo>
                  <a:pt x="3856568" y="1581150"/>
                </a:lnTo>
                <a:lnTo>
                  <a:pt x="3912460" y="1581150"/>
                </a:lnTo>
                <a:lnTo>
                  <a:pt x="3968353" y="1581150"/>
                </a:lnTo>
                <a:lnTo>
                  <a:pt x="4024246" y="1581150"/>
                </a:lnTo>
                <a:lnTo>
                  <a:pt x="4080139" y="1581150"/>
                </a:lnTo>
                <a:lnTo>
                  <a:pt x="4136031" y="1581150"/>
                </a:lnTo>
                <a:lnTo>
                  <a:pt x="4191924" y="1581150"/>
                </a:lnTo>
                <a:lnTo>
                  <a:pt x="4247817" y="1581150"/>
                </a:lnTo>
                <a:lnTo>
                  <a:pt x="4303709" y="1581150"/>
                </a:lnTo>
                <a:lnTo>
                  <a:pt x="4359602" y="1581150"/>
                </a:lnTo>
                <a:lnTo>
                  <a:pt x="4415495" y="1581150"/>
                </a:lnTo>
                <a:lnTo>
                  <a:pt x="4471387" y="1581150"/>
                </a:lnTo>
                <a:lnTo>
                  <a:pt x="4527080" y="1578445"/>
                </a:lnTo>
                <a:lnTo>
                  <a:pt x="4582373" y="1570263"/>
                </a:lnTo>
                <a:lnTo>
                  <a:pt x="4637656" y="1562090"/>
                </a:lnTo>
                <a:lnTo>
                  <a:pt x="4692948" y="1553918"/>
                </a:lnTo>
                <a:lnTo>
                  <a:pt x="4748241" y="1545746"/>
                </a:lnTo>
                <a:lnTo>
                  <a:pt x="4800867" y="1531753"/>
                </a:lnTo>
                <a:lnTo>
                  <a:pt x="4843148" y="1495196"/>
                </a:lnTo>
                <a:lnTo>
                  <a:pt x="4885420" y="1458639"/>
                </a:lnTo>
                <a:lnTo>
                  <a:pt x="4927702" y="1422083"/>
                </a:lnTo>
                <a:lnTo>
                  <a:pt x="4969974" y="1385516"/>
                </a:lnTo>
                <a:lnTo>
                  <a:pt x="5012255" y="1348959"/>
                </a:lnTo>
                <a:lnTo>
                  <a:pt x="5054527" y="1312402"/>
                </a:lnTo>
                <a:lnTo>
                  <a:pt x="5096808" y="1275836"/>
                </a:lnTo>
                <a:lnTo>
                  <a:pt x="5139080" y="1239279"/>
                </a:lnTo>
                <a:lnTo>
                  <a:pt x="5181362" y="1202722"/>
                </a:lnTo>
                <a:lnTo>
                  <a:pt x="5223634" y="1166155"/>
                </a:lnTo>
                <a:lnTo>
                  <a:pt x="5265915" y="1129598"/>
                </a:lnTo>
                <a:lnTo>
                  <a:pt x="5276850" y="1078706"/>
                </a:lnTo>
                <a:lnTo>
                  <a:pt x="5276850" y="1022814"/>
                </a:lnTo>
                <a:lnTo>
                  <a:pt x="5276850" y="966921"/>
                </a:lnTo>
                <a:lnTo>
                  <a:pt x="5276850" y="911028"/>
                </a:lnTo>
                <a:lnTo>
                  <a:pt x="5276850" y="855135"/>
                </a:lnTo>
                <a:lnTo>
                  <a:pt x="5276850" y="799243"/>
                </a:lnTo>
                <a:lnTo>
                  <a:pt x="5276850" y="743350"/>
                </a:lnTo>
                <a:lnTo>
                  <a:pt x="5276850" y="687457"/>
                </a:lnTo>
                <a:lnTo>
                  <a:pt x="5276850" y="631565"/>
                </a:lnTo>
                <a:lnTo>
                  <a:pt x="5276850" y="575672"/>
                </a:lnTo>
                <a:lnTo>
                  <a:pt x="5276850" y="519779"/>
                </a:lnTo>
                <a:lnTo>
                  <a:pt x="5276850" y="463896"/>
                </a:lnTo>
                <a:lnTo>
                  <a:pt x="5276850" y="408003"/>
                </a:lnTo>
                <a:lnTo>
                  <a:pt x="5276850" y="352111"/>
                </a:lnTo>
                <a:lnTo>
                  <a:pt x="5276850" y="296218"/>
                </a:lnTo>
                <a:lnTo>
                  <a:pt x="5276850" y="240325"/>
                </a:lnTo>
                <a:lnTo>
                  <a:pt x="5276850" y="184433"/>
                </a:lnTo>
                <a:lnTo>
                  <a:pt x="5276850" y="128540"/>
                </a:lnTo>
                <a:lnTo>
                  <a:pt x="5276850" y="72647"/>
                </a:lnTo>
                <a:lnTo>
                  <a:pt x="5276850" y="16754"/>
                </a:lnTo>
                <a:lnTo>
                  <a:pt x="5237712" y="0"/>
                </a:lnTo>
                <a:lnTo>
                  <a:pt x="5181819" y="0"/>
                </a:lnTo>
                <a:lnTo>
                  <a:pt x="5125926" y="0"/>
                </a:lnTo>
                <a:lnTo>
                  <a:pt x="5070034" y="0"/>
                </a:lnTo>
                <a:lnTo>
                  <a:pt x="5014141" y="0"/>
                </a:lnTo>
                <a:lnTo>
                  <a:pt x="4958248" y="0"/>
                </a:lnTo>
                <a:lnTo>
                  <a:pt x="4902356" y="0"/>
                </a:lnTo>
                <a:lnTo>
                  <a:pt x="4846463" y="0"/>
                </a:lnTo>
                <a:lnTo>
                  <a:pt x="4790570" y="0"/>
                </a:lnTo>
                <a:lnTo>
                  <a:pt x="4734677" y="0"/>
                </a:lnTo>
                <a:lnTo>
                  <a:pt x="4678785" y="0"/>
                </a:lnTo>
                <a:lnTo>
                  <a:pt x="4622892" y="0"/>
                </a:lnTo>
                <a:lnTo>
                  <a:pt x="4566999" y="0"/>
                </a:lnTo>
                <a:lnTo>
                  <a:pt x="4511107" y="0"/>
                </a:lnTo>
                <a:lnTo>
                  <a:pt x="4455224" y="0"/>
                </a:lnTo>
                <a:lnTo>
                  <a:pt x="4399331" y="0"/>
                </a:lnTo>
                <a:lnTo>
                  <a:pt x="4343438" y="0"/>
                </a:lnTo>
                <a:lnTo>
                  <a:pt x="4287545" y="0"/>
                </a:lnTo>
                <a:lnTo>
                  <a:pt x="4231653" y="0"/>
                </a:lnTo>
                <a:lnTo>
                  <a:pt x="4175760" y="0"/>
                </a:lnTo>
                <a:lnTo>
                  <a:pt x="4119867" y="0"/>
                </a:lnTo>
                <a:lnTo>
                  <a:pt x="4063975" y="0"/>
                </a:lnTo>
                <a:lnTo>
                  <a:pt x="4008082" y="0"/>
                </a:lnTo>
                <a:lnTo>
                  <a:pt x="3952189" y="0"/>
                </a:lnTo>
                <a:lnTo>
                  <a:pt x="3896297" y="0"/>
                </a:lnTo>
                <a:lnTo>
                  <a:pt x="3840404" y="0"/>
                </a:lnTo>
                <a:lnTo>
                  <a:pt x="3784511" y="0"/>
                </a:lnTo>
                <a:lnTo>
                  <a:pt x="3728618" y="0"/>
                </a:lnTo>
                <a:lnTo>
                  <a:pt x="3672726" y="0"/>
                </a:lnTo>
                <a:lnTo>
                  <a:pt x="3616833" y="0"/>
                </a:lnTo>
                <a:lnTo>
                  <a:pt x="3560940" y="0"/>
                </a:lnTo>
                <a:lnTo>
                  <a:pt x="3505048" y="0"/>
                </a:lnTo>
                <a:lnTo>
                  <a:pt x="3449155" y="0"/>
                </a:lnTo>
                <a:lnTo>
                  <a:pt x="3393262" y="0"/>
                </a:lnTo>
                <a:lnTo>
                  <a:pt x="3337370" y="0"/>
                </a:lnTo>
                <a:lnTo>
                  <a:pt x="3281477" y="0"/>
                </a:lnTo>
                <a:lnTo>
                  <a:pt x="3225584" y="0"/>
                </a:lnTo>
                <a:lnTo>
                  <a:pt x="3169691" y="0"/>
                </a:lnTo>
                <a:lnTo>
                  <a:pt x="3113799" y="0"/>
                </a:lnTo>
                <a:lnTo>
                  <a:pt x="3057916" y="0"/>
                </a:lnTo>
                <a:lnTo>
                  <a:pt x="3002023" y="0"/>
                </a:lnTo>
                <a:lnTo>
                  <a:pt x="2946130" y="0"/>
                </a:lnTo>
                <a:lnTo>
                  <a:pt x="2890237" y="0"/>
                </a:lnTo>
                <a:lnTo>
                  <a:pt x="2834345" y="0"/>
                </a:lnTo>
                <a:lnTo>
                  <a:pt x="2778452" y="0"/>
                </a:lnTo>
                <a:lnTo>
                  <a:pt x="2722559" y="0"/>
                </a:lnTo>
                <a:lnTo>
                  <a:pt x="2666667" y="0"/>
                </a:lnTo>
                <a:lnTo>
                  <a:pt x="2610774" y="0"/>
                </a:lnTo>
                <a:lnTo>
                  <a:pt x="2554881" y="0"/>
                </a:lnTo>
                <a:lnTo>
                  <a:pt x="2498989" y="0"/>
                </a:lnTo>
                <a:lnTo>
                  <a:pt x="2443096" y="0"/>
                </a:lnTo>
                <a:lnTo>
                  <a:pt x="2387203" y="0"/>
                </a:lnTo>
                <a:lnTo>
                  <a:pt x="2331310" y="0"/>
                </a:lnTo>
                <a:lnTo>
                  <a:pt x="2275418" y="0"/>
                </a:lnTo>
                <a:lnTo>
                  <a:pt x="2219525" y="0"/>
                </a:lnTo>
                <a:lnTo>
                  <a:pt x="2163632" y="0"/>
                </a:lnTo>
                <a:lnTo>
                  <a:pt x="2107740" y="0"/>
                </a:lnTo>
                <a:lnTo>
                  <a:pt x="2051847" y="0"/>
                </a:lnTo>
                <a:lnTo>
                  <a:pt x="1995954" y="0"/>
                </a:lnTo>
                <a:lnTo>
                  <a:pt x="1940062" y="0"/>
                </a:lnTo>
                <a:lnTo>
                  <a:pt x="1884169" y="0"/>
                </a:lnTo>
                <a:lnTo>
                  <a:pt x="1828276" y="0"/>
                </a:lnTo>
                <a:lnTo>
                  <a:pt x="1772393" y="0"/>
                </a:lnTo>
                <a:lnTo>
                  <a:pt x="1716491" y="0"/>
                </a:lnTo>
                <a:lnTo>
                  <a:pt x="1660608" y="0"/>
                </a:lnTo>
                <a:lnTo>
                  <a:pt x="1604715" y="0"/>
                </a:lnTo>
                <a:lnTo>
                  <a:pt x="1548822" y="0"/>
                </a:lnTo>
                <a:lnTo>
                  <a:pt x="1492929" y="0"/>
                </a:lnTo>
                <a:lnTo>
                  <a:pt x="1437037" y="0"/>
                </a:lnTo>
                <a:lnTo>
                  <a:pt x="1381144" y="0"/>
                </a:lnTo>
                <a:lnTo>
                  <a:pt x="1325251" y="0"/>
                </a:lnTo>
                <a:lnTo>
                  <a:pt x="1269359" y="0"/>
                </a:lnTo>
                <a:lnTo>
                  <a:pt x="1213466" y="0"/>
                </a:lnTo>
                <a:lnTo>
                  <a:pt x="1157573" y="0"/>
                </a:lnTo>
                <a:lnTo>
                  <a:pt x="1101681" y="0"/>
                </a:lnTo>
                <a:lnTo>
                  <a:pt x="1045788" y="0"/>
                </a:lnTo>
                <a:lnTo>
                  <a:pt x="989895" y="0"/>
                </a:lnTo>
                <a:lnTo>
                  <a:pt x="934002" y="0"/>
                </a:lnTo>
                <a:lnTo>
                  <a:pt x="878110" y="0"/>
                </a:lnTo>
                <a:lnTo>
                  <a:pt x="822217" y="0"/>
                </a:lnTo>
                <a:lnTo>
                  <a:pt x="766324" y="0"/>
                </a:lnTo>
                <a:lnTo>
                  <a:pt x="710432" y="0"/>
                </a:lnTo>
                <a:lnTo>
                  <a:pt x="654539" y="0"/>
                </a:lnTo>
                <a:lnTo>
                  <a:pt x="598646" y="0"/>
                </a:lnTo>
                <a:lnTo>
                  <a:pt x="542754" y="0"/>
                </a:lnTo>
                <a:lnTo>
                  <a:pt x="486870" y="0"/>
                </a:lnTo>
                <a:lnTo>
                  <a:pt x="430968" y="0"/>
                </a:lnTo>
                <a:lnTo>
                  <a:pt x="375085" y="0"/>
                </a:lnTo>
                <a:lnTo>
                  <a:pt x="319192" y="0"/>
                </a:lnTo>
                <a:lnTo>
                  <a:pt x="263300" y="0"/>
                </a:lnTo>
                <a:lnTo>
                  <a:pt x="207407" y="0"/>
                </a:lnTo>
                <a:lnTo>
                  <a:pt x="151514" y="0"/>
                </a:lnTo>
                <a:lnTo>
                  <a:pt x="95621" y="0"/>
                </a:lnTo>
                <a:lnTo>
                  <a:pt x="39729" y="0"/>
                </a:lnTo>
                <a:lnTo>
                  <a:pt x="0" y="16164"/>
                </a:lnTo>
                <a:lnTo>
                  <a:pt x="0" y="72057"/>
                </a:lnTo>
                <a:lnTo>
                  <a:pt x="0" y="127949"/>
                </a:lnTo>
                <a:lnTo>
                  <a:pt x="0" y="183842"/>
                </a:lnTo>
                <a:lnTo>
                  <a:pt x="0" y="239735"/>
                </a:lnTo>
                <a:lnTo>
                  <a:pt x="0" y="295627"/>
                </a:lnTo>
                <a:lnTo>
                  <a:pt x="0" y="351520"/>
                </a:lnTo>
                <a:lnTo>
                  <a:pt x="0" y="407413"/>
                </a:lnTo>
                <a:lnTo>
                  <a:pt x="0" y="463306"/>
                </a:lnTo>
                <a:lnTo>
                  <a:pt x="0" y="519198"/>
                </a:lnTo>
                <a:lnTo>
                  <a:pt x="0" y="575091"/>
                </a:lnTo>
                <a:lnTo>
                  <a:pt x="0" y="630984"/>
                </a:lnTo>
                <a:lnTo>
                  <a:pt x="0" y="686876"/>
                </a:lnTo>
                <a:lnTo>
                  <a:pt x="0" y="742769"/>
                </a:lnTo>
                <a:lnTo>
                  <a:pt x="0" y="798662"/>
                </a:lnTo>
                <a:lnTo>
                  <a:pt x="0" y="854554"/>
                </a:lnTo>
                <a:lnTo>
                  <a:pt x="0" y="910438"/>
                </a:lnTo>
                <a:lnTo>
                  <a:pt x="0" y="966340"/>
                </a:lnTo>
                <a:lnTo>
                  <a:pt x="0" y="1022223"/>
                </a:lnTo>
                <a:lnTo>
                  <a:pt x="0" y="1078116"/>
                </a:lnTo>
                <a:lnTo>
                  <a:pt x="0" y="1134008"/>
                </a:lnTo>
                <a:lnTo>
                  <a:pt x="0" y="1189901"/>
                </a:lnTo>
                <a:lnTo>
                  <a:pt x="0" y="1245794"/>
                </a:lnTo>
                <a:lnTo>
                  <a:pt x="0" y="1301687"/>
                </a:lnTo>
                <a:lnTo>
                  <a:pt x="0" y="1357579"/>
                </a:lnTo>
                <a:lnTo>
                  <a:pt x="0" y="1413472"/>
                </a:lnTo>
                <a:lnTo>
                  <a:pt x="0" y="1469365"/>
                </a:lnTo>
                <a:lnTo>
                  <a:pt x="0" y="1525257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D44D0183-59A9-4D18-A372-66A8F90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229100"/>
            <a:ext cx="527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B3804149-09F0-496E-841E-4EF7C311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7354" y="53492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29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89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57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88" y="33949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68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594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81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88"/>
                </a:lnTo>
                <a:lnTo>
                  <a:pt x="284588" y="442427"/>
                </a:lnTo>
                <a:lnTo>
                  <a:pt x="265776" y="445379"/>
                </a:lnTo>
                <a:lnTo>
                  <a:pt x="246926" y="448046"/>
                </a:lnTo>
                <a:lnTo>
                  <a:pt x="22803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05"/>
                </a:lnTo>
                <a:lnTo>
                  <a:pt x="152229" y="457505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72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0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7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4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7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53" y="383581"/>
                </a:lnTo>
                <a:lnTo>
                  <a:pt x="360750" y="374075"/>
                </a:lnTo>
                <a:lnTo>
                  <a:pt x="376733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16" y="131988"/>
                </a:lnTo>
                <a:lnTo>
                  <a:pt x="567919" y="127102"/>
                </a:lnTo>
                <a:lnTo>
                  <a:pt x="586226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38" y="31899"/>
                </a:lnTo>
                <a:lnTo>
                  <a:pt x="811654" y="21755"/>
                </a:lnTo>
                <a:lnTo>
                  <a:pt x="82744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20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19474278-A90E-40A9-8960-18464AEC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2674" y="5305425"/>
            <a:ext cx="5275926" cy="506492"/>
          </a:xfrm>
          <a:custGeom xmlns:a="http://schemas.openxmlformats.org/drawingml/2006/main">
            <a:pathLst>
              <a:path w="5275926" h="506492">
                <a:moveTo>
                  <a:pt x="5275926" y="0"/>
                </a:moveTo>
                <a:lnTo>
                  <a:pt x="5275869" y="46520"/>
                </a:lnTo>
                <a:lnTo>
                  <a:pt x="5270868" y="92783"/>
                </a:lnTo>
                <a:lnTo>
                  <a:pt x="5261534" y="138370"/>
                </a:lnTo>
                <a:lnTo>
                  <a:pt x="5247894" y="182861"/>
                </a:lnTo>
                <a:lnTo>
                  <a:pt x="5229873" y="225762"/>
                </a:lnTo>
                <a:lnTo>
                  <a:pt x="5207479" y="266548"/>
                </a:lnTo>
                <a:lnTo>
                  <a:pt x="5180800" y="304667"/>
                </a:lnTo>
                <a:lnTo>
                  <a:pt x="5150120" y="339652"/>
                </a:lnTo>
                <a:lnTo>
                  <a:pt x="5115839" y="371113"/>
                </a:lnTo>
                <a:lnTo>
                  <a:pt x="5078473" y="398840"/>
                </a:lnTo>
                <a:lnTo>
                  <a:pt x="5038573" y="422786"/>
                </a:lnTo>
                <a:lnTo>
                  <a:pt x="4996682" y="443055"/>
                </a:lnTo>
                <a:lnTo>
                  <a:pt x="4953276" y="459857"/>
                </a:lnTo>
                <a:lnTo>
                  <a:pt x="4908766" y="473450"/>
                </a:lnTo>
                <a:lnTo>
                  <a:pt x="4863455" y="484108"/>
                </a:lnTo>
                <a:lnTo>
                  <a:pt x="4817602" y="492119"/>
                </a:lnTo>
                <a:lnTo>
                  <a:pt x="4771406" y="497767"/>
                </a:lnTo>
                <a:lnTo>
                  <a:pt x="4724981" y="501215"/>
                </a:lnTo>
                <a:lnTo>
                  <a:pt x="4678432" y="501939"/>
                </a:lnTo>
                <a:lnTo>
                  <a:pt x="4631884" y="502358"/>
                </a:lnTo>
                <a:lnTo>
                  <a:pt x="4585335" y="502663"/>
                </a:lnTo>
                <a:lnTo>
                  <a:pt x="4538786" y="502920"/>
                </a:lnTo>
                <a:lnTo>
                  <a:pt x="4492228" y="503158"/>
                </a:lnTo>
                <a:lnTo>
                  <a:pt x="4445679" y="503358"/>
                </a:lnTo>
                <a:lnTo>
                  <a:pt x="4399131" y="503558"/>
                </a:lnTo>
                <a:lnTo>
                  <a:pt x="4352582" y="503720"/>
                </a:lnTo>
                <a:lnTo>
                  <a:pt x="4306024" y="503892"/>
                </a:lnTo>
                <a:lnTo>
                  <a:pt x="4259475" y="504044"/>
                </a:lnTo>
                <a:lnTo>
                  <a:pt x="4212927" y="504177"/>
                </a:lnTo>
                <a:lnTo>
                  <a:pt x="4166368" y="504320"/>
                </a:lnTo>
                <a:lnTo>
                  <a:pt x="4119820" y="504444"/>
                </a:lnTo>
                <a:lnTo>
                  <a:pt x="4073261" y="504558"/>
                </a:lnTo>
                <a:lnTo>
                  <a:pt x="4026713" y="504682"/>
                </a:lnTo>
                <a:lnTo>
                  <a:pt x="3980164" y="504787"/>
                </a:lnTo>
                <a:lnTo>
                  <a:pt x="3933606" y="504892"/>
                </a:lnTo>
                <a:lnTo>
                  <a:pt x="3887057" y="504987"/>
                </a:lnTo>
                <a:lnTo>
                  <a:pt x="3840509" y="505092"/>
                </a:lnTo>
                <a:lnTo>
                  <a:pt x="3793950" y="505177"/>
                </a:lnTo>
                <a:lnTo>
                  <a:pt x="3747402" y="505254"/>
                </a:lnTo>
                <a:lnTo>
                  <a:pt x="3700853" y="505339"/>
                </a:lnTo>
                <a:lnTo>
                  <a:pt x="3654295" y="505425"/>
                </a:lnTo>
                <a:lnTo>
                  <a:pt x="3607746" y="505492"/>
                </a:lnTo>
                <a:lnTo>
                  <a:pt x="3561197" y="505549"/>
                </a:lnTo>
                <a:lnTo>
                  <a:pt x="3514639" y="505616"/>
                </a:lnTo>
                <a:lnTo>
                  <a:pt x="3468091" y="505682"/>
                </a:lnTo>
                <a:lnTo>
                  <a:pt x="3421542" y="505749"/>
                </a:lnTo>
                <a:lnTo>
                  <a:pt x="3374984" y="505816"/>
                </a:lnTo>
                <a:lnTo>
                  <a:pt x="3328435" y="505882"/>
                </a:lnTo>
                <a:lnTo>
                  <a:pt x="3281877" y="505939"/>
                </a:lnTo>
                <a:lnTo>
                  <a:pt x="3235328" y="505987"/>
                </a:lnTo>
                <a:lnTo>
                  <a:pt x="3188779" y="506025"/>
                </a:lnTo>
                <a:lnTo>
                  <a:pt x="3142221" y="506073"/>
                </a:lnTo>
                <a:lnTo>
                  <a:pt x="3095673" y="506111"/>
                </a:lnTo>
                <a:lnTo>
                  <a:pt x="3049124" y="506149"/>
                </a:lnTo>
                <a:lnTo>
                  <a:pt x="3002566" y="506197"/>
                </a:lnTo>
                <a:lnTo>
                  <a:pt x="2956017" y="506235"/>
                </a:lnTo>
                <a:lnTo>
                  <a:pt x="2909468" y="506282"/>
                </a:lnTo>
                <a:lnTo>
                  <a:pt x="2862910" y="506311"/>
                </a:lnTo>
                <a:lnTo>
                  <a:pt x="2816362" y="506330"/>
                </a:lnTo>
                <a:lnTo>
                  <a:pt x="2769813" y="506359"/>
                </a:lnTo>
                <a:lnTo>
                  <a:pt x="2723255" y="506378"/>
                </a:lnTo>
                <a:lnTo>
                  <a:pt x="2676706" y="506397"/>
                </a:lnTo>
                <a:lnTo>
                  <a:pt x="2630148" y="506416"/>
                </a:lnTo>
                <a:lnTo>
                  <a:pt x="2583599" y="506435"/>
                </a:lnTo>
                <a:lnTo>
                  <a:pt x="2537050" y="506454"/>
                </a:lnTo>
                <a:lnTo>
                  <a:pt x="2490492" y="506482"/>
                </a:lnTo>
                <a:lnTo>
                  <a:pt x="2443944" y="506492"/>
                </a:lnTo>
                <a:lnTo>
                  <a:pt x="2397395" y="506492"/>
                </a:lnTo>
                <a:lnTo>
                  <a:pt x="2350837" y="506492"/>
                </a:lnTo>
                <a:lnTo>
                  <a:pt x="2304288" y="506482"/>
                </a:lnTo>
                <a:lnTo>
                  <a:pt x="2257739" y="506482"/>
                </a:lnTo>
                <a:lnTo>
                  <a:pt x="2211181" y="506482"/>
                </a:lnTo>
                <a:lnTo>
                  <a:pt x="2164632" y="506482"/>
                </a:lnTo>
                <a:lnTo>
                  <a:pt x="2118084" y="506482"/>
                </a:lnTo>
                <a:lnTo>
                  <a:pt x="2071526" y="506482"/>
                </a:lnTo>
                <a:lnTo>
                  <a:pt x="2024977" y="506473"/>
                </a:lnTo>
                <a:lnTo>
                  <a:pt x="1978419" y="506444"/>
                </a:lnTo>
                <a:lnTo>
                  <a:pt x="1931870" y="506416"/>
                </a:lnTo>
                <a:lnTo>
                  <a:pt x="1885321" y="506387"/>
                </a:lnTo>
                <a:lnTo>
                  <a:pt x="1838763" y="506368"/>
                </a:lnTo>
                <a:lnTo>
                  <a:pt x="1792214" y="506339"/>
                </a:lnTo>
                <a:lnTo>
                  <a:pt x="1745666" y="506311"/>
                </a:lnTo>
                <a:lnTo>
                  <a:pt x="1699108" y="506282"/>
                </a:lnTo>
                <a:lnTo>
                  <a:pt x="1652559" y="506263"/>
                </a:lnTo>
                <a:lnTo>
                  <a:pt x="1606010" y="506225"/>
                </a:lnTo>
                <a:lnTo>
                  <a:pt x="1559452" y="506168"/>
                </a:lnTo>
                <a:lnTo>
                  <a:pt x="1512903" y="506111"/>
                </a:lnTo>
                <a:lnTo>
                  <a:pt x="1466355" y="506054"/>
                </a:lnTo>
                <a:lnTo>
                  <a:pt x="1419797" y="505997"/>
                </a:lnTo>
                <a:lnTo>
                  <a:pt x="1373248" y="505939"/>
                </a:lnTo>
                <a:lnTo>
                  <a:pt x="1326690" y="505882"/>
                </a:lnTo>
                <a:lnTo>
                  <a:pt x="1280141" y="505825"/>
                </a:lnTo>
                <a:lnTo>
                  <a:pt x="1233592" y="505768"/>
                </a:lnTo>
                <a:lnTo>
                  <a:pt x="1187034" y="505673"/>
                </a:lnTo>
                <a:lnTo>
                  <a:pt x="1140485" y="505577"/>
                </a:lnTo>
                <a:lnTo>
                  <a:pt x="1093937" y="505482"/>
                </a:lnTo>
                <a:lnTo>
                  <a:pt x="1047379" y="505387"/>
                </a:lnTo>
                <a:lnTo>
                  <a:pt x="1000830" y="505292"/>
                </a:lnTo>
                <a:lnTo>
                  <a:pt x="954281" y="505196"/>
                </a:lnTo>
                <a:lnTo>
                  <a:pt x="907723" y="505101"/>
                </a:lnTo>
                <a:lnTo>
                  <a:pt x="861174" y="504996"/>
                </a:lnTo>
                <a:lnTo>
                  <a:pt x="814626" y="504863"/>
                </a:lnTo>
                <a:lnTo>
                  <a:pt x="768067" y="504730"/>
                </a:lnTo>
                <a:lnTo>
                  <a:pt x="721519" y="504596"/>
                </a:lnTo>
                <a:lnTo>
                  <a:pt x="674970" y="504434"/>
                </a:lnTo>
                <a:lnTo>
                  <a:pt x="628412" y="504273"/>
                </a:lnTo>
                <a:lnTo>
                  <a:pt x="581863" y="504101"/>
                </a:lnTo>
                <a:lnTo>
                  <a:pt x="535315" y="503911"/>
                </a:lnTo>
                <a:lnTo>
                  <a:pt x="488756" y="503701"/>
                </a:lnTo>
                <a:lnTo>
                  <a:pt x="442208" y="503492"/>
                </a:lnTo>
                <a:lnTo>
                  <a:pt x="395659" y="503253"/>
                </a:lnTo>
                <a:lnTo>
                  <a:pt x="349101" y="502987"/>
                </a:lnTo>
                <a:lnTo>
                  <a:pt x="302552" y="502701"/>
                </a:lnTo>
                <a:lnTo>
                  <a:pt x="256003" y="502377"/>
                </a:lnTo>
                <a:lnTo>
                  <a:pt x="209455" y="502006"/>
                </a:lnTo>
                <a:lnTo>
                  <a:pt x="162906" y="501577"/>
                </a:lnTo>
                <a:lnTo>
                  <a:pt x="116348" y="501063"/>
                </a:lnTo>
                <a:lnTo>
                  <a:pt x="69809" y="500405"/>
                </a:lnTo>
                <a:lnTo>
                  <a:pt x="23260" y="499424"/>
                </a:lnTo>
                <a:lnTo>
                  <a:pt x="11392" y="462696"/>
                </a:lnTo>
                <a:lnTo>
                  <a:pt x="9115" y="416195"/>
                </a:lnTo>
                <a:lnTo>
                  <a:pt x="6839" y="369703"/>
                </a:lnTo>
                <a:lnTo>
                  <a:pt x="4553" y="323202"/>
                </a:lnTo>
                <a:lnTo>
                  <a:pt x="2276" y="276711"/>
                </a:lnTo>
                <a:lnTo>
                  <a:pt x="0" y="230210"/>
                </a:lnTo>
                <a:lnTo>
                  <a:pt x="26851" y="210855"/>
                </a:lnTo>
                <a:lnTo>
                  <a:pt x="73390" y="209902"/>
                </a:lnTo>
                <a:lnTo>
                  <a:pt x="119939" y="209045"/>
                </a:lnTo>
                <a:lnTo>
                  <a:pt x="166478" y="208283"/>
                </a:lnTo>
                <a:lnTo>
                  <a:pt x="213027" y="207607"/>
                </a:lnTo>
                <a:lnTo>
                  <a:pt x="259575" y="207016"/>
                </a:lnTo>
                <a:lnTo>
                  <a:pt x="306124" y="206502"/>
                </a:lnTo>
                <a:lnTo>
                  <a:pt x="352673" y="206064"/>
                </a:lnTo>
                <a:lnTo>
                  <a:pt x="399221" y="205692"/>
                </a:lnTo>
                <a:lnTo>
                  <a:pt x="445780" y="205397"/>
                </a:lnTo>
                <a:lnTo>
                  <a:pt x="492328" y="205159"/>
                </a:lnTo>
                <a:lnTo>
                  <a:pt x="538877" y="204978"/>
                </a:lnTo>
                <a:lnTo>
                  <a:pt x="585435" y="204864"/>
                </a:lnTo>
                <a:lnTo>
                  <a:pt x="631984" y="204797"/>
                </a:lnTo>
                <a:lnTo>
                  <a:pt x="678532" y="204788"/>
                </a:lnTo>
                <a:lnTo>
                  <a:pt x="725091" y="204826"/>
                </a:lnTo>
                <a:lnTo>
                  <a:pt x="771639" y="204911"/>
                </a:lnTo>
                <a:lnTo>
                  <a:pt x="818188" y="205045"/>
                </a:lnTo>
                <a:lnTo>
                  <a:pt x="864746" y="205216"/>
                </a:lnTo>
                <a:lnTo>
                  <a:pt x="911295" y="205435"/>
                </a:lnTo>
                <a:lnTo>
                  <a:pt x="957844" y="205692"/>
                </a:lnTo>
                <a:lnTo>
                  <a:pt x="1004402" y="205988"/>
                </a:lnTo>
                <a:lnTo>
                  <a:pt x="1050950" y="206321"/>
                </a:lnTo>
                <a:lnTo>
                  <a:pt x="1097499" y="206702"/>
                </a:lnTo>
                <a:lnTo>
                  <a:pt x="1144048" y="207083"/>
                </a:lnTo>
                <a:lnTo>
                  <a:pt x="1190596" y="207512"/>
                </a:lnTo>
                <a:lnTo>
                  <a:pt x="1237145" y="207969"/>
                </a:lnTo>
                <a:lnTo>
                  <a:pt x="1283703" y="208474"/>
                </a:lnTo>
                <a:lnTo>
                  <a:pt x="1330252" y="208979"/>
                </a:lnTo>
                <a:lnTo>
                  <a:pt x="1376801" y="209531"/>
                </a:lnTo>
                <a:lnTo>
                  <a:pt x="1423349" y="210093"/>
                </a:lnTo>
                <a:lnTo>
                  <a:pt x="1469898" y="210674"/>
                </a:lnTo>
                <a:lnTo>
                  <a:pt x="1516447" y="211293"/>
                </a:lnTo>
                <a:lnTo>
                  <a:pt x="1562995" y="211922"/>
                </a:lnTo>
                <a:lnTo>
                  <a:pt x="1609535" y="212579"/>
                </a:lnTo>
                <a:lnTo>
                  <a:pt x="1656083" y="213236"/>
                </a:lnTo>
                <a:lnTo>
                  <a:pt x="1702632" y="213932"/>
                </a:lnTo>
                <a:lnTo>
                  <a:pt x="1749181" y="214627"/>
                </a:lnTo>
                <a:lnTo>
                  <a:pt x="1795729" y="215360"/>
                </a:lnTo>
                <a:lnTo>
                  <a:pt x="1842268" y="216103"/>
                </a:lnTo>
                <a:lnTo>
                  <a:pt x="1888817" y="216846"/>
                </a:lnTo>
                <a:lnTo>
                  <a:pt x="1935366" y="217599"/>
                </a:lnTo>
                <a:lnTo>
                  <a:pt x="1981914" y="218351"/>
                </a:lnTo>
                <a:lnTo>
                  <a:pt x="2028454" y="219142"/>
                </a:lnTo>
                <a:lnTo>
                  <a:pt x="2075002" y="219932"/>
                </a:lnTo>
                <a:lnTo>
                  <a:pt x="2121551" y="220713"/>
                </a:lnTo>
                <a:lnTo>
                  <a:pt x="2168090" y="221504"/>
                </a:lnTo>
                <a:lnTo>
                  <a:pt x="2214639" y="222314"/>
                </a:lnTo>
                <a:lnTo>
                  <a:pt x="2261178" y="223123"/>
                </a:lnTo>
                <a:lnTo>
                  <a:pt x="2307727" y="223942"/>
                </a:lnTo>
                <a:lnTo>
                  <a:pt x="2354275" y="224752"/>
                </a:lnTo>
                <a:lnTo>
                  <a:pt x="2400814" y="225562"/>
                </a:lnTo>
                <a:lnTo>
                  <a:pt x="2447363" y="226381"/>
                </a:lnTo>
                <a:lnTo>
                  <a:pt x="2493902" y="227200"/>
                </a:lnTo>
                <a:lnTo>
                  <a:pt x="2540451" y="228009"/>
                </a:lnTo>
                <a:lnTo>
                  <a:pt x="2587000" y="228829"/>
                </a:lnTo>
                <a:lnTo>
                  <a:pt x="2633539" y="229619"/>
                </a:lnTo>
                <a:lnTo>
                  <a:pt x="2680087" y="230419"/>
                </a:lnTo>
                <a:lnTo>
                  <a:pt x="2726636" y="231219"/>
                </a:lnTo>
                <a:lnTo>
                  <a:pt x="2773175" y="232010"/>
                </a:lnTo>
                <a:lnTo>
                  <a:pt x="2819724" y="232791"/>
                </a:lnTo>
                <a:lnTo>
                  <a:pt x="2866273" y="233553"/>
                </a:lnTo>
                <a:lnTo>
                  <a:pt x="2912812" y="234305"/>
                </a:lnTo>
                <a:lnTo>
                  <a:pt x="2959360" y="235048"/>
                </a:lnTo>
                <a:lnTo>
                  <a:pt x="3005909" y="235772"/>
                </a:lnTo>
                <a:lnTo>
                  <a:pt x="3052458" y="236487"/>
                </a:lnTo>
                <a:lnTo>
                  <a:pt x="3099006" y="237182"/>
                </a:lnTo>
                <a:lnTo>
                  <a:pt x="3145546" y="237839"/>
                </a:lnTo>
                <a:lnTo>
                  <a:pt x="3192094" y="238496"/>
                </a:lnTo>
                <a:lnTo>
                  <a:pt x="3238643" y="239116"/>
                </a:lnTo>
                <a:lnTo>
                  <a:pt x="3285192" y="239725"/>
                </a:lnTo>
                <a:lnTo>
                  <a:pt x="3331740" y="240287"/>
                </a:lnTo>
                <a:lnTo>
                  <a:pt x="3378289" y="240840"/>
                </a:lnTo>
                <a:lnTo>
                  <a:pt x="3424838" y="241344"/>
                </a:lnTo>
                <a:lnTo>
                  <a:pt x="3471386" y="241821"/>
                </a:lnTo>
                <a:lnTo>
                  <a:pt x="3517935" y="242249"/>
                </a:lnTo>
                <a:lnTo>
                  <a:pt x="3564493" y="242668"/>
                </a:lnTo>
                <a:lnTo>
                  <a:pt x="3611042" y="243021"/>
                </a:lnTo>
                <a:lnTo>
                  <a:pt x="3657590" y="243326"/>
                </a:lnTo>
                <a:lnTo>
                  <a:pt x="3704139" y="243583"/>
                </a:lnTo>
                <a:lnTo>
                  <a:pt x="3750697" y="243783"/>
                </a:lnTo>
                <a:lnTo>
                  <a:pt x="3797246" y="243935"/>
                </a:lnTo>
                <a:lnTo>
                  <a:pt x="3843795" y="244011"/>
                </a:lnTo>
                <a:lnTo>
                  <a:pt x="3890353" y="244031"/>
                </a:lnTo>
                <a:lnTo>
                  <a:pt x="3936902" y="243964"/>
                </a:lnTo>
                <a:lnTo>
                  <a:pt x="3983450" y="243821"/>
                </a:lnTo>
                <a:lnTo>
                  <a:pt x="4030008" y="243592"/>
                </a:lnTo>
                <a:lnTo>
                  <a:pt x="4076557" y="243259"/>
                </a:lnTo>
                <a:lnTo>
                  <a:pt x="4123106" y="242840"/>
                </a:lnTo>
                <a:lnTo>
                  <a:pt x="4169654" y="242287"/>
                </a:lnTo>
                <a:lnTo>
                  <a:pt x="4216203" y="241611"/>
                </a:lnTo>
                <a:lnTo>
                  <a:pt x="4262752" y="240811"/>
                </a:lnTo>
                <a:lnTo>
                  <a:pt x="4309291" y="239840"/>
                </a:lnTo>
                <a:lnTo>
                  <a:pt x="4355830" y="238706"/>
                </a:lnTo>
                <a:lnTo>
                  <a:pt x="4402360" y="237363"/>
                </a:lnTo>
                <a:lnTo>
                  <a:pt x="4448889" y="235810"/>
                </a:lnTo>
                <a:lnTo>
                  <a:pt x="4495400" y="233991"/>
                </a:lnTo>
                <a:lnTo>
                  <a:pt x="4541911" y="231877"/>
                </a:lnTo>
                <a:lnTo>
                  <a:pt x="4588393" y="229429"/>
                </a:lnTo>
                <a:lnTo>
                  <a:pt x="4634855" y="226552"/>
                </a:lnTo>
                <a:lnTo>
                  <a:pt x="4681290" y="223180"/>
                </a:lnTo>
                <a:lnTo>
                  <a:pt x="4727667" y="219170"/>
                </a:lnTo>
                <a:lnTo>
                  <a:pt x="4773968" y="214332"/>
                </a:lnTo>
                <a:lnTo>
                  <a:pt x="4820136" y="208378"/>
                </a:lnTo>
                <a:lnTo>
                  <a:pt x="4866046" y="200739"/>
                </a:lnTo>
                <a:lnTo>
                  <a:pt x="4911395" y="190271"/>
                </a:lnTo>
                <a:lnTo>
                  <a:pt x="4954648" y="173365"/>
                </a:lnTo>
                <a:lnTo>
                  <a:pt x="4985423" y="143837"/>
                </a:lnTo>
                <a:lnTo>
                  <a:pt x="5029857" y="129997"/>
                </a:lnTo>
                <a:lnTo>
                  <a:pt x="5073396" y="113519"/>
                </a:lnTo>
                <a:lnTo>
                  <a:pt x="5116030" y="94831"/>
                </a:lnTo>
                <a:lnTo>
                  <a:pt x="5157692" y="74076"/>
                </a:lnTo>
                <a:lnTo>
                  <a:pt x="5198297" y="51330"/>
                </a:lnTo>
                <a:lnTo>
                  <a:pt x="5237750" y="26622"/>
                </a:lnTo>
                <a:lnTo>
                  <a:pt x="5275926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04F36D94-61B7-4E1F-83F8-345187E5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229100"/>
            <a:ext cx="5276850" cy="1581150"/>
          </a:xfrm>
          <a:custGeom xmlns:a="http://schemas.openxmlformats.org/drawingml/2006/main">
            <a:pathLst>
              <a:path w="5276850" h="1581150">
                <a:moveTo>
                  <a:pt x="0" y="1581150"/>
                </a:moveTo>
                <a:lnTo>
                  <a:pt x="55893" y="1581150"/>
                </a:lnTo>
                <a:lnTo>
                  <a:pt x="111785" y="1581150"/>
                </a:lnTo>
                <a:lnTo>
                  <a:pt x="167678" y="1581150"/>
                </a:lnTo>
                <a:lnTo>
                  <a:pt x="223571" y="1581150"/>
                </a:lnTo>
                <a:lnTo>
                  <a:pt x="279464" y="1581150"/>
                </a:lnTo>
                <a:lnTo>
                  <a:pt x="335356" y="1581150"/>
                </a:lnTo>
                <a:lnTo>
                  <a:pt x="391249" y="1581150"/>
                </a:lnTo>
                <a:lnTo>
                  <a:pt x="447142" y="1581150"/>
                </a:lnTo>
                <a:lnTo>
                  <a:pt x="503034" y="1581150"/>
                </a:lnTo>
                <a:lnTo>
                  <a:pt x="558927" y="1581150"/>
                </a:lnTo>
                <a:lnTo>
                  <a:pt x="614820" y="1581150"/>
                </a:lnTo>
                <a:lnTo>
                  <a:pt x="670703" y="1581150"/>
                </a:lnTo>
                <a:lnTo>
                  <a:pt x="726596" y="1581150"/>
                </a:lnTo>
                <a:lnTo>
                  <a:pt x="782488" y="1581150"/>
                </a:lnTo>
                <a:lnTo>
                  <a:pt x="838381" y="1581150"/>
                </a:lnTo>
                <a:lnTo>
                  <a:pt x="894274" y="1581150"/>
                </a:lnTo>
                <a:lnTo>
                  <a:pt x="950166" y="1581150"/>
                </a:lnTo>
                <a:lnTo>
                  <a:pt x="1006059" y="1581150"/>
                </a:lnTo>
                <a:lnTo>
                  <a:pt x="1061952" y="1581150"/>
                </a:lnTo>
                <a:lnTo>
                  <a:pt x="1117844" y="1581150"/>
                </a:lnTo>
                <a:lnTo>
                  <a:pt x="1173737" y="1581150"/>
                </a:lnTo>
                <a:lnTo>
                  <a:pt x="1229630" y="1581150"/>
                </a:lnTo>
                <a:lnTo>
                  <a:pt x="1285523" y="1581150"/>
                </a:lnTo>
                <a:lnTo>
                  <a:pt x="1341415" y="1581150"/>
                </a:lnTo>
                <a:lnTo>
                  <a:pt x="1397308" y="1581150"/>
                </a:lnTo>
                <a:lnTo>
                  <a:pt x="1453201" y="1581150"/>
                </a:lnTo>
                <a:lnTo>
                  <a:pt x="1509093" y="1581150"/>
                </a:lnTo>
                <a:lnTo>
                  <a:pt x="1564986" y="1581150"/>
                </a:lnTo>
                <a:lnTo>
                  <a:pt x="1620879" y="1581150"/>
                </a:lnTo>
                <a:lnTo>
                  <a:pt x="1676771" y="1581150"/>
                </a:lnTo>
                <a:lnTo>
                  <a:pt x="1732664" y="1581150"/>
                </a:lnTo>
                <a:lnTo>
                  <a:pt x="1788557" y="1581150"/>
                </a:lnTo>
                <a:lnTo>
                  <a:pt x="1844450" y="1581150"/>
                </a:lnTo>
                <a:lnTo>
                  <a:pt x="1900342" y="1581150"/>
                </a:lnTo>
                <a:lnTo>
                  <a:pt x="1956235" y="1581150"/>
                </a:lnTo>
                <a:lnTo>
                  <a:pt x="2012118" y="1581150"/>
                </a:lnTo>
                <a:lnTo>
                  <a:pt x="2068011" y="1581150"/>
                </a:lnTo>
                <a:lnTo>
                  <a:pt x="2123904" y="1581150"/>
                </a:lnTo>
                <a:lnTo>
                  <a:pt x="2179796" y="1581150"/>
                </a:lnTo>
                <a:lnTo>
                  <a:pt x="2235689" y="1581150"/>
                </a:lnTo>
                <a:lnTo>
                  <a:pt x="2291582" y="1581150"/>
                </a:lnTo>
                <a:lnTo>
                  <a:pt x="2347474" y="1581150"/>
                </a:lnTo>
                <a:lnTo>
                  <a:pt x="2403367" y="1581150"/>
                </a:lnTo>
                <a:lnTo>
                  <a:pt x="2459260" y="1581150"/>
                </a:lnTo>
                <a:lnTo>
                  <a:pt x="2515152" y="1581150"/>
                </a:lnTo>
                <a:lnTo>
                  <a:pt x="2571045" y="1581150"/>
                </a:lnTo>
                <a:lnTo>
                  <a:pt x="2626938" y="1581150"/>
                </a:lnTo>
                <a:lnTo>
                  <a:pt x="2682831" y="1581150"/>
                </a:lnTo>
                <a:lnTo>
                  <a:pt x="2738723" y="1581150"/>
                </a:lnTo>
                <a:lnTo>
                  <a:pt x="2794616" y="1581150"/>
                </a:lnTo>
                <a:lnTo>
                  <a:pt x="2850509" y="1581150"/>
                </a:lnTo>
                <a:lnTo>
                  <a:pt x="2906401" y="1581150"/>
                </a:lnTo>
                <a:lnTo>
                  <a:pt x="2962294" y="1581150"/>
                </a:lnTo>
                <a:lnTo>
                  <a:pt x="3018187" y="1581150"/>
                </a:lnTo>
                <a:lnTo>
                  <a:pt x="3074079" y="1581150"/>
                </a:lnTo>
                <a:lnTo>
                  <a:pt x="3129972" y="1581150"/>
                </a:lnTo>
                <a:lnTo>
                  <a:pt x="3185865" y="1581150"/>
                </a:lnTo>
                <a:lnTo>
                  <a:pt x="3241758" y="1581150"/>
                </a:lnTo>
                <a:lnTo>
                  <a:pt x="3297650" y="1581150"/>
                </a:lnTo>
                <a:lnTo>
                  <a:pt x="3353533" y="1581150"/>
                </a:lnTo>
                <a:lnTo>
                  <a:pt x="3409426" y="1581150"/>
                </a:lnTo>
                <a:lnTo>
                  <a:pt x="3465319" y="1581150"/>
                </a:lnTo>
                <a:lnTo>
                  <a:pt x="3521212" y="1581150"/>
                </a:lnTo>
                <a:lnTo>
                  <a:pt x="3577104" y="1581150"/>
                </a:lnTo>
                <a:lnTo>
                  <a:pt x="3632997" y="1581150"/>
                </a:lnTo>
                <a:lnTo>
                  <a:pt x="3688890" y="1581150"/>
                </a:lnTo>
                <a:lnTo>
                  <a:pt x="3744782" y="1581150"/>
                </a:lnTo>
                <a:lnTo>
                  <a:pt x="3800675" y="1581150"/>
                </a:lnTo>
                <a:lnTo>
                  <a:pt x="3856568" y="1581150"/>
                </a:lnTo>
                <a:lnTo>
                  <a:pt x="3912460" y="1581150"/>
                </a:lnTo>
                <a:lnTo>
                  <a:pt x="3968353" y="1581150"/>
                </a:lnTo>
                <a:lnTo>
                  <a:pt x="4024246" y="1581150"/>
                </a:lnTo>
                <a:lnTo>
                  <a:pt x="4080139" y="1581150"/>
                </a:lnTo>
                <a:lnTo>
                  <a:pt x="4136031" y="1581150"/>
                </a:lnTo>
                <a:lnTo>
                  <a:pt x="4191924" y="1581150"/>
                </a:lnTo>
                <a:lnTo>
                  <a:pt x="4247817" y="1581150"/>
                </a:lnTo>
                <a:lnTo>
                  <a:pt x="4303709" y="1581150"/>
                </a:lnTo>
                <a:lnTo>
                  <a:pt x="4359602" y="1581150"/>
                </a:lnTo>
                <a:lnTo>
                  <a:pt x="4415495" y="1581150"/>
                </a:lnTo>
                <a:lnTo>
                  <a:pt x="4471387" y="1581150"/>
                </a:lnTo>
                <a:lnTo>
                  <a:pt x="4527080" y="1578445"/>
                </a:lnTo>
                <a:lnTo>
                  <a:pt x="4582373" y="1570263"/>
                </a:lnTo>
                <a:lnTo>
                  <a:pt x="4637656" y="1562090"/>
                </a:lnTo>
                <a:lnTo>
                  <a:pt x="4692948" y="1553918"/>
                </a:lnTo>
                <a:lnTo>
                  <a:pt x="4748241" y="1545746"/>
                </a:lnTo>
                <a:lnTo>
                  <a:pt x="4800867" y="1531753"/>
                </a:lnTo>
                <a:lnTo>
                  <a:pt x="4843148" y="1495196"/>
                </a:lnTo>
                <a:lnTo>
                  <a:pt x="4885420" y="1458639"/>
                </a:lnTo>
                <a:lnTo>
                  <a:pt x="4927702" y="1422083"/>
                </a:lnTo>
                <a:lnTo>
                  <a:pt x="4969974" y="1385516"/>
                </a:lnTo>
                <a:lnTo>
                  <a:pt x="5012255" y="1348959"/>
                </a:lnTo>
                <a:lnTo>
                  <a:pt x="5054527" y="1312402"/>
                </a:lnTo>
                <a:lnTo>
                  <a:pt x="5096808" y="1275836"/>
                </a:lnTo>
                <a:lnTo>
                  <a:pt x="5139080" y="1239279"/>
                </a:lnTo>
                <a:lnTo>
                  <a:pt x="5181362" y="1202722"/>
                </a:lnTo>
                <a:lnTo>
                  <a:pt x="5223634" y="1166155"/>
                </a:lnTo>
                <a:lnTo>
                  <a:pt x="5265915" y="1129598"/>
                </a:lnTo>
                <a:lnTo>
                  <a:pt x="5276850" y="1078706"/>
                </a:lnTo>
                <a:lnTo>
                  <a:pt x="5276850" y="1022814"/>
                </a:lnTo>
                <a:lnTo>
                  <a:pt x="5276850" y="966921"/>
                </a:lnTo>
                <a:lnTo>
                  <a:pt x="5276850" y="911028"/>
                </a:lnTo>
                <a:lnTo>
                  <a:pt x="5276850" y="855135"/>
                </a:lnTo>
                <a:lnTo>
                  <a:pt x="5276850" y="799243"/>
                </a:lnTo>
                <a:lnTo>
                  <a:pt x="5276850" y="743350"/>
                </a:lnTo>
                <a:lnTo>
                  <a:pt x="5276850" y="687457"/>
                </a:lnTo>
                <a:lnTo>
                  <a:pt x="5276850" y="631565"/>
                </a:lnTo>
                <a:lnTo>
                  <a:pt x="5276850" y="575672"/>
                </a:lnTo>
                <a:lnTo>
                  <a:pt x="5276850" y="519779"/>
                </a:lnTo>
                <a:lnTo>
                  <a:pt x="5276850" y="463896"/>
                </a:lnTo>
                <a:lnTo>
                  <a:pt x="5276850" y="408003"/>
                </a:lnTo>
                <a:lnTo>
                  <a:pt x="5276850" y="352111"/>
                </a:lnTo>
                <a:lnTo>
                  <a:pt x="5276850" y="296218"/>
                </a:lnTo>
                <a:lnTo>
                  <a:pt x="5276850" y="240325"/>
                </a:lnTo>
                <a:lnTo>
                  <a:pt x="5276850" y="184433"/>
                </a:lnTo>
                <a:lnTo>
                  <a:pt x="5276850" y="128540"/>
                </a:lnTo>
                <a:lnTo>
                  <a:pt x="5276850" y="72647"/>
                </a:lnTo>
                <a:lnTo>
                  <a:pt x="5276850" y="16754"/>
                </a:lnTo>
                <a:lnTo>
                  <a:pt x="5237712" y="0"/>
                </a:lnTo>
                <a:lnTo>
                  <a:pt x="5181819" y="0"/>
                </a:lnTo>
                <a:lnTo>
                  <a:pt x="5125926" y="0"/>
                </a:lnTo>
                <a:lnTo>
                  <a:pt x="5070034" y="0"/>
                </a:lnTo>
                <a:lnTo>
                  <a:pt x="5014141" y="0"/>
                </a:lnTo>
                <a:lnTo>
                  <a:pt x="4958248" y="0"/>
                </a:lnTo>
                <a:lnTo>
                  <a:pt x="4902356" y="0"/>
                </a:lnTo>
                <a:lnTo>
                  <a:pt x="4846463" y="0"/>
                </a:lnTo>
                <a:lnTo>
                  <a:pt x="4790570" y="0"/>
                </a:lnTo>
                <a:lnTo>
                  <a:pt x="4734677" y="0"/>
                </a:lnTo>
                <a:lnTo>
                  <a:pt x="4678785" y="0"/>
                </a:lnTo>
                <a:lnTo>
                  <a:pt x="4622892" y="0"/>
                </a:lnTo>
                <a:lnTo>
                  <a:pt x="4566999" y="0"/>
                </a:lnTo>
                <a:lnTo>
                  <a:pt x="4511107" y="0"/>
                </a:lnTo>
                <a:lnTo>
                  <a:pt x="4455224" y="0"/>
                </a:lnTo>
                <a:lnTo>
                  <a:pt x="4399331" y="0"/>
                </a:lnTo>
                <a:lnTo>
                  <a:pt x="4343438" y="0"/>
                </a:lnTo>
                <a:lnTo>
                  <a:pt x="4287545" y="0"/>
                </a:lnTo>
                <a:lnTo>
                  <a:pt x="4231653" y="0"/>
                </a:lnTo>
                <a:lnTo>
                  <a:pt x="4175760" y="0"/>
                </a:lnTo>
                <a:lnTo>
                  <a:pt x="4119867" y="0"/>
                </a:lnTo>
                <a:lnTo>
                  <a:pt x="4063975" y="0"/>
                </a:lnTo>
                <a:lnTo>
                  <a:pt x="4008082" y="0"/>
                </a:lnTo>
                <a:lnTo>
                  <a:pt x="3952189" y="0"/>
                </a:lnTo>
                <a:lnTo>
                  <a:pt x="3896297" y="0"/>
                </a:lnTo>
                <a:lnTo>
                  <a:pt x="3840404" y="0"/>
                </a:lnTo>
                <a:lnTo>
                  <a:pt x="3784511" y="0"/>
                </a:lnTo>
                <a:lnTo>
                  <a:pt x="3728618" y="0"/>
                </a:lnTo>
                <a:lnTo>
                  <a:pt x="3672726" y="0"/>
                </a:lnTo>
                <a:lnTo>
                  <a:pt x="3616833" y="0"/>
                </a:lnTo>
                <a:lnTo>
                  <a:pt x="3560940" y="0"/>
                </a:lnTo>
                <a:lnTo>
                  <a:pt x="3505048" y="0"/>
                </a:lnTo>
                <a:lnTo>
                  <a:pt x="3449155" y="0"/>
                </a:lnTo>
                <a:lnTo>
                  <a:pt x="3393262" y="0"/>
                </a:lnTo>
                <a:lnTo>
                  <a:pt x="3337370" y="0"/>
                </a:lnTo>
                <a:lnTo>
                  <a:pt x="3281477" y="0"/>
                </a:lnTo>
                <a:lnTo>
                  <a:pt x="3225584" y="0"/>
                </a:lnTo>
                <a:lnTo>
                  <a:pt x="3169691" y="0"/>
                </a:lnTo>
                <a:lnTo>
                  <a:pt x="3113799" y="0"/>
                </a:lnTo>
                <a:lnTo>
                  <a:pt x="3057916" y="0"/>
                </a:lnTo>
                <a:lnTo>
                  <a:pt x="3002023" y="0"/>
                </a:lnTo>
                <a:lnTo>
                  <a:pt x="2946130" y="0"/>
                </a:lnTo>
                <a:lnTo>
                  <a:pt x="2890237" y="0"/>
                </a:lnTo>
                <a:lnTo>
                  <a:pt x="2834345" y="0"/>
                </a:lnTo>
                <a:lnTo>
                  <a:pt x="2778452" y="0"/>
                </a:lnTo>
                <a:lnTo>
                  <a:pt x="2722559" y="0"/>
                </a:lnTo>
                <a:lnTo>
                  <a:pt x="2666667" y="0"/>
                </a:lnTo>
                <a:lnTo>
                  <a:pt x="2610774" y="0"/>
                </a:lnTo>
                <a:lnTo>
                  <a:pt x="2554881" y="0"/>
                </a:lnTo>
                <a:lnTo>
                  <a:pt x="2498989" y="0"/>
                </a:lnTo>
                <a:lnTo>
                  <a:pt x="2443096" y="0"/>
                </a:lnTo>
                <a:lnTo>
                  <a:pt x="2387203" y="0"/>
                </a:lnTo>
                <a:lnTo>
                  <a:pt x="2331310" y="0"/>
                </a:lnTo>
                <a:lnTo>
                  <a:pt x="2275418" y="0"/>
                </a:lnTo>
                <a:lnTo>
                  <a:pt x="2219525" y="0"/>
                </a:lnTo>
                <a:lnTo>
                  <a:pt x="2163632" y="0"/>
                </a:lnTo>
                <a:lnTo>
                  <a:pt x="2107740" y="0"/>
                </a:lnTo>
                <a:lnTo>
                  <a:pt x="2051847" y="0"/>
                </a:lnTo>
                <a:lnTo>
                  <a:pt x="1995954" y="0"/>
                </a:lnTo>
                <a:lnTo>
                  <a:pt x="1940062" y="0"/>
                </a:lnTo>
                <a:lnTo>
                  <a:pt x="1884169" y="0"/>
                </a:lnTo>
                <a:lnTo>
                  <a:pt x="1828276" y="0"/>
                </a:lnTo>
                <a:lnTo>
                  <a:pt x="1772393" y="0"/>
                </a:lnTo>
                <a:lnTo>
                  <a:pt x="1716491" y="0"/>
                </a:lnTo>
                <a:lnTo>
                  <a:pt x="1660608" y="0"/>
                </a:lnTo>
                <a:lnTo>
                  <a:pt x="1604715" y="0"/>
                </a:lnTo>
                <a:lnTo>
                  <a:pt x="1548822" y="0"/>
                </a:lnTo>
                <a:lnTo>
                  <a:pt x="1492929" y="0"/>
                </a:lnTo>
                <a:lnTo>
                  <a:pt x="1437037" y="0"/>
                </a:lnTo>
                <a:lnTo>
                  <a:pt x="1381144" y="0"/>
                </a:lnTo>
                <a:lnTo>
                  <a:pt x="1325251" y="0"/>
                </a:lnTo>
                <a:lnTo>
                  <a:pt x="1269359" y="0"/>
                </a:lnTo>
                <a:lnTo>
                  <a:pt x="1213466" y="0"/>
                </a:lnTo>
                <a:lnTo>
                  <a:pt x="1157573" y="0"/>
                </a:lnTo>
                <a:lnTo>
                  <a:pt x="1101681" y="0"/>
                </a:lnTo>
                <a:lnTo>
                  <a:pt x="1045788" y="0"/>
                </a:lnTo>
                <a:lnTo>
                  <a:pt x="989895" y="0"/>
                </a:lnTo>
                <a:lnTo>
                  <a:pt x="934002" y="0"/>
                </a:lnTo>
                <a:lnTo>
                  <a:pt x="878110" y="0"/>
                </a:lnTo>
                <a:lnTo>
                  <a:pt x="822217" y="0"/>
                </a:lnTo>
                <a:lnTo>
                  <a:pt x="766324" y="0"/>
                </a:lnTo>
                <a:lnTo>
                  <a:pt x="710432" y="0"/>
                </a:lnTo>
                <a:lnTo>
                  <a:pt x="654539" y="0"/>
                </a:lnTo>
                <a:lnTo>
                  <a:pt x="598646" y="0"/>
                </a:lnTo>
                <a:lnTo>
                  <a:pt x="542754" y="0"/>
                </a:lnTo>
                <a:lnTo>
                  <a:pt x="486870" y="0"/>
                </a:lnTo>
                <a:lnTo>
                  <a:pt x="430968" y="0"/>
                </a:lnTo>
                <a:lnTo>
                  <a:pt x="375085" y="0"/>
                </a:lnTo>
                <a:lnTo>
                  <a:pt x="319192" y="0"/>
                </a:lnTo>
                <a:lnTo>
                  <a:pt x="263300" y="0"/>
                </a:lnTo>
                <a:lnTo>
                  <a:pt x="207407" y="0"/>
                </a:lnTo>
                <a:lnTo>
                  <a:pt x="151514" y="0"/>
                </a:lnTo>
                <a:lnTo>
                  <a:pt x="95621" y="0"/>
                </a:lnTo>
                <a:lnTo>
                  <a:pt x="39729" y="0"/>
                </a:lnTo>
                <a:lnTo>
                  <a:pt x="0" y="16164"/>
                </a:lnTo>
                <a:lnTo>
                  <a:pt x="0" y="72057"/>
                </a:lnTo>
                <a:lnTo>
                  <a:pt x="0" y="127949"/>
                </a:lnTo>
                <a:lnTo>
                  <a:pt x="0" y="183842"/>
                </a:lnTo>
                <a:lnTo>
                  <a:pt x="0" y="239735"/>
                </a:lnTo>
                <a:lnTo>
                  <a:pt x="0" y="295627"/>
                </a:lnTo>
                <a:lnTo>
                  <a:pt x="0" y="351520"/>
                </a:lnTo>
                <a:lnTo>
                  <a:pt x="0" y="407413"/>
                </a:lnTo>
                <a:lnTo>
                  <a:pt x="0" y="463306"/>
                </a:lnTo>
                <a:lnTo>
                  <a:pt x="0" y="519198"/>
                </a:lnTo>
                <a:lnTo>
                  <a:pt x="0" y="575091"/>
                </a:lnTo>
                <a:lnTo>
                  <a:pt x="0" y="630984"/>
                </a:lnTo>
                <a:lnTo>
                  <a:pt x="0" y="686876"/>
                </a:lnTo>
                <a:lnTo>
                  <a:pt x="0" y="742769"/>
                </a:lnTo>
                <a:lnTo>
                  <a:pt x="0" y="798662"/>
                </a:lnTo>
                <a:lnTo>
                  <a:pt x="0" y="854554"/>
                </a:lnTo>
                <a:lnTo>
                  <a:pt x="0" y="910438"/>
                </a:lnTo>
                <a:lnTo>
                  <a:pt x="0" y="966340"/>
                </a:lnTo>
                <a:lnTo>
                  <a:pt x="0" y="1022223"/>
                </a:lnTo>
                <a:lnTo>
                  <a:pt x="0" y="1078116"/>
                </a:lnTo>
                <a:lnTo>
                  <a:pt x="0" y="1134008"/>
                </a:lnTo>
                <a:lnTo>
                  <a:pt x="0" y="1189901"/>
                </a:lnTo>
                <a:lnTo>
                  <a:pt x="0" y="1245794"/>
                </a:lnTo>
                <a:lnTo>
                  <a:pt x="0" y="1301687"/>
                </a:lnTo>
                <a:lnTo>
                  <a:pt x="0" y="1357579"/>
                </a:lnTo>
                <a:lnTo>
                  <a:pt x="0" y="1413472"/>
                </a:lnTo>
                <a:lnTo>
                  <a:pt x="0" y="1469365"/>
                </a:lnTo>
                <a:lnTo>
                  <a:pt x="0" y="1525257"/>
                </a:lnTo>
                <a:lnTo>
                  <a:pt x="0" y="1581150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D1E4EB95-458C-422F-934B-CC10CB54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229100"/>
            <a:ext cx="527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49E77B2B-D614-42D8-B972-43258199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5704" y="5349240"/>
            <a:ext cx="842896" cy="461362"/>
          </a:xfrm>
          <a:custGeom xmlns:a="http://schemas.openxmlformats.org/drawingml/2006/main">
            <a:pathLst>
              <a:path w="842896" h="461362">
                <a:moveTo>
                  <a:pt x="842896" y="0"/>
                </a:moveTo>
                <a:lnTo>
                  <a:pt x="839895" y="18793"/>
                </a:lnTo>
                <a:lnTo>
                  <a:pt x="835571" y="37328"/>
                </a:lnTo>
                <a:lnTo>
                  <a:pt x="830266" y="55616"/>
                </a:lnTo>
                <a:lnTo>
                  <a:pt x="824103" y="73628"/>
                </a:lnTo>
                <a:lnTo>
                  <a:pt x="817121" y="91335"/>
                </a:lnTo>
                <a:lnTo>
                  <a:pt x="809387" y="108737"/>
                </a:lnTo>
                <a:lnTo>
                  <a:pt x="800929" y="125787"/>
                </a:lnTo>
                <a:lnTo>
                  <a:pt x="791785" y="142484"/>
                </a:lnTo>
                <a:lnTo>
                  <a:pt x="781974" y="158801"/>
                </a:lnTo>
                <a:lnTo>
                  <a:pt x="771515" y="174708"/>
                </a:lnTo>
                <a:lnTo>
                  <a:pt x="760447" y="190195"/>
                </a:lnTo>
                <a:lnTo>
                  <a:pt x="748789" y="205254"/>
                </a:lnTo>
                <a:lnTo>
                  <a:pt x="736578" y="219856"/>
                </a:lnTo>
                <a:lnTo>
                  <a:pt x="723833" y="233991"/>
                </a:lnTo>
                <a:lnTo>
                  <a:pt x="710575" y="247660"/>
                </a:lnTo>
                <a:lnTo>
                  <a:pt x="696849" y="260852"/>
                </a:lnTo>
                <a:lnTo>
                  <a:pt x="682657" y="273548"/>
                </a:lnTo>
                <a:lnTo>
                  <a:pt x="668055" y="285760"/>
                </a:lnTo>
                <a:lnTo>
                  <a:pt x="653053" y="297475"/>
                </a:lnTo>
                <a:lnTo>
                  <a:pt x="637680" y="308705"/>
                </a:lnTo>
                <a:lnTo>
                  <a:pt x="621963" y="319449"/>
                </a:lnTo>
                <a:lnTo>
                  <a:pt x="605923" y="329708"/>
                </a:lnTo>
                <a:lnTo>
                  <a:pt x="589588" y="339490"/>
                </a:lnTo>
                <a:lnTo>
                  <a:pt x="572986" y="348806"/>
                </a:lnTo>
                <a:lnTo>
                  <a:pt x="556136" y="357664"/>
                </a:lnTo>
                <a:lnTo>
                  <a:pt x="539048" y="366065"/>
                </a:lnTo>
                <a:lnTo>
                  <a:pt x="521760" y="374028"/>
                </a:lnTo>
                <a:lnTo>
                  <a:pt x="504273" y="381562"/>
                </a:lnTo>
                <a:lnTo>
                  <a:pt x="486613" y="388668"/>
                </a:lnTo>
                <a:lnTo>
                  <a:pt x="468792" y="395373"/>
                </a:lnTo>
                <a:lnTo>
                  <a:pt x="450828" y="401679"/>
                </a:lnTo>
                <a:lnTo>
                  <a:pt x="432730" y="407594"/>
                </a:lnTo>
                <a:lnTo>
                  <a:pt x="414518" y="413147"/>
                </a:lnTo>
                <a:lnTo>
                  <a:pt x="396202" y="418328"/>
                </a:lnTo>
                <a:lnTo>
                  <a:pt x="377781" y="423158"/>
                </a:lnTo>
                <a:lnTo>
                  <a:pt x="359283" y="427653"/>
                </a:lnTo>
                <a:lnTo>
                  <a:pt x="340709" y="431816"/>
                </a:lnTo>
                <a:lnTo>
                  <a:pt x="322059" y="435654"/>
                </a:lnTo>
                <a:lnTo>
                  <a:pt x="303352" y="439188"/>
                </a:lnTo>
                <a:lnTo>
                  <a:pt x="284588" y="442427"/>
                </a:lnTo>
                <a:lnTo>
                  <a:pt x="265776" y="445379"/>
                </a:lnTo>
                <a:lnTo>
                  <a:pt x="246926" y="448046"/>
                </a:lnTo>
                <a:lnTo>
                  <a:pt x="228038" y="450447"/>
                </a:lnTo>
                <a:lnTo>
                  <a:pt x="209121" y="452580"/>
                </a:lnTo>
                <a:lnTo>
                  <a:pt x="190176" y="454466"/>
                </a:lnTo>
                <a:lnTo>
                  <a:pt x="171212" y="456105"/>
                </a:lnTo>
                <a:lnTo>
                  <a:pt x="152229" y="457505"/>
                </a:lnTo>
                <a:lnTo>
                  <a:pt x="133226" y="458686"/>
                </a:lnTo>
                <a:lnTo>
                  <a:pt x="114205" y="459638"/>
                </a:lnTo>
                <a:lnTo>
                  <a:pt x="95183" y="460372"/>
                </a:lnTo>
                <a:lnTo>
                  <a:pt x="76152" y="460905"/>
                </a:lnTo>
                <a:lnTo>
                  <a:pt x="57112" y="461229"/>
                </a:lnTo>
                <a:lnTo>
                  <a:pt x="38071" y="461362"/>
                </a:lnTo>
                <a:lnTo>
                  <a:pt x="19040" y="461305"/>
                </a:lnTo>
                <a:lnTo>
                  <a:pt x="0" y="461058"/>
                </a:lnTo>
                <a:lnTo>
                  <a:pt x="13192" y="460686"/>
                </a:lnTo>
                <a:lnTo>
                  <a:pt x="32214" y="459848"/>
                </a:lnTo>
                <a:lnTo>
                  <a:pt x="51206" y="458610"/>
                </a:lnTo>
                <a:lnTo>
                  <a:pt x="70180" y="457019"/>
                </a:lnTo>
                <a:lnTo>
                  <a:pt x="89125" y="455085"/>
                </a:lnTo>
                <a:lnTo>
                  <a:pt x="108023" y="452799"/>
                </a:lnTo>
                <a:lnTo>
                  <a:pt x="126883" y="450161"/>
                </a:lnTo>
                <a:lnTo>
                  <a:pt x="145675" y="447161"/>
                </a:lnTo>
                <a:lnTo>
                  <a:pt x="164421" y="443779"/>
                </a:lnTo>
                <a:lnTo>
                  <a:pt x="183080" y="440007"/>
                </a:lnTo>
                <a:lnTo>
                  <a:pt x="201644" y="435816"/>
                </a:lnTo>
                <a:lnTo>
                  <a:pt x="220113" y="431187"/>
                </a:lnTo>
                <a:lnTo>
                  <a:pt x="238458" y="426091"/>
                </a:lnTo>
                <a:lnTo>
                  <a:pt x="256651" y="420491"/>
                </a:lnTo>
                <a:lnTo>
                  <a:pt x="274672" y="414347"/>
                </a:lnTo>
                <a:lnTo>
                  <a:pt x="292494" y="407641"/>
                </a:lnTo>
                <a:lnTo>
                  <a:pt x="310058" y="400307"/>
                </a:lnTo>
                <a:lnTo>
                  <a:pt x="327336" y="392306"/>
                </a:lnTo>
                <a:lnTo>
                  <a:pt x="344253" y="383581"/>
                </a:lnTo>
                <a:lnTo>
                  <a:pt x="360750" y="374075"/>
                </a:lnTo>
                <a:lnTo>
                  <a:pt x="376733" y="363741"/>
                </a:lnTo>
                <a:lnTo>
                  <a:pt x="392106" y="352511"/>
                </a:lnTo>
                <a:lnTo>
                  <a:pt x="406746" y="340338"/>
                </a:lnTo>
                <a:lnTo>
                  <a:pt x="420510" y="327193"/>
                </a:lnTo>
                <a:lnTo>
                  <a:pt x="433235" y="313039"/>
                </a:lnTo>
                <a:lnTo>
                  <a:pt x="444779" y="297904"/>
                </a:lnTo>
                <a:lnTo>
                  <a:pt x="454971" y="281826"/>
                </a:lnTo>
                <a:lnTo>
                  <a:pt x="463667" y="264900"/>
                </a:lnTo>
                <a:lnTo>
                  <a:pt x="470764" y="247240"/>
                </a:lnTo>
                <a:lnTo>
                  <a:pt x="476221" y="229010"/>
                </a:lnTo>
                <a:lnTo>
                  <a:pt x="480031" y="210360"/>
                </a:lnTo>
                <a:lnTo>
                  <a:pt x="482241" y="191462"/>
                </a:lnTo>
                <a:lnTo>
                  <a:pt x="482946" y="172441"/>
                </a:lnTo>
                <a:lnTo>
                  <a:pt x="482260" y="153410"/>
                </a:lnTo>
                <a:lnTo>
                  <a:pt x="493805" y="144532"/>
                </a:lnTo>
                <a:lnTo>
                  <a:pt x="512464" y="140741"/>
                </a:lnTo>
                <a:lnTo>
                  <a:pt x="531038" y="136541"/>
                </a:lnTo>
                <a:lnTo>
                  <a:pt x="549516" y="131988"/>
                </a:lnTo>
                <a:lnTo>
                  <a:pt x="567919" y="127102"/>
                </a:lnTo>
                <a:lnTo>
                  <a:pt x="586226" y="121882"/>
                </a:lnTo>
                <a:lnTo>
                  <a:pt x="604447" y="116338"/>
                </a:lnTo>
                <a:lnTo>
                  <a:pt x="622554" y="110471"/>
                </a:lnTo>
                <a:lnTo>
                  <a:pt x="640556" y="104270"/>
                </a:lnTo>
                <a:lnTo>
                  <a:pt x="658435" y="97727"/>
                </a:lnTo>
                <a:lnTo>
                  <a:pt x="676189" y="90840"/>
                </a:lnTo>
                <a:lnTo>
                  <a:pt x="693791" y="83601"/>
                </a:lnTo>
                <a:lnTo>
                  <a:pt x="711241" y="75990"/>
                </a:lnTo>
                <a:lnTo>
                  <a:pt x="728520" y="67989"/>
                </a:lnTo>
                <a:lnTo>
                  <a:pt x="745617" y="59607"/>
                </a:lnTo>
                <a:lnTo>
                  <a:pt x="762495" y="50797"/>
                </a:lnTo>
                <a:lnTo>
                  <a:pt x="779145" y="41577"/>
                </a:lnTo>
                <a:lnTo>
                  <a:pt x="795538" y="31899"/>
                </a:lnTo>
                <a:lnTo>
                  <a:pt x="811654" y="21755"/>
                </a:lnTo>
                <a:lnTo>
                  <a:pt x="827446" y="11125"/>
                </a:lnTo>
                <a:lnTo>
                  <a:pt x="842896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11430">
            <a:solidFill>
              <a:srgbClr val="85837B"/>
            </a:solidFill>
            <a:prstDash val="solid"/>
          </a:ln>
        </p:spPr>
      </p:sp>
      <p:sp>
        <p:nvSpPr>
          <p:cNvPr id="24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DAF19FBD-57D7-4E58-BFDE-EC6280DD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2860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5" name="note-body-0">
            <a:extLst xmlns:a="http://schemas.openxmlformats.org/drawingml/2006/main">
              <a:ext uri="{FF2B5EF4-FFF2-40B4-BE49-F238E27FC236}">
                <a16:creationId xmlns:a16="http://schemas.microsoft.com/office/drawing/2014/main" id="{FAD0BAA6-925A-4D16-B92E-82F67BA3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81300"/>
            <a:ext cx="4686300" cy="501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接手者能找到继续工作所需的资料。</a:t>
            </a:r>
          </a:p>
        </p:txBody>
      </p:sp>
      <p:sp>
        <p:nvSpPr>
          <p:cNvPr id="26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BE8DBFC4-8D41-40EC-8C39-56F96579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2860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7" name="note-body-1">
            <a:extLst xmlns:a="http://schemas.openxmlformats.org/drawingml/2006/main">
              <a:ext uri="{FF2B5EF4-FFF2-40B4-BE49-F238E27FC236}">
                <a16:creationId xmlns:a16="http://schemas.microsoft.com/office/drawing/2014/main" id="{46F867E4-C85B-4A40-BA2D-CAFF8AFC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781300"/>
            <a:ext cx="4686300" cy="501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接手者能辨认应使用哪一份文件。</a:t>
            </a:r>
          </a:p>
        </p:txBody>
      </p:sp>
      <p:sp>
        <p:nvSpPr>
          <p:cNvPr id="28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ECD63176-7AC4-4517-823E-68237C4F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2291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9" name="note-body-2">
            <a:extLst xmlns:a="http://schemas.openxmlformats.org/drawingml/2006/main">
              <a:ext uri="{FF2B5EF4-FFF2-40B4-BE49-F238E27FC236}">
                <a16:creationId xmlns:a16="http://schemas.microsoft.com/office/drawing/2014/main" id="{5EAB636D-83F5-4FEC-A48E-E6035DAF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724400"/>
            <a:ext cx="4686300" cy="501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接手者能确认工作由谁继续负责。</a:t>
            </a:r>
          </a:p>
        </p:txBody>
      </p:sp>
      <p:sp>
        <p:nvSpPr>
          <p:cNvPr id="30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E4F9BE4F-1502-4E02-9E3C-F2E9D7FE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42291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1" name="note-body-3">
            <a:extLst xmlns:a="http://schemas.openxmlformats.org/drawingml/2006/main">
              <a:ext uri="{FF2B5EF4-FFF2-40B4-BE49-F238E27FC236}">
                <a16:creationId xmlns:a16="http://schemas.microsoft.com/office/drawing/2014/main" id="{4139EBBC-3E83-477D-A426-F6EFFA44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724400"/>
            <a:ext cx="4686300" cy="501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接手者能理解例外情况及其处理理由。</a:t>
            </a:r>
          </a:p>
        </p:txBody>
      </p:sp>
      <p:sp>
        <p:nvSpPr>
          <p:cNvPr id="32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A248B64A-616C-4D37-8553-0BE229EE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286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252cd7c5a4444">
            <a:extLst>
              <a:ext uri="{96DAC541-7B7A-43D3-8B79-37D633B846F1}">
                <asvg:svgBlip xmlns:asvg="http://schemas.microsoft.com/office/drawing/2016/SVG/main" r:embed="Ra7000559b78a42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" y="2362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1AF69DC8-0101-4441-8C83-9EA3C4D0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2860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5c9fc7c214f74">
            <a:extLst>
              <a:ext uri="{96DAC541-7B7A-43D3-8B79-37D633B846F1}">
                <asvg:svgBlip xmlns:asvg="http://schemas.microsoft.com/office/drawing/2016/SVG/main" r:embed="Rbb448923ee024e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96050" y="2362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6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A562E6BA-69D4-4C4F-B2D1-02D376DA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2291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4df1baaf74314">
            <a:extLst>
              <a:ext uri="{96DAC541-7B7A-43D3-8B79-37D633B846F1}">
                <asvg:svgBlip xmlns:asvg="http://schemas.microsoft.com/office/drawing/2016/SVG/main" r:embed="Rffdebed748f74d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7700" y="43053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A5CE3B61-B0FD-42E5-BFC8-3E847374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42291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15b3e89464423">
            <a:extLst>
              <a:ext uri="{96DAC541-7B7A-43D3-8B79-37D633B846F1}">
                <asvg:svgBlip xmlns:asvg="http://schemas.microsoft.com/office/drawing/2016/SVG/main" r:embed="R55117e097f3d41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96050" y="4305300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60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2026-09-08T06:16:47.0030000Z</dcterms:created>
  <dcterms:modified xsi:type="dcterms:W3CDTF">2026-09-08T06:16:47.0030000Z</dcterms:modified>
</coreProperties>
</file>