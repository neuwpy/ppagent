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fd575e296462f" /><Relationship Type="http://schemas.openxmlformats.org/officeDocument/2006/relationships/extended-properties" Target="/docProps/app.xml" Id="R3ea99ec10c6e4ce9" /><Relationship Type="http://schemas.openxmlformats.org/officeDocument/2006/relationships/officeDocument" Target="/ppt/presentation.xml" Id="R25774ff2d910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f979796bb8454d"/>
  </p:sldMasterIdLst>
  <p:notesMasterIdLst>
    <p:notesMasterId xmlns:r="http://schemas.openxmlformats.org/officeDocument/2006/relationships" r:id="Ra8fcf4f84d5c4251"/>
  </p:notesMasterIdLst>
  <p:sldIdLst>
    <p:sldId xmlns:r="http://schemas.openxmlformats.org/officeDocument/2006/relationships" id="256" r:id="R98d7bd6002764b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82e9105e574160" /><Relationship Type="http://schemas.openxmlformats.org/officeDocument/2006/relationships/slideMaster" Target="/ppt/slideMasters/slideMaster1.xml" Id="R55f979796bb8454d" /><Relationship Type="http://schemas.openxmlformats.org/officeDocument/2006/relationships/notesMaster" Target="/ppt/notesMasters/notesMaster1.xml" Id="Ra8fcf4f84d5c4251" /><Relationship Type="http://schemas.openxmlformats.org/officeDocument/2006/relationships/presProps" Target="/ppt/presProps.xml" Id="R083c2b5f48354d59" /><Relationship Type="http://schemas.openxmlformats.org/officeDocument/2006/relationships/tableStyles" Target="/ppt/tableStyles.xml" Id="Rba60a09c31cf49b6" /><Relationship Type="http://schemas.openxmlformats.org/officeDocument/2006/relationships/slide" Target="/ppt/slides/slide1.xml" Id="R98d7bd6002764b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2d73569c4849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257c122b5445b0" /><Relationship Type="http://schemas.openxmlformats.org/officeDocument/2006/relationships/notesMaster" Target="/ppt/notesMasters/notesMaster1.xml" Id="R3a2eaf1c090c4e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15b669d034b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b1d6d279794a7e" /><Relationship Type="http://schemas.openxmlformats.org/officeDocument/2006/relationships/slideLayout" Target="/ppt/slideLayouts/slideLayout1.xml" Id="Rbdfc1fec369d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c1fec369d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ca5551d6b4f82" /><Relationship Type="http://schemas.openxmlformats.org/officeDocument/2006/relationships/image" Target="/ppt/media/image.png" Id="Rd58aa28a552746dc" /><Relationship Type="http://schemas.openxmlformats.org/officeDocument/2006/relationships/image" Target="/ppt/media/image.svg" Id="R3eb35744a3754604" /><Relationship Type="http://schemas.openxmlformats.org/officeDocument/2006/relationships/image" Target="/ppt/media/image2.png" Id="Rfcff70cfa579445e" /><Relationship Type="http://schemas.openxmlformats.org/officeDocument/2006/relationships/image" Target="/ppt/media/image2.svg" Id="Rc21bfd1731d344b7" /><Relationship Type="http://schemas.openxmlformats.org/officeDocument/2006/relationships/image" Target="/ppt/media/image3.png" Id="Rc80816e5b9e34589" /><Relationship Type="http://schemas.openxmlformats.org/officeDocument/2006/relationships/image" Target="/ppt/media/image3.svg" Id="R4df905d005bd4394" /><Relationship Type="http://schemas.openxmlformats.org/officeDocument/2006/relationships/image" Target="/ppt/media/image4.png" Id="R52e1ed12cb934676" /><Relationship Type="http://schemas.openxmlformats.org/officeDocument/2006/relationships/image" Target="/ppt/media/image4.svg" Id="R24d5522bf58e4764" /><Relationship Type="http://schemas.openxmlformats.org/officeDocument/2006/relationships/notesSlide" Target="/ppt/notesSlides/notesSlide1.xml" Id="R107b32fa2a5346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paper">
            <a:extLst xmlns:a="http://schemas.openxmlformats.org/drawingml/2006/main">
              <a:ext uri="{FF2B5EF4-FFF2-40B4-BE49-F238E27FC236}">
                <a16:creationId xmlns:a16="http://schemas.microsoft.com/office/drawing/2014/main" id="{19317709-CB2A-4D87-A41B-444B0277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7603DB34-65A0-4967-81DE-69F981E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D054506-0296-4406-90EC-D51DDA96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交接验收的四项条件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389F311-E551-4360-ABC3-49A8A837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697E4DCA-D5FA-48A7-9868-B6081CC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AB77ABC8-4726-4F91-9917-6BC07439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以工作能否接续，判断交接是否完成。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111DED-04C5-4798-9637-97E9297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59D01C5E-96CD-4429-BC77-E1115DC8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764" y="2981325"/>
            <a:ext cx="3143374" cy="506492"/>
          </a:xfrm>
          <a:custGeom xmlns:a="http://schemas.openxmlformats.org/drawingml/2006/main">
            <a:pathLst>
              <a:path w="3143374" h="506492">
                <a:moveTo>
                  <a:pt x="3142736" y="0"/>
                </a:moveTo>
                <a:lnTo>
                  <a:pt x="3143374" y="28813"/>
                </a:lnTo>
                <a:lnTo>
                  <a:pt x="3141888" y="57607"/>
                </a:lnTo>
                <a:lnTo>
                  <a:pt x="3138649" y="86249"/>
                </a:lnTo>
                <a:lnTo>
                  <a:pt x="3133754" y="114662"/>
                </a:lnTo>
                <a:lnTo>
                  <a:pt x="3127210" y="142732"/>
                </a:lnTo>
                <a:lnTo>
                  <a:pt x="3119009" y="170374"/>
                </a:lnTo>
                <a:lnTo>
                  <a:pt x="3109141" y="197453"/>
                </a:lnTo>
                <a:lnTo>
                  <a:pt x="3097587" y="223866"/>
                </a:lnTo>
                <a:lnTo>
                  <a:pt x="3084347" y="249469"/>
                </a:lnTo>
                <a:lnTo>
                  <a:pt x="3069450" y="274149"/>
                </a:lnTo>
                <a:lnTo>
                  <a:pt x="3052915" y="297761"/>
                </a:lnTo>
                <a:lnTo>
                  <a:pt x="3034817" y="320202"/>
                </a:lnTo>
                <a:lnTo>
                  <a:pt x="3015244" y="341366"/>
                </a:lnTo>
                <a:lnTo>
                  <a:pt x="2994289" y="361159"/>
                </a:lnTo>
                <a:lnTo>
                  <a:pt x="2972086" y="379552"/>
                </a:lnTo>
                <a:lnTo>
                  <a:pt x="2948759" y="396488"/>
                </a:lnTo>
                <a:lnTo>
                  <a:pt x="2924442" y="411975"/>
                </a:lnTo>
                <a:lnTo>
                  <a:pt x="2899277" y="426025"/>
                </a:lnTo>
                <a:lnTo>
                  <a:pt x="2873369" y="438664"/>
                </a:lnTo>
                <a:lnTo>
                  <a:pt x="2846842" y="449961"/>
                </a:lnTo>
                <a:lnTo>
                  <a:pt x="2819800" y="459953"/>
                </a:lnTo>
                <a:lnTo>
                  <a:pt x="2792330" y="468716"/>
                </a:lnTo>
                <a:lnTo>
                  <a:pt x="2764526" y="476317"/>
                </a:lnTo>
                <a:lnTo>
                  <a:pt x="2736437" y="482822"/>
                </a:lnTo>
                <a:lnTo>
                  <a:pt x="2708129" y="488299"/>
                </a:lnTo>
                <a:lnTo>
                  <a:pt x="2679659" y="492814"/>
                </a:lnTo>
                <a:lnTo>
                  <a:pt x="2651055" y="496424"/>
                </a:lnTo>
                <a:lnTo>
                  <a:pt x="2622356" y="499196"/>
                </a:lnTo>
                <a:lnTo>
                  <a:pt x="2593591" y="501177"/>
                </a:lnTo>
                <a:lnTo>
                  <a:pt x="2564768" y="501920"/>
                </a:lnTo>
                <a:lnTo>
                  <a:pt x="2535936" y="502349"/>
                </a:lnTo>
                <a:lnTo>
                  <a:pt x="2507113" y="502682"/>
                </a:lnTo>
                <a:lnTo>
                  <a:pt x="2478281" y="502958"/>
                </a:lnTo>
                <a:lnTo>
                  <a:pt x="2449449" y="503206"/>
                </a:lnTo>
                <a:lnTo>
                  <a:pt x="2420617" y="503434"/>
                </a:lnTo>
                <a:lnTo>
                  <a:pt x="2391785" y="503634"/>
                </a:lnTo>
                <a:lnTo>
                  <a:pt x="2362952" y="503815"/>
                </a:lnTo>
                <a:lnTo>
                  <a:pt x="2334120" y="503987"/>
                </a:lnTo>
                <a:lnTo>
                  <a:pt x="2305288" y="504139"/>
                </a:lnTo>
                <a:lnTo>
                  <a:pt x="2276456" y="504301"/>
                </a:lnTo>
                <a:lnTo>
                  <a:pt x="2247624" y="504434"/>
                </a:lnTo>
                <a:lnTo>
                  <a:pt x="2218792" y="504568"/>
                </a:lnTo>
                <a:lnTo>
                  <a:pt x="2189959" y="504701"/>
                </a:lnTo>
                <a:lnTo>
                  <a:pt x="2161127" y="504815"/>
                </a:lnTo>
                <a:lnTo>
                  <a:pt x="2132295" y="504930"/>
                </a:lnTo>
                <a:lnTo>
                  <a:pt x="2103463" y="505044"/>
                </a:lnTo>
                <a:lnTo>
                  <a:pt x="2074640" y="505139"/>
                </a:lnTo>
                <a:lnTo>
                  <a:pt x="2045808" y="505235"/>
                </a:lnTo>
                <a:lnTo>
                  <a:pt x="2016976" y="505330"/>
                </a:lnTo>
                <a:lnTo>
                  <a:pt x="1988144" y="505425"/>
                </a:lnTo>
                <a:lnTo>
                  <a:pt x="1959312" y="505501"/>
                </a:lnTo>
                <a:lnTo>
                  <a:pt x="1930479" y="505587"/>
                </a:lnTo>
                <a:lnTo>
                  <a:pt x="1901647" y="505663"/>
                </a:lnTo>
                <a:lnTo>
                  <a:pt x="1872815" y="505739"/>
                </a:lnTo>
                <a:lnTo>
                  <a:pt x="1843983" y="505806"/>
                </a:lnTo>
                <a:lnTo>
                  <a:pt x="1815151" y="505873"/>
                </a:lnTo>
                <a:lnTo>
                  <a:pt x="1786319" y="505939"/>
                </a:lnTo>
                <a:lnTo>
                  <a:pt x="1757486" y="505987"/>
                </a:lnTo>
                <a:lnTo>
                  <a:pt x="1728654" y="506044"/>
                </a:lnTo>
                <a:lnTo>
                  <a:pt x="1699822" y="506101"/>
                </a:lnTo>
                <a:lnTo>
                  <a:pt x="1670990" y="506149"/>
                </a:lnTo>
                <a:lnTo>
                  <a:pt x="1642158" y="506197"/>
                </a:lnTo>
                <a:lnTo>
                  <a:pt x="1613325" y="506235"/>
                </a:lnTo>
                <a:lnTo>
                  <a:pt x="1584493" y="506273"/>
                </a:lnTo>
                <a:lnTo>
                  <a:pt x="1555661" y="506311"/>
                </a:lnTo>
                <a:lnTo>
                  <a:pt x="1526829" y="506339"/>
                </a:lnTo>
                <a:lnTo>
                  <a:pt x="1497997" y="506368"/>
                </a:lnTo>
                <a:lnTo>
                  <a:pt x="1469165" y="506406"/>
                </a:lnTo>
                <a:lnTo>
                  <a:pt x="1440332" y="506425"/>
                </a:lnTo>
                <a:lnTo>
                  <a:pt x="1411500" y="506444"/>
                </a:lnTo>
                <a:lnTo>
                  <a:pt x="1382668" y="506463"/>
                </a:lnTo>
                <a:lnTo>
                  <a:pt x="1353836" y="506482"/>
                </a:lnTo>
                <a:lnTo>
                  <a:pt x="1325004" y="506492"/>
                </a:lnTo>
                <a:lnTo>
                  <a:pt x="1296172" y="506492"/>
                </a:lnTo>
                <a:lnTo>
                  <a:pt x="1267339" y="506492"/>
                </a:lnTo>
                <a:lnTo>
                  <a:pt x="1238507" y="506482"/>
                </a:lnTo>
                <a:lnTo>
                  <a:pt x="1209675" y="506482"/>
                </a:lnTo>
                <a:lnTo>
                  <a:pt x="1180843" y="506482"/>
                </a:lnTo>
                <a:lnTo>
                  <a:pt x="1152011" y="506482"/>
                </a:lnTo>
                <a:lnTo>
                  <a:pt x="1123178" y="506482"/>
                </a:lnTo>
                <a:lnTo>
                  <a:pt x="1094346" y="506473"/>
                </a:lnTo>
                <a:lnTo>
                  <a:pt x="1065514" y="506444"/>
                </a:lnTo>
                <a:lnTo>
                  <a:pt x="1036682" y="506425"/>
                </a:lnTo>
                <a:lnTo>
                  <a:pt x="1007850" y="506406"/>
                </a:lnTo>
                <a:lnTo>
                  <a:pt x="979018" y="506378"/>
                </a:lnTo>
                <a:lnTo>
                  <a:pt x="950185" y="506339"/>
                </a:lnTo>
                <a:lnTo>
                  <a:pt x="921353" y="506301"/>
                </a:lnTo>
                <a:lnTo>
                  <a:pt x="892521" y="506263"/>
                </a:lnTo>
                <a:lnTo>
                  <a:pt x="863689" y="506216"/>
                </a:lnTo>
                <a:lnTo>
                  <a:pt x="834857" y="506159"/>
                </a:lnTo>
                <a:lnTo>
                  <a:pt x="806025" y="506111"/>
                </a:lnTo>
                <a:lnTo>
                  <a:pt x="777192" y="506054"/>
                </a:lnTo>
                <a:lnTo>
                  <a:pt x="748360" y="505987"/>
                </a:lnTo>
                <a:lnTo>
                  <a:pt x="719528" y="505911"/>
                </a:lnTo>
                <a:lnTo>
                  <a:pt x="690696" y="505835"/>
                </a:lnTo>
                <a:lnTo>
                  <a:pt x="661864" y="505758"/>
                </a:lnTo>
                <a:lnTo>
                  <a:pt x="633031" y="505663"/>
                </a:lnTo>
                <a:lnTo>
                  <a:pt x="604199" y="505568"/>
                </a:lnTo>
                <a:lnTo>
                  <a:pt x="575367" y="505473"/>
                </a:lnTo>
                <a:lnTo>
                  <a:pt x="546535" y="505358"/>
                </a:lnTo>
                <a:lnTo>
                  <a:pt x="517703" y="505235"/>
                </a:lnTo>
                <a:lnTo>
                  <a:pt x="488871" y="505111"/>
                </a:lnTo>
                <a:lnTo>
                  <a:pt x="460038" y="504977"/>
                </a:lnTo>
                <a:lnTo>
                  <a:pt x="431206" y="504825"/>
                </a:lnTo>
                <a:lnTo>
                  <a:pt x="402374" y="504673"/>
                </a:lnTo>
                <a:lnTo>
                  <a:pt x="373542" y="504511"/>
                </a:lnTo>
                <a:lnTo>
                  <a:pt x="344710" y="504330"/>
                </a:lnTo>
                <a:lnTo>
                  <a:pt x="315878" y="504130"/>
                </a:lnTo>
                <a:lnTo>
                  <a:pt x="287045" y="503920"/>
                </a:lnTo>
                <a:lnTo>
                  <a:pt x="258223" y="503682"/>
                </a:lnTo>
                <a:lnTo>
                  <a:pt x="229391" y="503425"/>
                </a:lnTo>
                <a:lnTo>
                  <a:pt x="200558" y="503139"/>
                </a:lnTo>
                <a:lnTo>
                  <a:pt x="171726" y="502815"/>
                </a:lnTo>
                <a:lnTo>
                  <a:pt x="142894" y="502453"/>
                </a:lnTo>
                <a:lnTo>
                  <a:pt x="114071" y="502044"/>
                </a:lnTo>
                <a:lnTo>
                  <a:pt x="85239" y="501558"/>
                </a:lnTo>
                <a:lnTo>
                  <a:pt x="56417" y="500939"/>
                </a:lnTo>
                <a:lnTo>
                  <a:pt x="27594" y="500110"/>
                </a:lnTo>
                <a:lnTo>
                  <a:pt x="6610" y="491080"/>
                </a:lnTo>
                <a:lnTo>
                  <a:pt x="5877" y="462258"/>
                </a:lnTo>
                <a:lnTo>
                  <a:pt x="5144" y="433435"/>
                </a:lnTo>
                <a:lnTo>
                  <a:pt x="4410" y="404612"/>
                </a:lnTo>
                <a:lnTo>
                  <a:pt x="3677" y="375790"/>
                </a:lnTo>
                <a:lnTo>
                  <a:pt x="2943" y="346967"/>
                </a:lnTo>
                <a:lnTo>
                  <a:pt x="2200" y="318145"/>
                </a:lnTo>
                <a:lnTo>
                  <a:pt x="1467" y="289322"/>
                </a:lnTo>
                <a:lnTo>
                  <a:pt x="733" y="260499"/>
                </a:lnTo>
                <a:lnTo>
                  <a:pt x="0" y="231677"/>
                </a:lnTo>
                <a:lnTo>
                  <a:pt x="8077" y="211084"/>
                </a:lnTo>
                <a:lnTo>
                  <a:pt x="36890" y="209941"/>
                </a:lnTo>
                <a:lnTo>
                  <a:pt x="65703" y="208940"/>
                </a:lnTo>
                <a:lnTo>
                  <a:pt x="94526" y="208064"/>
                </a:lnTo>
                <a:lnTo>
                  <a:pt x="123349" y="207312"/>
                </a:lnTo>
                <a:lnTo>
                  <a:pt x="152171" y="206673"/>
                </a:lnTo>
                <a:lnTo>
                  <a:pt x="180994" y="206140"/>
                </a:lnTo>
                <a:lnTo>
                  <a:pt x="209826" y="205702"/>
                </a:lnTo>
                <a:lnTo>
                  <a:pt x="238658" y="205359"/>
                </a:lnTo>
                <a:lnTo>
                  <a:pt x="267491" y="205102"/>
                </a:lnTo>
                <a:lnTo>
                  <a:pt x="296323" y="204921"/>
                </a:lnTo>
                <a:lnTo>
                  <a:pt x="325155" y="204826"/>
                </a:lnTo>
                <a:lnTo>
                  <a:pt x="353987" y="204788"/>
                </a:lnTo>
                <a:lnTo>
                  <a:pt x="382819" y="204816"/>
                </a:lnTo>
                <a:lnTo>
                  <a:pt x="411651" y="204911"/>
                </a:lnTo>
                <a:lnTo>
                  <a:pt x="440484" y="205054"/>
                </a:lnTo>
                <a:lnTo>
                  <a:pt x="469306" y="205264"/>
                </a:lnTo>
                <a:lnTo>
                  <a:pt x="498138" y="205521"/>
                </a:lnTo>
                <a:lnTo>
                  <a:pt x="526971" y="205826"/>
                </a:lnTo>
                <a:lnTo>
                  <a:pt x="555803" y="206178"/>
                </a:lnTo>
                <a:lnTo>
                  <a:pt x="584635" y="206569"/>
                </a:lnTo>
                <a:lnTo>
                  <a:pt x="613458" y="207007"/>
                </a:lnTo>
                <a:lnTo>
                  <a:pt x="642290" y="207483"/>
                </a:lnTo>
                <a:lnTo>
                  <a:pt x="671112" y="207988"/>
                </a:lnTo>
                <a:lnTo>
                  <a:pt x="699945" y="208531"/>
                </a:lnTo>
                <a:lnTo>
                  <a:pt x="728767" y="209112"/>
                </a:lnTo>
                <a:lnTo>
                  <a:pt x="757599" y="209721"/>
                </a:lnTo>
                <a:lnTo>
                  <a:pt x="786422" y="210350"/>
                </a:lnTo>
                <a:lnTo>
                  <a:pt x="815245" y="211026"/>
                </a:lnTo>
                <a:lnTo>
                  <a:pt x="844067" y="211703"/>
                </a:lnTo>
                <a:lnTo>
                  <a:pt x="872890" y="212417"/>
                </a:lnTo>
                <a:lnTo>
                  <a:pt x="901713" y="213141"/>
                </a:lnTo>
                <a:lnTo>
                  <a:pt x="930535" y="213893"/>
                </a:lnTo>
                <a:lnTo>
                  <a:pt x="959358" y="214655"/>
                </a:lnTo>
                <a:lnTo>
                  <a:pt x="988181" y="215446"/>
                </a:lnTo>
                <a:lnTo>
                  <a:pt x="1017003" y="216246"/>
                </a:lnTo>
                <a:lnTo>
                  <a:pt x="1045826" y="217056"/>
                </a:lnTo>
                <a:lnTo>
                  <a:pt x="1074639" y="217884"/>
                </a:lnTo>
                <a:lnTo>
                  <a:pt x="1103462" y="218732"/>
                </a:lnTo>
                <a:lnTo>
                  <a:pt x="1132284" y="219580"/>
                </a:lnTo>
                <a:lnTo>
                  <a:pt x="1161107" y="220437"/>
                </a:lnTo>
                <a:lnTo>
                  <a:pt x="1189920" y="221294"/>
                </a:lnTo>
                <a:lnTo>
                  <a:pt x="1218743" y="222161"/>
                </a:lnTo>
                <a:lnTo>
                  <a:pt x="1247556" y="223028"/>
                </a:lnTo>
                <a:lnTo>
                  <a:pt x="1276379" y="223904"/>
                </a:lnTo>
                <a:lnTo>
                  <a:pt x="1305201" y="224780"/>
                </a:lnTo>
                <a:lnTo>
                  <a:pt x="1334014" y="225657"/>
                </a:lnTo>
                <a:lnTo>
                  <a:pt x="1362837" y="226533"/>
                </a:lnTo>
                <a:lnTo>
                  <a:pt x="1391650" y="227409"/>
                </a:lnTo>
                <a:lnTo>
                  <a:pt x="1420473" y="228286"/>
                </a:lnTo>
                <a:lnTo>
                  <a:pt x="1449295" y="229152"/>
                </a:lnTo>
                <a:lnTo>
                  <a:pt x="1478109" y="230010"/>
                </a:lnTo>
                <a:lnTo>
                  <a:pt x="1506931" y="230867"/>
                </a:lnTo>
                <a:lnTo>
                  <a:pt x="1535754" y="231715"/>
                </a:lnTo>
                <a:lnTo>
                  <a:pt x="1564567" y="232543"/>
                </a:lnTo>
                <a:lnTo>
                  <a:pt x="1593390" y="233363"/>
                </a:lnTo>
                <a:lnTo>
                  <a:pt x="1622212" y="234172"/>
                </a:lnTo>
                <a:lnTo>
                  <a:pt x="1651035" y="234963"/>
                </a:lnTo>
                <a:lnTo>
                  <a:pt x="1679858" y="235734"/>
                </a:lnTo>
                <a:lnTo>
                  <a:pt x="1708680" y="236487"/>
                </a:lnTo>
                <a:lnTo>
                  <a:pt x="1737503" y="237230"/>
                </a:lnTo>
                <a:lnTo>
                  <a:pt x="1766326" y="237935"/>
                </a:lnTo>
                <a:lnTo>
                  <a:pt x="1795148" y="238620"/>
                </a:lnTo>
                <a:lnTo>
                  <a:pt x="1823971" y="239278"/>
                </a:lnTo>
                <a:lnTo>
                  <a:pt x="1852793" y="239906"/>
                </a:lnTo>
                <a:lnTo>
                  <a:pt x="1881626" y="240506"/>
                </a:lnTo>
                <a:lnTo>
                  <a:pt x="1910448" y="241059"/>
                </a:lnTo>
                <a:lnTo>
                  <a:pt x="1939280" y="241583"/>
                </a:lnTo>
                <a:lnTo>
                  <a:pt x="1968103" y="242068"/>
                </a:lnTo>
                <a:lnTo>
                  <a:pt x="1996935" y="242507"/>
                </a:lnTo>
                <a:lnTo>
                  <a:pt x="2025767" y="242907"/>
                </a:lnTo>
                <a:lnTo>
                  <a:pt x="2054590" y="243240"/>
                </a:lnTo>
                <a:lnTo>
                  <a:pt x="2083422" y="243526"/>
                </a:lnTo>
                <a:lnTo>
                  <a:pt x="2112254" y="243754"/>
                </a:lnTo>
                <a:lnTo>
                  <a:pt x="2141087" y="243916"/>
                </a:lnTo>
                <a:lnTo>
                  <a:pt x="2169919" y="244011"/>
                </a:lnTo>
                <a:lnTo>
                  <a:pt x="2198751" y="244031"/>
                </a:lnTo>
                <a:lnTo>
                  <a:pt x="2227583" y="243964"/>
                </a:lnTo>
                <a:lnTo>
                  <a:pt x="2256415" y="243811"/>
                </a:lnTo>
                <a:lnTo>
                  <a:pt x="2285248" y="243564"/>
                </a:lnTo>
                <a:lnTo>
                  <a:pt x="2314080" y="243211"/>
                </a:lnTo>
                <a:lnTo>
                  <a:pt x="2342902" y="242735"/>
                </a:lnTo>
                <a:lnTo>
                  <a:pt x="2371735" y="242145"/>
                </a:lnTo>
                <a:lnTo>
                  <a:pt x="2400557" y="241402"/>
                </a:lnTo>
                <a:lnTo>
                  <a:pt x="2429370" y="240497"/>
                </a:lnTo>
                <a:lnTo>
                  <a:pt x="2458183" y="239430"/>
                </a:lnTo>
                <a:lnTo>
                  <a:pt x="2486987" y="238154"/>
                </a:lnTo>
                <a:lnTo>
                  <a:pt x="2515781" y="236658"/>
                </a:lnTo>
                <a:lnTo>
                  <a:pt x="2544556" y="234906"/>
                </a:lnTo>
                <a:lnTo>
                  <a:pt x="2573322" y="232858"/>
                </a:lnTo>
                <a:lnTo>
                  <a:pt x="2602049" y="230457"/>
                </a:lnTo>
                <a:lnTo>
                  <a:pt x="2630748" y="227657"/>
                </a:lnTo>
                <a:lnTo>
                  <a:pt x="2659390" y="224342"/>
                </a:lnTo>
                <a:lnTo>
                  <a:pt x="2687945" y="220409"/>
                </a:lnTo>
                <a:lnTo>
                  <a:pt x="2716387" y="215665"/>
                </a:lnTo>
                <a:lnTo>
                  <a:pt x="2744619" y="209845"/>
                </a:lnTo>
                <a:lnTo>
                  <a:pt x="2772489" y="202482"/>
                </a:lnTo>
                <a:lnTo>
                  <a:pt x="2799588" y="192681"/>
                </a:lnTo>
                <a:lnTo>
                  <a:pt x="2824544" y="178394"/>
                </a:lnTo>
                <a:lnTo>
                  <a:pt x="2840565" y="155162"/>
                </a:lnTo>
                <a:lnTo>
                  <a:pt x="2860615" y="141494"/>
                </a:lnTo>
                <a:lnTo>
                  <a:pt x="2888142" y="132902"/>
                </a:lnTo>
                <a:lnTo>
                  <a:pt x="2915307" y="123263"/>
                </a:lnTo>
                <a:lnTo>
                  <a:pt x="2942149" y="112728"/>
                </a:lnTo>
                <a:lnTo>
                  <a:pt x="2968628" y="101336"/>
                </a:lnTo>
                <a:lnTo>
                  <a:pt x="2994755" y="89144"/>
                </a:lnTo>
                <a:lnTo>
                  <a:pt x="3020501" y="76171"/>
                </a:lnTo>
                <a:lnTo>
                  <a:pt x="3045847" y="62436"/>
                </a:lnTo>
                <a:lnTo>
                  <a:pt x="3070774" y="47939"/>
                </a:lnTo>
                <a:lnTo>
                  <a:pt x="3095244" y="32699"/>
                </a:lnTo>
                <a:lnTo>
                  <a:pt x="3119247" y="16716"/>
                </a:lnTo>
                <a:lnTo>
                  <a:pt x="314273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1A091FD5-0B19-4A11-9251-C8873343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3143250" cy="1581150"/>
          </a:xfrm>
          <a:custGeom xmlns:a="http://schemas.openxmlformats.org/drawingml/2006/main">
            <a:pathLst>
              <a:path w="3143250" h="1581150">
                <a:moveTo>
                  <a:pt x="0" y="1581150"/>
                </a:moveTo>
                <a:lnTo>
                  <a:pt x="38110" y="1581150"/>
                </a:lnTo>
                <a:lnTo>
                  <a:pt x="76229" y="1581150"/>
                </a:lnTo>
                <a:lnTo>
                  <a:pt x="114338" y="1581150"/>
                </a:lnTo>
                <a:lnTo>
                  <a:pt x="152448" y="1581150"/>
                </a:lnTo>
                <a:lnTo>
                  <a:pt x="190557" y="1581150"/>
                </a:lnTo>
                <a:lnTo>
                  <a:pt x="228676" y="1581150"/>
                </a:lnTo>
                <a:lnTo>
                  <a:pt x="266786" y="1581150"/>
                </a:lnTo>
                <a:lnTo>
                  <a:pt x="304895" y="1581150"/>
                </a:lnTo>
                <a:lnTo>
                  <a:pt x="343014" y="1581150"/>
                </a:lnTo>
                <a:lnTo>
                  <a:pt x="381124" y="1581150"/>
                </a:lnTo>
                <a:lnTo>
                  <a:pt x="419233" y="1581150"/>
                </a:lnTo>
                <a:lnTo>
                  <a:pt x="457343" y="1581150"/>
                </a:lnTo>
                <a:lnTo>
                  <a:pt x="495462" y="1581150"/>
                </a:lnTo>
                <a:lnTo>
                  <a:pt x="533571" y="1581150"/>
                </a:lnTo>
                <a:lnTo>
                  <a:pt x="571681" y="1581150"/>
                </a:lnTo>
                <a:lnTo>
                  <a:pt x="609800" y="1581150"/>
                </a:lnTo>
                <a:lnTo>
                  <a:pt x="647910" y="1581150"/>
                </a:lnTo>
                <a:lnTo>
                  <a:pt x="686019" y="1581150"/>
                </a:lnTo>
                <a:lnTo>
                  <a:pt x="724138" y="1581150"/>
                </a:lnTo>
                <a:lnTo>
                  <a:pt x="762248" y="1581150"/>
                </a:lnTo>
                <a:lnTo>
                  <a:pt x="800357" y="1581150"/>
                </a:lnTo>
                <a:lnTo>
                  <a:pt x="838467" y="1581150"/>
                </a:lnTo>
                <a:lnTo>
                  <a:pt x="876586" y="1581150"/>
                </a:lnTo>
                <a:lnTo>
                  <a:pt x="914695" y="1581150"/>
                </a:lnTo>
                <a:lnTo>
                  <a:pt x="952805" y="1581150"/>
                </a:lnTo>
                <a:lnTo>
                  <a:pt x="990924" y="1581150"/>
                </a:lnTo>
                <a:lnTo>
                  <a:pt x="1029033" y="1581150"/>
                </a:lnTo>
                <a:lnTo>
                  <a:pt x="1067143" y="1581150"/>
                </a:lnTo>
                <a:lnTo>
                  <a:pt x="1105252" y="1581150"/>
                </a:lnTo>
                <a:lnTo>
                  <a:pt x="1143371" y="1581150"/>
                </a:lnTo>
                <a:lnTo>
                  <a:pt x="1181481" y="1581150"/>
                </a:lnTo>
                <a:lnTo>
                  <a:pt x="1219591" y="1581150"/>
                </a:lnTo>
                <a:lnTo>
                  <a:pt x="1257710" y="1581150"/>
                </a:lnTo>
                <a:lnTo>
                  <a:pt x="1295819" y="1581150"/>
                </a:lnTo>
                <a:lnTo>
                  <a:pt x="1333929" y="1581150"/>
                </a:lnTo>
                <a:lnTo>
                  <a:pt x="1372038" y="1581150"/>
                </a:lnTo>
                <a:lnTo>
                  <a:pt x="1410157" y="1581150"/>
                </a:lnTo>
                <a:lnTo>
                  <a:pt x="1448267" y="1581150"/>
                </a:lnTo>
                <a:lnTo>
                  <a:pt x="1486376" y="1581150"/>
                </a:lnTo>
                <a:lnTo>
                  <a:pt x="1524495" y="1581150"/>
                </a:lnTo>
                <a:lnTo>
                  <a:pt x="1562605" y="1581150"/>
                </a:lnTo>
                <a:lnTo>
                  <a:pt x="1600714" y="1581150"/>
                </a:lnTo>
                <a:lnTo>
                  <a:pt x="1638833" y="1581150"/>
                </a:lnTo>
                <a:lnTo>
                  <a:pt x="1676943" y="1581150"/>
                </a:lnTo>
                <a:lnTo>
                  <a:pt x="1715052" y="1581150"/>
                </a:lnTo>
                <a:lnTo>
                  <a:pt x="1753162" y="1581150"/>
                </a:lnTo>
                <a:lnTo>
                  <a:pt x="1791281" y="1581150"/>
                </a:lnTo>
                <a:lnTo>
                  <a:pt x="1829391" y="1581150"/>
                </a:lnTo>
                <a:lnTo>
                  <a:pt x="1867500" y="1581150"/>
                </a:lnTo>
                <a:lnTo>
                  <a:pt x="1905619" y="1581150"/>
                </a:lnTo>
                <a:lnTo>
                  <a:pt x="1943729" y="1581150"/>
                </a:lnTo>
                <a:lnTo>
                  <a:pt x="1981838" y="1581150"/>
                </a:lnTo>
                <a:lnTo>
                  <a:pt x="2019948" y="1581150"/>
                </a:lnTo>
                <a:lnTo>
                  <a:pt x="2058067" y="1581150"/>
                </a:lnTo>
                <a:lnTo>
                  <a:pt x="2096176" y="1581150"/>
                </a:lnTo>
                <a:lnTo>
                  <a:pt x="2134286" y="1581150"/>
                </a:lnTo>
                <a:lnTo>
                  <a:pt x="2172405" y="1581150"/>
                </a:lnTo>
                <a:lnTo>
                  <a:pt x="2210514" y="1581150"/>
                </a:lnTo>
                <a:lnTo>
                  <a:pt x="2248624" y="1581150"/>
                </a:lnTo>
                <a:lnTo>
                  <a:pt x="2286733" y="1581150"/>
                </a:lnTo>
                <a:lnTo>
                  <a:pt x="2324852" y="1581150"/>
                </a:lnTo>
                <a:lnTo>
                  <a:pt x="2362962" y="1581150"/>
                </a:lnTo>
                <a:lnTo>
                  <a:pt x="2400795" y="1577359"/>
                </a:lnTo>
                <a:lnTo>
                  <a:pt x="2438495" y="1571787"/>
                </a:lnTo>
                <a:lnTo>
                  <a:pt x="2476205" y="1566215"/>
                </a:lnTo>
                <a:lnTo>
                  <a:pt x="2513905" y="1560633"/>
                </a:lnTo>
                <a:lnTo>
                  <a:pt x="2551605" y="1555061"/>
                </a:lnTo>
                <a:lnTo>
                  <a:pt x="2589305" y="1549489"/>
                </a:lnTo>
                <a:lnTo>
                  <a:pt x="2627014" y="1543917"/>
                </a:lnTo>
                <a:lnTo>
                  <a:pt x="2663276" y="1535211"/>
                </a:lnTo>
                <a:lnTo>
                  <a:pt x="2692108" y="1510284"/>
                </a:lnTo>
                <a:lnTo>
                  <a:pt x="2720931" y="1485348"/>
                </a:lnTo>
                <a:lnTo>
                  <a:pt x="2749763" y="1460421"/>
                </a:lnTo>
                <a:lnTo>
                  <a:pt x="2778595" y="1435494"/>
                </a:lnTo>
                <a:lnTo>
                  <a:pt x="2807418" y="1410557"/>
                </a:lnTo>
                <a:lnTo>
                  <a:pt x="2836250" y="1385630"/>
                </a:lnTo>
                <a:lnTo>
                  <a:pt x="2865072" y="1360703"/>
                </a:lnTo>
                <a:lnTo>
                  <a:pt x="2893905" y="1335767"/>
                </a:lnTo>
                <a:lnTo>
                  <a:pt x="2922727" y="1310840"/>
                </a:lnTo>
                <a:lnTo>
                  <a:pt x="2951559" y="1285913"/>
                </a:lnTo>
                <a:lnTo>
                  <a:pt x="2980382" y="1260986"/>
                </a:lnTo>
                <a:lnTo>
                  <a:pt x="3009214" y="1236050"/>
                </a:lnTo>
                <a:lnTo>
                  <a:pt x="3038046" y="1211123"/>
                </a:lnTo>
                <a:lnTo>
                  <a:pt x="3066869" y="1186196"/>
                </a:lnTo>
                <a:lnTo>
                  <a:pt x="3095701" y="1161259"/>
                </a:lnTo>
                <a:lnTo>
                  <a:pt x="3124524" y="1136333"/>
                </a:lnTo>
                <a:lnTo>
                  <a:pt x="3143250" y="1106786"/>
                </a:lnTo>
                <a:lnTo>
                  <a:pt x="3143250" y="1068667"/>
                </a:lnTo>
                <a:lnTo>
                  <a:pt x="3143250" y="1030557"/>
                </a:lnTo>
                <a:lnTo>
                  <a:pt x="3143250" y="992448"/>
                </a:lnTo>
                <a:lnTo>
                  <a:pt x="3143250" y="954329"/>
                </a:lnTo>
                <a:lnTo>
                  <a:pt x="3143250" y="916219"/>
                </a:lnTo>
                <a:lnTo>
                  <a:pt x="3143250" y="878110"/>
                </a:lnTo>
                <a:lnTo>
                  <a:pt x="3143250" y="840000"/>
                </a:lnTo>
                <a:lnTo>
                  <a:pt x="3143250" y="801881"/>
                </a:lnTo>
                <a:lnTo>
                  <a:pt x="3143250" y="763772"/>
                </a:lnTo>
                <a:lnTo>
                  <a:pt x="3143250" y="725662"/>
                </a:lnTo>
                <a:lnTo>
                  <a:pt x="3143250" y="687543"/>
                </a:lnTo>
                <a:lnTo>
                  <a:pt x="3143250" y="649434"/>
                </a:lnTo>
                <a:lnTo>
                  <a:pt x="3143250" y="611324"/>
                </a:lnTo>
                <a:lnTo>
                  <a:pt x="3143250" y="573215"/>
                </a:lnTo>
                <a:lnTo>
                  <a:pt x="3143250" y="535095"/>
                </a:lnTo>
                <a:lnTo>
                  <a:pt x="3143250" y="496986"/>
                </a:lnTo>
                <a:lnTo>
                  <a:pt x="3143250" y="458876"/>
                </a:lnTo>
                <a:lnTo>
                  <a:pt x="3143250" y="420757"/>
                </a:lnTo>
                <a:lnTo>
                  <a:pt x="3143250" y="382648"/>
                </a:lnTo>
                <a:lnTo>
                  <a:pt x="3143250" y="344538"/>
                </a:lnTo>
                <a:lnTo>
                  <a:pt x="3143250" y="306429"/>
                </a:lnTo>
                <a:lnTo>
                  <a:pt x="3143250" y="268310"/>
                </a:lnTo>
                <a:lnTo>
                  <a:pt x="3143250" y="230200"/>
                </a:lnTo>
                <a:lnTo>
                  <a:pt x="3143250" y="192091"/>
                </a:lnTo>
                <a:lnTo>
                  <a:pt x="3143250" y="153972"/>
                </a:lnTo>
                <a:lnTo>
                  <a:pt x="3143250" y="115862"/>
                </a:lnTo>
                <a:lnTo>
                  <a:pt x="3143250" y="77753"/>
                </a:lnTo>
                <a:lnTo>
                  <a:pt x="3143250" y="39634"/>
                </a:lnTo>
                <a:lnTo>
                  <a:pt x="3143250" y="1524"/>
                </a:lnTo>
                <a:lnTo>
                  <a:pt x="3106664" y="0"/>
                </a:lnTo>
                <a:lnTo>
                  <a:pt x="3068555" y="0"/>
                </a:lnTo>
                <a:lnTo>
                  <a:pt x="3030436" y="0"/>
                </a:lnTo>
                <a:lnTo>
                  <a:pt x="2992326" y="0"/>
                </a:lnTo>
                <a:lnTo>
                  <a:pt x="2954217" y="0"/>
                </a:lnTo>
                <a:lnTo>
                  <a:pt x="2916098" y="0"/>
                </a:lnTo>
                <a:lnTo>
                  <a:pt x="2877988" y="0"/>
                </a:lnTo>
                <a:lnTo>
                  <a:pt x="2839879" y="0"/>
                </a:lnTo>
                <a:lnTo>
                  <a:pt x="2801760" y="0"/>
                </a:lnTo>
                <a:lnTo>
                  <a:pt x="2763650" y="0"/>
                </a:lnTo>
                <a:lnTo>
                  <a:pt x="2725541" y="0"/>
                </a:lnTo>
                <a:lnTo>
                  <a:pt x="2687431" y="0"/>
                </a:lnTo>
                <a:lnTo>
                  <a:pt x="2649312" y="0"/>
                </a:lnTo>
                <a:lnTo>
                  <a:pt x="2611203" y="0"/>
                </a:lnTo>
                <a:lnTo>
                  <a:pt x="2573093" y="0"/>
                </a:lnTo>
                <a:lnTo>
                  <a:pt x="2534974" y="0"/>
                </a:lnTo>
                <a:lnTo>
                  <a:pt x="2496864" y="0"/>
                </a:lnTo>
                <a:lnTo>
                  <a:pt x="2458755" y="0"/>
                </a:lnTo>
                <a:lnTo>
                  <a:pt x="2420645" y="0"/>
                </a:lnTo>
                <a:lnTo>
                  <a:pt x="2382526" y="0"/>
                </a:lnTo>
                <a:lnTo>
                  <a:pt x="2344417" y="0"/>
                </a:lnTo>
                <a:lnTo>
                  <a:pt x="2306307" y="0"/>
                </a:lnTo>
                <a:lnTo>
                  <a:pt x="2268188" y="0"/>
                </a:lnTo>
                <a:lnTo>
                  <a:pt x="2230079" y="0"/>
                </a:lnTo>
                <a:lnTo>
                  <a:pt x="2191969" y="0"/>
                </a:lnTo>
                <a:lnTo>
                  <a:pt x="2153860" y="0"/>
                </a:lnTo>
                <a:lnTo>
                  <a:pt x="2115741" y="0"/>
                </a:lnTo>
                <a:lnTo>
                  <a:pt x="2077631" y="0"/>
                </a:lnTo>
                <a:lnTo>
                  <a:pt x="2039522" y="0"/>
                </a:lnTo>
                <a:lnTo>
                  <a:pt x="2001403" y="0"/>
                </a:lnTo>
                <a:lnTo>
                  <a:pt x="1963293" y="0"/>
                </a:lnTo>
                <a:lnTo>
                  <a:pt x="1925183" y="0"/>
                </a:lnTo>
                <a:lnTo>
                  <a:pt x="1887064" y="0"/>
                </a:lnTo>
                <a:lnTo>
                  <a:pt x="1848955" y="0"/>
                </a:lnTo>
                <a:lnTo>
                  <a:pt x="1810845" y="0"/>
                </a:lnTo>
                <a:lnTo>
                  <a:pt x="1772736" y="0"/>
                </a:lnTo>
                <a:lnTo>
                  <a:pt x="1734617" y="0"/>
                </a:lnTo>
                <a:lnTo>
                  <a:pt x="1696507" y="0"/>
                </a:lnTo>
                <a:lnTo>
                  <a:pt x="1658398" y="0"/>
                </a:lnTo>
                <a:lnTo>
                  <a:pt x="1620279" y="0"/>
                </a:lnTo>
                <a:lnTo>
                  <a:pt x="1582169" y="0"/>
                </a:lnTo>
                <a:lnTo>
                  <a:pt x="1544060" y="0"/>
                </a:lnTo>
                <a:lnTo>
                  <a:pt x="1505950" y="0"/>
                </a:lnTo>
                <a:lnTo>
                  <a:pt x="1467831" y="0"/>
                </a:lnTo>
                <a:lnTo>
                  <a:pt x="1429722" y="0"/>
                </a:lnTo>
                <a:lnTo>
                  <a:pt x="1391612" y="0"/>
                </a:lnTo>
                <a:lnTo>
                  <a:pt x="1353493" y="0"/>
                </a:lnTo>
                <a:lnTo>
                  <a:pt x="1315383" y="0"/>
                </a:lnTo>
                <a:lnTo>
                  <a:pt x="1277274" y="0"/>
                </a:lnTo>
                <a:lnTo>
                  <a:pt x="1239164" y="0"/>
                </a:lnTo>
                <a:lnTo>
                  <a:pt x="1201045" y="0"/>
                </a:lnTo>
                <a:lnTo>
                  <a:pt x="1162936" y="0"/>
                </a:lnTo>
                <a:lnTo>
                  <a:pt x="1124826" y="0"/>
                </a:lnTo>
                <a:lnTo>
                  <a:pt x="1086707" y="0"/>
                </a:lnTo>
                <a:lnTo>
                  <a:pt x="1048598" y="0"/>
                </a:lnTo>
                <a:lnTo>
                  <a:pt x="1010488" y="0"/>
                </a:lnTo>
                <a:lnTo>
                  <a:pt x="972379" y="0"/>
                </a:lnTo>
                <a:lnTo>
                  <a:pt x="934260" y="0"/>
                </a:lnTo>
                <a:lnTo>
                  <a:pt x="896150" y="0"/>
                </a:lnTo>
                <a:lnTo>
                  <a:pt x="858041" y="0"/>
                </a:lnTo>
                <a:lnTo>
                  <a:pt x="819922" y="0"/>
                </a:lnTo>
                <a:lnTo>
                  <a:pt x="781812" y="0"/>
                </a:lnTo>
                <a:lnTo>
                  <a:pt x="743702" y="0"/>
                </a:lnTo>
                <a:lnTo>
                  <a:pt x="705593" y="0"/>
                </a:lnTo>
                <a:lnTo>
                  <a:pt x="667474" y="0"/>
                </a:lnTo>
                <a:lnTo>
                  <a:pt x="629364" y="0"/>
                </a:lnTo>
                <a:lnTo>
                  <a:pt x="591255" y="0"/>
                </a:lnTo>
                <a:lnTo>
                  <a:pt x="553136" y="0"/>
                </a:lnTo>
                <a:lnTo>
                  <a:pt x="515026" y="0"/>
                </a:lnTo>
                <a:lnTo>
                  <a:pt x="476917" y="0"/>
                </a:lnTo>
                <a:lnTo>
                  <a:pt x="438798" y="0"/>
                </a:lnTo>
                <a:lnTo>
                  <a:pt x="400688" y="0"/>
                </a:lnTo>
                <a:lnTo>
                  <a:pt x="362579" y="0"/>
                </a:lnTo>
                <a:lnTo>
                  <a:pt x="324469" y="0"/>
                </a:lnTo>
                <a:lnTo>
                  <a:pt x="286350" y="0"/>
                </a:lnTo>
                <a:lnTo>
                  <a:pt x="248241" y="0"/>
                </a:lnTo>
                <a:lnTo>
                  <a:pt x="210131" y="0"/>
                </a:lnTo>
                <a:lnTo>
                  <a:pt x="172012" y="0"/>
                </a:lnTo>
                <a:lnTo>
                  <a:pt x="133902" y="0"/>
                </a:lnTo>
                <a:lnTo>
                  <a:pt x="95793" y="0"/>
                </a:lnTo>
                <a:lnTo>
                  <a:pt x="57683" y="0"/>
                </a:lnTo>
                <a:lnTo>
                  <a:pt x="19564" y="0"/>
                </a:lnTo>
                <a:lnTo>
                  <a:pt x="0" y="18545"/>
                </a:lnTo>
                <a:lnTo>
                  <a:pt x="0" y="56655"/>
                </a:lnTo>
                <a:lnTo>
                  <a:pt x="0" y="94774"/>
                </a:lnTo>
                <a:lnTo>
                  <a:pt x="0" y="132883"/>
                </a:lnTo>
                <a:lnTo>
                  <a:pt x="0" y="170993"/>
                </a:lnTo>
                <a:lnTo>
                  <a:pt x="0" y="209102"/>
                </a:lnTo>
                <a:lnTo>
                  <a:pt x="0" y="247221"/>
                </a:lnTo>
                <a:lnTo>
                  <a:pt x="0" y="285331"/>
                </a:lnTo>
                <a:lnTo>
                  <a:pt x="0" y="323440"/>
                </a:lnTo>
                <a:lnTo>
                  <a:pt x="0" y="361559"/>
                </a:lnTo>
                <a:lnTo>
                  <a:pt x="0" y="399669"/>
                </a:lnTo>
                <a:lnTo>
                  <a:pt x="0" y="437779"/>
                </a:lnTo>
                <a:lnTo>
                  <a:pt x="0" y="475898"/>
                </a:lnTo>
                <a:lnTo>
                  <a:pt x="0" y="514007"/>
                </a:lnTo>
                <a:lnTo>
                  <a:pt x="0" y="552117"/>
                </a:lnTo>
                <a:lnTo>
                  <a:pt x="0" y="590226"/>
                </a:lnTo>
                <a:lnTo>
                  <a:pt x="0" y="628345"/>
                </a:lnTo>
                <a:lnTo>
                  <a:pt x="0" y="666455"/>
                </a:lnTo>
                <a:lnTo>
                  <a:pt x="0" y="704564"/>
                </a:lnTo>
                <a:lnTo>
                  <a:pt x="0" y="742683"/>
                </a:lnTo>
                <a:lnTo>
                  <a:pt x="0" y="780793"/>
                </a:lnTo>
                <a:lnTo>
                  <a:pt x="0" y="818902"/>
                </a:lnTo>
                <a:lnTo>
                  <a:pt x="0" y="857012"/>
                </a:lnTo>
                <a:lnTo>
                  <a:pt x="0" y="895131"/>
                </a:lnTo>
                <a:lnTo>
                  <a:pt x="0" y="933240"/>
                </a:lnTo>
                <a:lnTo>
                  <a:pt x="0" y="971350"/>
                </a:lnTo>
                <a:lnTo>
                  <a:pt x="0" y="1009469"/>
                </a:lnTo>
                <a:lnTo>
                  <a:pt x="0" y="1047579"/>
                </a:lnTo>
                <a:lnTo>
                  <a:pt x="0" y="1085688"/>
                </a:lnTo>
                <a:lnTo>
                  <a:pt x="0" y="1123798"/>
                </a:lnTo>
                <a:lnTo>
                  <a:pt x="0" y="1161917"/>
                </a:lnTo>
                <a:lnTo>
                  <a:pt x="0" y="1200026"/>
                </a:lnTo>
                <a:lnTo>
                  <a:pt x="0" y="1238136"/>
                </a:lnTo>
                <a:lnTo>
                  <a:pt x="0" y="1276255"/>
                </a:lnTo>
                <a:lnTo>
                  <a:pt x="0" y="1314364"/>
                </a:lnTo>
                <a:lnTo>
                  <a:pt x="0" y="1352474"/>
                </a:lnTo>
                <a:lnTo>
                  <a:pt x="0" y="1390593"/>
                </a:lnTo>
                <a:lnTo>
                  <a:pt x="0" y="1428702"/>
                </a:lnTo>
                <a:lnTo>
                  <a:pt x="0" y="1466812"/>
                </a:lnTo>
                <a:lnTo>
                  <a:pt x="0" y="1504921"/>
                </a:lnTo>
                <a:lnTo>
                  <a:pt x="0" y="1543040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018173B4-5130-4A16-8705-08A1F149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635A4E73-C8C7-4F97-A463-E3086FF4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604" y="30251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38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98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66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98" y="33950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77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603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90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98"/>
                </a:lnTo>
                <a:lnTo>
                  <a:pt x="284588" y="442427"/>
                </a:lnTo>
                <a:lnTo>
                  <a:pt x="265786" y="445379"/>
                </a:lnTo>
                <a:lnTo>
                  <a:pt x="246926" y="448046"/>
                </a:lnTo>
                <a:lnTo>
                  <a:pt x="22804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14"/>
                </a:lnTo>
                <a:lnTo>
                  <a:pt x="152229" y="457514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81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1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8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5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8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62" y="383581"/>
                </a:lnTo>
                <a:lnTo>
                  <a:pt x="360750" y="374075"/>
                </a:lnTo>
                <a:lnTo>
                  <a:pt x="376742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26" y="131988"/>
                </a:lnTo>
                <a:lnTo>
                  <a:pt x="567919" y="127102"/>
                </a:lnTo>
                <a:lnTo>
                  <a:pt x="586235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47" y="31899"/>
                </a:lnTo>
                <a:lnTo>
                  <a:pt x="811654" y="21755"/>
                </a:lnTo>
                <a:lnTo>
                  <a:pt x="82745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12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16741F20-0298-4416-830C-AEA6C6A6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2014" y="2981325"/>
            <a:ext cx="3143374" cy="506492"/>
          </a:xfrm>
          <a:custGeom xmlns:a="http://schemas.openxmlformats.org/drawingml/2006/main">
            <a:pathLst>
              <a:path w="3143374" h="506492">
                <a:moveTo>
                  <a:pt x="3142736" y="0"/>
                </a:moveTo>
                <a:lnTo>
                  <a:pt x="3143374" y="28813"/>
                </a:lnTo>
                <a:lnTo>
                  <a:pt x="3141888" y="57607"/>
                </a:lnTo>
                <a:lnTo>
                  <a:pt x="3138649" y="86249"/>
                </a:lnTo>
                <a:lnTo>
                  <a:pt x="3133754" y="114662"/>
                </a:lnTo>
                <a:lnTo>
                  <a:pt x="3127210" y="142732"/>
                </a:lnTo>
                <a:lnTo>
                  <a:pt x="3119009" y="170374"/>
                </a:lnTo>
                <a:lnTo>
                  <a:pt x="3109141" y="197453"/>
                </a:lnTo>
                <a:lnTo>
                  <a:pt x="3097587" y="223866"/>
                </a:lnTo>
                <a:lnTo>
                  <a:pt x="3084347" y="249469"/>
                </a:lnTo>
                <a:lnTo>
                  <a:pt x="3069450" y="274149"/>
                </a:lnTo>
                <a:lnTo>
                  <a:pt x="3052915" y="297761"/>
                </a:lnTo>
                <a:lnTo>
                  <a:pt x="3034817" y="320202"/>
                </a:lnTo>
                <a:lnTo>
                  <a:pt x="3015244" y="341366"/>
                </a:lnTo>
                <a:lnTo>
                  <a:pt x="2994289" y="361159"/>
                </a:lnTo>
                <a:lnTo>
                  <a:pt x="2972086" y="379552"/>
                </a:lnTo>
                <a:lnTo>
                  <a:pt x="2948759" y="396488"/>
                </a:lnTo>
                <a:lnTo>
                  <a:pt x="2924442" y="411975"/>
                </a:lnTo>
                <a:lnTo>
                  <a:pt x="2899277" y="426025"/>
                </a:lnTo>
                <a:lnTo>
                  <a:pt x="2873369" y="438664"/>
                </a:lnTo>
                <a:lnTo>
                  <a:pt x="2846842" y="449961"/>
                </a:lnTo>
                <a:lnTo>
                  <a:pt x="2819800" y="459953"/>
                </a:lnTo>
                <a:lnTo>
                  <a:pt x="2792330" y="468716"/>
                </a:lnTo>
                <a:lnTo>
                  <a:pt x="2764526" y="476317"/>
                </a:lnTo>
                <a:lnTo>
                  <a:pt x="2736437" y="482822"/>
                </a:lnTo>
                <a:lnTo>
                  <a:pt x="2708129" y="488299"/>
                </a:lnTo>
                <a:lnTo>
                  <a:pt x="2679659" y="492814"/>
                </a:lnTo>
                <a:lnTo>
                  <a:pt x="2651055" y="496424"/>
                </a:lnTo>
                <a:lnTo>
                  <a:pt x="2622356" y="499196"/>
                </a:lnTo>
                <a:lnTo>
                  <a:pt x="2593591" y="501177"/>
                </a:lnTo>
                <a:lnTo>
                  <a:pt x="2564768" y="501920"/>
                </a:lnTo>
                <a:lnTo>
                  <a:pt x="2535936" y="502349"/>
                </a:lnTo>
                <a:lnTo>
                  <a:pt x="2507113" y="502682"/>
                </a:lnTo>
                <a:lnTo>
                  <a:pt x="2478281" y="502958"/>
                </a:lnTo>
                <a:lnTo>
                  <a:pt x="2449449" y="503206"/>
                </a:lnTo>
                <a:lnTo>
                  <a:pt x="2420617" y="503434"/>
                </a:lnTo>
                <a:lnTo>
                  <a:pt x="2391785" y="503634"/>
                </a:lnTo>
                <a:lnTo>
                  <a:pt x="2362952" y="503815"/>
                </a:lnTo>
                <a:lnTo>
                  <a:pt x="2334120" y="503987"/>
                </a:lnTo>
                <a:lnTo>
                  <a:pt x="2305288" y="504139"/>
                </a:lnTo>
                <a:lnTo>
                  <a:pt x="2276456" y="504301"/>
                </a:lnTo>
                <a:lnTo>
                  <a:pt x="2247624" y="504434"/>
                </a:lnTo>
                <a:lnTo>
                  <a:pt x="2218792" y="504568"/>
                </a:lnTo>
                <a:lnTo>
                  <a:pt x="2189959" y="504701"/>
                </a:lnTo>
                <a:lnTo>
                  <a:pt x="2161127" y="504815"/>
                </a:lnTo>
                <a:lnTo>
                  <a:pt x="2132295" y="504930"/>
                </a:lnTo>
                <a:lnTo>
                  <a:pt x="2103463" y="505044"/>
                </a:lnTo>
                <a:lnTo>
                  <a:pt x="2074640" y="505139"/>
                </a:lnTo>
                <a:lnTo>
                  <a:pt x="2045808" y="505235"/>
                </a:lnTo>
                <a:lnTo>
                  <a:pt x="2016976" y="505330"/>
                </a:lnTo>
                <a:lnTo>
                  <a:pt x="1988144" y="505425"/>
                </a:lnTo>
                <a:lnTo>
                  <a:pt x="1959312" y="505501"/>
                </a:lnTo>
                <a:lnTo>
                  <a:pt x="1930479" y="505587"/>
                </a:lnTo>
                <a:lnTo>
                  <a:pt x="1901647" y="505663"/>
                </a:lnTo>
                <a:lnTo>
                  <a:pt x="1872815" y="505739"/>
                </a:lnTo>
                <a:lnTo>
                  <a:pt x="1843983" y="505806"/>
                </a:lnTo>
                <a:lnTo>
                  <a:pt x="1815151" y="505873"/>
                </a:lnTo>
                <a:lnTo>
                  <a:pt x="1786319" y="505939"/>
                </a:lnTo>
                <a:lnTo>
                  <a:pt x="1757486" y="505987"/>
                </a:lnTo>
                <a:lnTo>
                  <a:pt x="1728654" y="506044"/>
                </a:lnTo>
                <a:lnTo>
                  <a:pt x="1699822" y="506101"/>
                </a:lnTo>
                <a:lnTo>
                  <a:pt x="1670990" y="506149"/>
                </a:lnTo>
                <a:lnTo>
                  <a:pt x="1642158" y="506197"/>
                </a:lnTo>
                <a:lnTo>
                  <a:pt x="1613325" y="506235"/>
                </a:lnTo>
                <a:lnTo>
                  <a:pt x="1584493" y="506273"/>
                </a:lnTo>
                <a:lnTo>
                  <a:pt x="1555661" y="506311"/>
                </a:lnTo>
                <a:lnTo>
                  <a:pt x="1526829" y="506339"/>
                </a:lnTo>
                <a:lnTo>
                  <a:pt x="1497997" y="506368"/>
                </a:lnTo>
                <a:lnTo>
                  <a:pt x="1469165" y="506406"/>
                </a:lnTo>
                <a:lnTo>
                  <a:pt x="1440332" y="506425"/>
                </a:lnTo>
                <a:lnTo>
                  <a:pt x="1411500" y="506444"/>
                </a:lnTo>
                <a:lnTo>
                  <a:pt x="1382668" y="506463"/>
                </a:lnTo>
                <a:lnTo>
                  <a:pt x="1353836" y="506482"/>
                </a:lnTo>
                <a:lnTo>
                  <a:pt x="1325004" y="506492"/>
                </a:lnTo>
                <a:lnTo>
                  <a:pt x="1296172" y="506492"/>
                </a:lnTo>
                <a:lnTo>
                  <a:pt x="1267339" y="506492"/>
                </a:lnTo>
                <a:lnTo>
                  <a:pt x="1238507" y="506482"/>
                </a:lnTo>
                <a:lnTo>
                  <a:pt x="1209675" y="506482"/>
                </a:lnTo>
                <a:lnTo>
                  <a:pt x="1180843" y="506482"/>
                </a:lnTo>
                <a:lnTo>
                  <a:pt x="1152011" y="506482"/>
                </a:lnTo>
                <a:lnTo>
                  <a:pt x="1123178" y="506482"/>
                </a:lnTo>
                <a:lnTo>
                  <a:pt x="1094346" y="506473"/>
                </a:lnTo>
                <a:lnTo>
                  <a:pt x="1065514" y="506444"/>
                </a:lnTo>
                <a:lnTo>
                  <a:pt x="1036682" y="506425"/>
                </a:lnTo>
                <a:lnTo>
                  <a:pt x="1007850" y="506406"/>
                </a:lnTo>
                <a:lnTo>
                  <a:pt x="979018" y="506378"/>
                </a:lnTo>
                <a:lnTo>
                  <a:pt x="950185" y="506339"/>
                </a:lnTo>
                <a:lnTo>
                  <a:pt x="921353" y="506301"/>
                </a:lnTo>
                <a:lnTo>
                  <a:pt x="892521" y="506263"/>
                </a:lnTo>
                <a:lnTo>
                  <a:pt x="863689" y="506216"/>
                </a:lnTo>
                <a:lnTo>
                  <a:pt x="834857" y="506159"/>
                </a:lnTo>
                <a:lnTo>
                  <a:pt x="806025" y="506111"/>
                </a:lnTo>
                <a:lnTo>
                  <a:pt x="777192" y="506054"/>
                </a:lnTo>
                <a:lnTo>
                  <a:pt x="748360" y="505987"/>
                </a:lnTo>
                <a:lnTo>
                  <a:pt x="719528" y="505911"/>
                </a:lnTo>
                <a:lnTo>
                  <a:pt x="690696" y="505835"/>
                </a:lnTo>
                <a:lnTo>
                  <a:pt x="661864" y="505758"/>
                </a:lnTo>
                <a:lnTo>
                  <a:pt x="633031" y="505663"/>
                </a:lnTo>
                <a:lnTo>
                  <a:pt x="604199" y="505568"/>
                </a:lnTo>
                <a:lnTo>
                  <a:pt x="575367" y="505473"/>
                </a:lnTo>
                <a:lnTo>
                  <a:pt x="546535" y="505358"/>
                </a:lnTo>
                <a:lnTo>
                  <a:pt x="517703" y="505235"/>
                </a:lnTo>
                <a:lnTo>
                  <a:pt x="488871" y="505111"/>
                </a:lnTo>
                <a:lnTo>
                  <a:pt x="460038" y="504977"/>
                </a:lnTo>
                <a:lnTo>
                  <a:pt x="431206" y="504825"/>
                </a:lnTo>
                <a:lnTo>
                  <a:pt x="402374" y="504673"/>
                </a:lnTo>
                <a:lnTo>
                  <a:pt x="373542" y="504511"/>
                </a:lnTo>
                <a:lnTo>
                  <a:pt x="344710" y="504330"/>
                </a:lnTo>
                <a:lnTo>
                  <a:pt x="315878" y="504130"/>
                </a:lnTo>
                <a:lnTo>
                  <a:pt x="287045" y="503920"/>
                </a:lnTo>
                <a:lnTo>
                  <a:pt x="258223" y="503682"/>
                </a:lnTo>
                <a:lnTo>
                  <a:pt x="229391" y="503425"/>
                </a:lnTo>
                <a:lnTo>
                  <a:pt x="200558" y="503139"/>
                </a:lnTo>
                <a:lnTo>
                  <a:pt x="171726" y="502815"/>
                </a:lnTo>
                <a:lnTo>
                  <a:pt x="142894" y="502453"/>
                </a:lnTo>
                <a:lnTo>
                  <a:pt x="114071" y="502044"/>
                </a:lnTo>
                <a:lnTo>
                  <a:pt x="85239" y="501558"/>
                </a:lnTo>
                <a:lnTo>
                  <a:pt x="56417" y="500939"/>
                </a:lnTo>
                <a:lnTo>
                  <a:pt x="27594" y="500110"/>
                </a:lnTo>
                <a:lnTo>
                  <a:pt x="6610" y="491080"/>
                </a:lnTo>
                <a:lnTo>
                  <a:pt x="5877" y="462258"/>
                </a:lnTo>
                <a:lnTo>
                  <a:pt x="5144" y="433435"/>
                </a:lnTo>
                <a:lnTo>
                  <a:pt x="4410" y="404612"/>
                </a:lnTo>
                <a:lnTo>
                  <a:pt x="3677" y="375790"/>
                </a:lnTo>
                <a:lnTo>
                  <a:pt x="2943" y="346967"/>
                </a:lnTo>
                <a:lnTo>
                  <a:pt x="2200" y="318145"/>
                </a:lnTo>
                <a:lnTo>
                  <a:pt x="1467" y="289322"/>
                </a:lnTo>
                <a:lnTo>
                  <a:pt x="733" y="260499"/>
                </a:lnTo>
                <a:lnTo>
                  <a:pt x="0" y="231677"/>
                </a:lnTo>
                <a:lnTo>
                  <a:pt x="8077" y="211084"/>
                </a:lnTo>
                <a:lnTo>
                  <a:pt x="36890" y="209941"/>
                </a:lnTo>
                <a:lnTo>
                  <a:pt x="65703" y="208940"/>
                </a:lnTo>
                <a:lnTo>
                  <a:pt x="94526" y="208064"/>
                </a:lnTo>
                <a:lnTo>
                  <a:pt x="123349" y="207312"/>
                </a:lnTo>
                <a:lnTo>
                  <a:pt x="152171" y="206673"/>
                </a:lnTo>
                <a:lnTo>
                  <a:pt x="180994" y="206140"/>
                </a:lnTo>
                <a:lnTo>
                  <a:pt x="209826" y="205702"/>
                </a:lnTo>
                <a:lnTo>
                  <a:pt x="238658" y="205359"/>
                </a:lnTo>
                <a:lnTo>
                  <a:pt x="267491" y="205102"/>
                </a:lnTo>
                <a:lnTo>
                  <a:pt x="296323" y="204921"/>
                </a:lnTo>
                <a:lnTo>
                  <a:pt x="325155" y="204826"/>
                </a:lnTo>
                <a:lnTo>
                  <a:pt x="353987" y="204788"/>
                </a:lnTo>
                <a:lnTo>
                  <a:pt x="382819" y="204816"/>
                </a:lnTo>
                <a:lnTo>
                  <a:pt x="411651" y="204911"/>
                </a:lnTo>
                <a:lnTo>
                  <a:pt x="440484" y="205054"/>
                </a:lnTo>
                <a:lnTo>
                  <a:pt x="469306" y="205264"/>
                </a:lnTo>
                <a:lnTo>
                  <a:pt x="498138" y="205521"/>
                </a:lnTo>
                <a:lnTo>
                  <a:pt x="526971" y="205826"/>
                </a:lnTo>
                <a:lnTo>
                  <a:pt x="555803" y="206178"/>
                </a:lnTo>
                <a:lnTo>
                  <a:pt x="584635" y="206569"/>
                </a:lnTo>
                <a:lnTo>
                  <a:pt x="613458" y="207007"/>
                </a:lnTo>
                <a:lnTo>
                  <a:pt x="642290" y="207483"/>
                </a:lnTo>
                <a:lnTo>
                  <a:pt x="671112" y="207988"/>
                </a:lnTo>
                <a:lnTo>
                  <a:pt x="699945" y="208531"/>
                </a:lnTo>
                <a:lnTo>
                  <a:pt x="728767" y="209112"/>
                </a:lnTo>
                <a:lnTo>
                  <a:pt x="757599" y="209721"/>
                </a:lnTo>
                <a:lnTo>
                  <a:pt x="786422" y="210350"/>
                </a:lnTo>
                <a:lnTo>
                  <a:pt x="815245" y="211026"/>
                </a:lnTo>
                <a:lnTo>
                  <a:pt x="844067" y="211703"/>
                </a:lnTo>
                <a:lnTo>
                  <a:pt x="872890" y="212417"/>
                </a:lnTo>
                <a:lnTo>
                  <a:pt x="901713" y="213141"/>
                </a:lnTo>
                <a:lnTo>
                  <a:pt x="930535" y="213893"/>
                </a:lnTo>
                <a:lnTo>
                  <a:pt x="959358" y="214655"/>
                </a:lnTo>
                <a:lnTo>
                  <a:pt x="988181" y="215446"/>
                </a:lnTo>
                <a:lnTo>
                  <a:pt x="1017003" y="216246"/>
                </a:lnTo>
                <a:lnTo>
                  <a:pt x="1045826" y="217056"/>
                </a:lnTo>
                <a:lnTo>
                  <a:pt x="1074639" y="217884"/>
                </a:lnTo>
                <a:lnTo>
                  <a:pt x="1103462" y="218732"/>
                </a:lnTo>
                <a:lnTo>
                  <a:pt x="1132284" y="219580"/>
                </a:lnTo>
                <a:lnTo>
                  <a:pt x="1161107" y="220437"/>
                </a:lnTo>
                <a:lnTo>
                  <a:pt x="1189920" y="221294"/>
                </a:lnTo>
                <a:lnTo>
                  <a:pt x="1218743" y="222161"/>
                </a:lnTo>
                <a:lnTo>
                  <a:pt x="1247556" y="223028"/>
                </a:lnTo>
                <a:lnTo>
                  <a:pt x="1276379" y="223904"/>
                </a:lnTo>
                <a:lnTo>
                  <a:pt x="1305201" y="224780"/>
                </a:lnTo>
                <a:lnTo>
                  <a:pt x="1334014" y="225657"/>
                </a:lnTo>
                <a:lnTo>
                  <a:pt x="1362837" y="226533"/>
                </a:lnTo>
                <a:lnTo>
                  <a:pt x="1391650" y="227409"/>
                </a:lnTo>
                <a:lnTo>
                  <a:pt x="1420473" y="228286"/>
                </a:lnTo>
                <a:lnTo>
                  <a:pt x="1449295" y="229152"/>
                </a:lnTo>
                <a:lnTo>
                  <a:pt x="1478109" y="230010"/>
                </a:lnTo>
                <a:lnTo>
                  <a:pt x="1506931" y="230867"/>
                </a:lnTo>
                <a:lnTo>
                  <a:pt x="1535754" y="231715"/>
                </a:lnTo>
                <a:lnTo>
                  <a:pt x="1564567" y="232543"/>
                </a:lnTo>
                <a:lnTo>
                  <a:pt x="1593390" y="233363"/>
                </a:lnTo>
                <a:lnTo>
                  <a:pt x="1622212" y="234172"/>
                </a:lnTo>
                <a:lnTo>
                  <a:pt x="1651035" y="234963"/>
                </a:lnTo>
                <a:lnTo>
                  <a:pt x="1679858" y="235734"/>
                </a:lnTo>
                <a:lnTo>
                  <a:pt x="1708680" y="236487"/>
                </a:lnTo>
                <a:lnTo>
                  <a:pt x="1737503" y="237230"/>
                </a:lnTo>
                <a:lnTo>
                  <a:pt x="1766326" y="237935"/>
                </a:lnTo>
                <a:lnTo>
                  <a:pt x="1795148" y="238620"/>
                </a:lnTo>
                <a:lnTo>
                  <a:pt x="1823971" y="239278"/>
                </a:lnTo>
                <a:lnTo>
                  <a:pt x="1852793" y="239906"/>
                </a:lnTo>
                <a:lnTo>
                  <a:pt x="1881626" y="240506"/>
                </a:lnTo>
                <a:lnTo>
                  <a:pt x="1910448" y="241059"/>
                </a:lnTo>
                <a:lnTo>
                  <a:pt x="1939280" y="241583"/>
                </a:lnTo>
                <a:lnTo>
                  <a:pt x="1968103" y="242068"/>
                </a:lnTo>
                <a:lnTo>
                  <a:pt x="1996935" y="242507"/>
                </a:lnTo>
                <a:lnTo>
                  <a:pt x="2025767" y="242907"/>
                </a:lnTo>
                <a:lnTo>
                  <a:pt x="2054590" y="243240"/>
                </a:lnTo>
                <a:lnTo>
                  <a:pt x="2083422" y="243526"/>
                </a:lnTo>
                <a:lnTo>
                  <a:pt x="2112254" y="243754"/>
                </a:lnTo>
                <a:lnTo>
                  <a:pt x="2141087" y="243916"/>
                </a:lnTo>
                <a:lnTo>
                  <a:pt x="2169919" y="244011"/>
                </a:lnTo>
                <a:lnTo>
                  <a:pt x="2198751" y="244031"/>
                </a:lnTo>
                <a:lnTo>
                  <a:pt x="2227583" y="243964"/>
                </a:lnTo>
                <a:lnTo>
                  <a:pt x="2256415" y="243811"/>
                </a:lnTo>
                <a:lnTo>
                  <a:pt x="2285248" y="243564"/>
                </a:lnTo>
                <a:lnTo>
                  <a:pt x="2314080" y="243211"/>
                </a:lnTo>
                <a:lnTo>
                  <a:pt x="2342902" y="242735"/>
                </a:lnTo>
                <a:lnTo>
                  <a:pt x="2371735" y="242145"/>
                </a:lnTo>
                <a:lnTo>
                  <a:pt x="2400557" y="241402"/>
                </a:lnTo>
                <a:lnTo>
                  <a:pt x="2429370" y="240497"/>
                </a:lnTo>
                <a:lnTo>
                  <a:pt x="2458183" y="239430"/>
                </a:lnTo>
                <a:lnTo>
                  <a:pt x="2486987" y="238154"/>
                </a:lnTo>
                <a:lnTo>
                  <a:pt x="2515781" y="236658"/>
                </a:lnTo>
                <a:lnTo>
                  <a:pt x="2544556" y="234906"/>
                </a:lnTo>
                <a:lnTo>
                  <a:pt x="2573322" y="232858"/>
                </a:lnTo>
                <a:lnTo>
                  <a:pt x="2602049" y="230457"/>
                </a:lnTo>
                <a:lnTo>
                  <a:pt x="2630748" y="227657"/>
                </a:lnTo>
                <a:lnTo>
                  <a:pt x="2659390" y="224342"/>
                </a:lnTo>
                <a:lnTo>
                  <a:pt x="2687945" y="220409"/>
                </a:lnTo>
                <a:lnTo>
                  <a:pt x="2716387" y="215665"/>
                </a:lnTo>
                <a:lnTo>
                  <a:pt x="2744619" y="209845"/>
                </a:lnTo>
                <a:lnTo>
                  <a:pt x="2772489" y="202482"/>
                </a:lnTo>
                <a:lnTo>
                  <a:pt x="2799588" y="192681"/>
                </a:lnTo>
                <a:lnTo>
                  <a:pt x="2824544" y="178394"/>
                </a:lnTo>
                <a:lnTo>
                  <a:pt x="2840565" y="155162"/>
                </a:lnTo>
                <a:lnTo>
                  <a:pt x="2860615" y="141494"/>
                </a:lnTo>
                <a:lnTo>
                  <a:pt x="2888142" y="132902"/>
                </a:lnTo>
                <a:lnTo>
                  <a:pt x="2915307" y="123263"/>
                </a:lnTo>
                <a:lnTo>
                  <a:pt x="2942149" y="112728"/>
                </a:lnTo>
                <a:lnTo>
                  <a:pt x="2968628" y="101336"/>
                </a:lnTo>
                <a:lnTo>
                  <a:pt x="2994755" y="89144"/>
                </a:lnTo>
                <a:lnTo>
                  <a:pt x="3020501" y="76171"/>
                </a:lnTo>
                <a:lnTo>
                  <a:pt x="3045847" y="62436"/>
                </a:lnTo>
                <a:lnTo>
                  <a:pt x="3070774" y="47939"/>
                </a:lnTo>
                <a:lnTo>
                  <a:pt x="3095244" y="32699"/>
                </a:lnTo>
                <a:lnTo>
                  <a:pt x="3119247" y="16716"/>
                </a:lnTo>
                <a:lnTo>
                  <a:pt x="314273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3496558E-47CD-45E8-92CF-43D72C33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3143250" cy="1581150"/>
          </a:xfrm>
          <a:custGeom xmlns:a="http://schemas.openxmlformats.org/drawingml/2006/main">
            <a:pathLst>
              <a:path w="3143250" h="1581150">
                <a:moveTo>
                  <a:pt x="0" y="1581150"/>
                </a:moveTo>
                <a:lnTo>
                  <a:pt x="38110" y="1581150"/>
                </a:lnTo>
                <a:lnTo>
                  <a:pt x="76229" y="1581150"/>
                </a:lnTo>
                <a:lnTo>
                  <a:pt x="114338" y="1581150"/>
                </a:lnTo>
                <a:lnTo>
                  <a:pt x="152448" y="1581150"/>
                </a:lnTo>
                <a:lnTo>
                  <a:pt x="190557" y="1581150"/>
                </a:lnTo>
                <a:lnTo>
                  <a:pt x="228676" y="1581150"/>
                </a:lnTo>
                <a:lnTo>
                  <a:pt x="266786" y="1581150"/>
                </a:lnTo>
                <a:lnTo>
                  <a:pt x="304895" y="1581150"/>
                </a:lnTo>
                <a:lnTo>
                  <a:pt x="343014" y="1581150"/>
                </a:lnTo>
                <a:lnTo>
                  <a:pt x="381124" y="1581150"/>
                </a:lnTo>
                <a:lnTo>
                  <a:pt x="419233" y="1581150"/>
                </a:lnTo>
                <a:lnTo>
                  <a:pt x="457343" y="1581150"/>
                </a:lnTo>
                <a:lnTo>
                  <a:pt x="495462" y="1581150"/>
                </a:lnTo>
                <a:lnTo>
                  <a:pt x="533571" y="1581150"/>
                </a:lnTo>
                <a:lnTo>
                  <a:pt x="571681" y="1581150"/>
                </a:lnTo>
                <a:lnTo>
                  <a:pt x="609800" y="1581150"/>
                </a:lnTo>
                <a:lnTo>
                  <a:pt x="647910" y="1581150"/>
                </a:lnTo>
                <a:lnTo>
                  <a:pt x="686019" y="1581150"/>
                </a:lnTo>
                <a:lnTo>
                  <a:pt x="724138" y="1581150"/>
                </a:lnTo>
                <a:lnTo>
                  <a:pt x="762248" y="1581150"/>
                </a:lnTo>
                <a:lnTo>
                  <a:pt x="800357" y="1581150"/>
                </a:lnTo>
                <a:lnTo>
                  <a:pt x="838467" y="1581150"/>
                </a:lnTo>
                <a:lnTo>
                  <a:pt x="876586" y="1581150"/>
                </a:lnTo>
                <a:lnTo>
                  <a:pt x="914695" y="1581150"/>
                </a:lnTo>
                <a:lnTo>
                  <a:pt x="952805" y="1581150"/>
                </a:lnTo>
                <a:lnTo>
                  <a:pt x="990924" y="1581150"/>
                </a:lnTo>
                <a:lnTo>
                  <a:pt x="1029033" y="1581150"/>
                </a:lnTo>
                <a:lnTo>
                  <a:pt x="1067143" y="1581150"/>
                </a:lnTo>
                <a:lnTo>
                  <a:pt x="1105252" y="1581150"/>
                </a:lnTo>
                <a:lnTo>
                  <a:pt x="1143371" y="1581150"/>
                </a:lnTo>
                <a:lnTo>
                  <a:pt x="1181481" y="1581150"/>
                </a:lnTo>
                <a:lnTo>
                  <a:pt x="1219591" y="1581150"/>
                </a:lnTo>
                <a:lnTo>
                  <a:pt x="1257710" y="1581150"/>
                </a:lnTo>
                <a:lnTo>
                  <a:pt x="1295819" y="1581150"/>
                </a:lnTo>
                <a:lnTo>
                  <a:pt x="1333929" y="1581150"/>
                </a:lnTo>
                <a:lnTo>
                  <a:pt x="1372038" y="1581150"/>
                </a:lnTo>
                <a:lnTo>
                  <a:pt x="1410157" y="1581150"/>
                </a:lnTo>
                <a:lnTo>
                  <a:pt x="1448267" y="1581150"/>
                </a:lnTo>
                <a:lnTo>
                  <a:pt x="1486376" y="1581150"/>
                </a:lnTo>
                <a:lnTo>
                  <a:pt x="1524495" y="1581150"/>
                </a:lnTo>
                <a:lnTo>
                  <a:pt x="1562605" y="1581150"/>
                </a:lnTo>
                <a:lnTo>
                  <a:pt x="1600714" y="1581150"/>
                </a:lnTo>
                <a:lnTo>
                  <a:pt x="1638833" y="1581150"/>
                </a:lnTo>
                <a:lnTo>
                  <a:pt x="1676943" y="1581150"/>
                </a:lnTo>
                <a:lnTo>
                  <a:pt x="1715052" y="1581150"/>
                </a:lnTo>
                <a:lnTo>
                  <a:pt x="1753162" y="1581150"/>
                </a:lnTo>
                <a:lnTo>
                  <a:pt x="1791281" y="1581150"/>
                </a:lnTo>
                <a:lnTo>
                  <a:pt x="1829391" y="1581150"/>
                </a:lnTo>
                <a:lnTo>
                  <a:pt x="1867500" y="1581150"/>
                </a:lnTo>
                <a:lnTo>
                  <a:pt x="1905619" y="1581150"/>
                </a:lnTo>
                <a:lnTo>
                  <a:pt x="1943729" y="1581150"/>
                </a:lnTo>
                <a:lnTo>
                  <a:pt x="1981838" y="1581150"/>
                </a:lnTo>
                <a:lnTo>
                  <a:pt x="2019948" y="1581150"/>
                </a:lnTo>
                <a:lnTo>
                  <a:pt x="2058067" y="1581150"/>
                </a:lnTo>
                <a:lnTo>
                  <a:pt x="2096176" y="1581150"/>
                </a:lnTo>
                <a:lnTo>
                  <a:pt x="2134286" y="1581150"/>
                </a:lnTo>
                <a:lnTo>
                  <a:pt x="2172405" y="1581150"/>
                </a:lnTo>
                <a:lnTo>
                  <a:pt x="2210514" y="1581150"/>
                </a:lnTo>
                <a:lnTo>
                  <a:pt x="2248624" y="1581150"/>
                </a:lnTo>
                <a:lnTo>
                  <a:pt x="2286733" y="1581150"/>
                </a:lnTo>
                <a:lnTo>
                  <a:pt x="2324852" y="1581150"/>
                </a:lnTo>
                <a:lnTo>
                  <a:pt x="2362962" y="1581150"/>
                </a:lnTo>
                <a:lnTo>
                  <a:pt x="2400795" y="1577359"/>
                </a:lnTo>
                <a:lnTo>
                  <a:pt x="2438495" y="1571787"/>
                </a:lnTo>
                <a:lnTo>
                  <a:pt x="2476205" y="1566215"/>
                </a:lnTo>
                <a:lnTo>
                  <a:pt x="2513905" y="1560633"/>
                </a:lnTo>
                <a:lnTo>
                  <a:pt x="2551605" y="1555061"/>
                </a:lnTo>
                <a:lnTo>
                  <a:pt x="2589305" y="1549489"/>
                </a:lnTo>
                <a:lnTo>
                  <a:pt x="2627014" y="1543917"/>
                </a:lnTo>
                <a:lnTo>
                  <a:pt x="2663276" y="1535211"/>
                </a:lnTo>
                <a:lnTo>
                  <a:pt x="2692108" y="1510284"/>
                </a:lnTo>
                <a:lnTo>
                  <a:pt x="2720931" y="1485348"/>
                </a:lnTo>
                <a:lnTo>
                  <a:pt x="2749763" y="1460421"/>
                </a:lnTo>
                <a:lnTo>
                  <a:pt x="2778595" y="1435494"/>
                </a:lnTo>
                <a:lnTo>
                  <a:pt x="2807418" y="1410557"/>
                </a:lnTo>
                <a:lnTo>
                  <a:pt x="2836250" y="1385630"/>
                </a:lnTo>
                <a:lnTo>
                  <a:pt x="2865072" y="1360703"/>
                </a:lnTo>
                <a:lnTo>
                  <a:pt x="2893905" y="1335767"/>
                </a:lnTo>
                <a:lnTo>
                  <a:pt x="2922727" y="1310840"/>
                </a:lnTo>
                <a:lnTo>
                  <a:pt x="2951559" y="1285913"/>
                </a:lnTo>
                <a:lnTo>
                  <a:pt x="2980382" y="1260986"/>
                </a:lnTo>
                <a:lnTo>
                  <a:pt x="3009214" y="1236050"/>
                </a:lnTo>
                <a:lnTo>
                  <a:pt x="3038046" y="1211123"/>
                </a:lnTo>
                <a:lnTo>
                  <a:pt x="3066869" y="1186196"/>
                </a:lnTo>
                <a:lnTo>
                  <a:pt x="3095701" y="1161259"/>
                </a:lnTo>
                <a:lnTo>
                  <a:pt x="3124524" y="1136333"/>
                </a:lnTo>
                <a:lnTo>
                  <a:pt x="3143250" y="1106786"/>
                </a:lnTo>
                <a:lnTo>
                  <a:pt x="3143250" y="1068667"/>
                </a:lnTo>
                <a:lnTo>
                  <a:pt x="3143250" y="1030557"/>
                </a:lnTo>
                <a:lnTo>
                  <a:pt x="3143250" y="992448"/>
                </a:lnTo>
                <a:lnTo>
                  <a:pt x="3143250" y="954329"/>
                </a:lnTo>
                <a:lnTo>
                  <a:pt x="3143250" y="916219"/>
                </a:lnTo>
                <a:lnTo>
                  <a:pt x="3143250" y="878110"/>
                </a:lnTo>
                <a:lnTo>
                  <a:pt x="3143250" y="840000"/>
                </a:lnTo>
                <a:lnTo>
                  <a:pt x="3143250" y="801881"/>
                </a:lnTo>
                <a:lnTo>
                  <a:pt x="3143250" y="763772"/>
                </a:lnTo>
                <a:lnTo>
                  <a:pt x="3143250" y="725662"/>
                </a:lnTo>
                <a:lnTo>
                  <a:pt x="3143250" y="687543"/>
                </a:lnTo>
                <a:lnTo>
                  <a:pt x="3143250" y="649434"/>
                </a:lnTo>
                <a:lnTo>
                  <a:pt x="3143250" y="611324"/>
                </a:lnTo>
                <a:lnTo>
                  <a:pt x="3143250" y="573215"/>
                </a:lnTo>
                <a:lnTo>
                  <a:pt x="3143250" y="535095"/>
                </a:lnTo>
                <a:lnTo>
                  <a:pt x="3143250" y="496986"/>
                </a:lnTo>
                <a:lnTo>
                  <a:pt x="3143250" y="458876"/>
                </a:lnTo>
                <a:lnTo>
                  <a:pt x="3143250" y="420757"/>
                </a:lnTo>
                <a:lnTo>
                  <a:pt x="3143250" y="382648"/>
                </a:lnTo>
                <a:lnTo>
                  <a:pt x="3143250" y="344538"/>
                </a:lnTo>
                <a:lnTo>
                  <a:pt x="3143250" y="306429"/>
                </a:lnTo>
                <a:lnTo>
                  <a:pt x="3143250" y="268310"/>
                </a:lnTo>
                <a:lnTo>
                  <a:pt x="3143250" y="230200"/>
                </a:lnTo>
                <a:lnTo>
                  <a:pt x="3143250" y="192091"/>
                </a:lnTo>
                <a:lnTo>
                  <a:pt x="3143250" y="153972"/>
                </a:lnTo>
                <a:lnTo>
                  <a:pt x="3143250" y="115862"/>
                </a:lnTo>
                <a:lnTo>
                  <a:pt x="3143250" y="77753"/>
                </a:lnTo>
                <a:lnTo>
                  <a:pt x="3143250" y="39634"/>
                </a:lnTo>
                <a:lnTo>
                  <a:pt x="3143250" y="1524"/>
                </a:lnTo>
                <a:lnTo>
                  <a:pt x="3106664" y="0"/>
                </a:lnTo>
                <a:lnTo>
                  <a:pt x="3068555" y="0"/>
                </a:lnTo>
                <a:lnTo>
                  <a:pt x="3030436" y="0"/>
                </a:lnTo>
                <a:lnTo>
                  <a:pt x="2992326" y="0"/>
                </a:lnTo>
                <a:lnTo>
                  <a:pt x="2954217" y="0"/>
                </a:lnTo>
                <a:lnTo>
                  <a:pt x="2916098" y="0"/>
                </a:lnTo>
                <a:lnTo>
                  <a:pt x="2877988" y="0"/>
                </a:lnTo>
                <a:lnTo>
                  <a:pt x="2839879" y="0"/>
                </a:lnTo>
                <a:lnTo>
                  <a:pt x="2801760" y="0"/>
                </a:lnTo>
                <a:lnTo>
                  <a:pt x="2763650" y="0"/>
                </a:lnTo>
                <a:lnTo>
                  <a:pt x="2725541" y="0"/>
                </a:lnTo>
                <a:lnTo>
                  <a:pt x="2687431" y="0"/>
                </a:lnTo>
                <a:lnTo>
                  <a:pt x="2649312" y="0"/>
                </a:lnTo>
                <a:lnTo>
                  <a:pt x="2611203" y="0"/>
                </a:lnTo>
                <a:lnTo>
                  <a:pt x="2573093" y="0"/>
                </a:lnTo>
                <a:lnTo>
                  <a:pt x="2534974" y="0"/>
                </a:lnTo>
                <a:lnTo>
                  <a:pt x="2496864" y="0"/>
                </a:lnTo>
                <a:lnTo>
                  <a:pt x="2458755" y="0"/>
                </a:lnTo>
                <a:lnTo>
                  <a:pt x="2420645" y="0"/>
                </a:lnTo>
                <a:lnTo>
                  <a:pt x="2382526" y="0"/>
                </a:lnTo>
                <a:lnTo>
                  <a:pt x="2344417" y="0"/>
                </a:lnTo>
                <a:lnTo>
                  <a:pt x="2306307" y="0"/>
                </a:lnTo>
                <a:lnTo>
                  <a:pt x="2268188" y="0"/>
                </a:lnTo>
                <a:lnTo>
                  <a:pt x="2230079" y="0"/>
                </a:lnTo>
                <a:lnTo>
                  <a:pt x="2191969" y="0"/>
                </a:lnTo>
                <a:lnTo>
                  <a:pt x="2153860" y="0"/>
                </a:lnTo>
                <a:lnTo>
                  <a:pt x="2115741" y="0"/>
                </a:lnTo>
                <a:lnTo>
                  <a:pt x="2077631" y="0"/>
                </a:lnTo>
                <a:lnTo>
                  <a:pt x="2039522" y="0"/>
                </a:lnTo>
                <a:lnTo>
                  <a:pt x="2001403" y="0"/>
                </a:lnTo>
                <a:lnTo>
                  <a:pt x="1963293" y="0"/>
                </a:lnTo>
                <a:lnTo>
                  <a:pt x="1925183" y="0"/>
                </a:lnTo>
                <a:lnTo>
                  <a:pt x="1887064" y="0"/>
                </a:lnTo>
                <a:lnTo>
                  <a:pt x="1848955" y="0"/>
                </a:lnTo>
                <a:lnTo>
                  <a:pt x="1810845" y="0"/>
                </a:lnTo>
                <a:lnTo>
                  <a:pt x="1772736" y="0"/>
                </a:lnTo>
                <a:lnTo>
                  <a:pt x="1734617" y="0"/>
                </a:lnTo>
                <a:lnTo>
                  <a:pt x="1696507" y="0"/>
                </a:lnTo>
                <a:lnTo>
                  <a:pt x="1658398" y="0"/>
                </a:lnTo>
                <a:lnTo>
                  <a:pt x="1620279" y="0"/>
                </a:lnTo>
                <a:lnTo>
                  <a:pt x="1582169" y="0"/>
                </a:lnTo>
                <a:lnTo>
                  <a:pt x="1544060" y="0"/>
                </a:lnTo>
                <a:lnTo>
                  <a:pt x="1505950" y="0"/>
                </a:lnTo>
                <a:lnTo>
                  <a:pt x="1467831" y="0"/>
                </a:lnTo>
                <a:lnTo>
                  <a:pt x="1429722" y="0"/>
                </a:lnTo>
                <a:lnTo>
                  <a:pt x="1391612" y="0"/>
                </a:lnTo>
                <a:lnTo>
                  <a:pt x="1353493" y="0"/>
                </a:lnTo>
                <a:lnTo>
                  <a:pt x="1315383" y="0"/>
                </a:lnTo>
                <a:lnTo>
                  <a:pt x="1277274" y="0"/>
                </a:lnTo>
                <a:lnTo>
                  <a:pt x="1239164" y="0"/>
                </a:lnTo>
                <a:lnTo>
                  <a:pt x="1201045" y="0"/>
                </a:lnTo>
                <a:lnTo>
                  <a:pt x="1162936" y="0"/>
                </a:lnTo>
                <a:lnTo>
                  <a:pt x="1124826" y="0"/>
                </a:lnTo>
                <a:lnTo>
                  <a:pt x="1086707" y="0"/>
                </a:lnTo>
                <a:lnTo>
                  <a:pt x="1048598" y="0"/>
                </a:lnTo>
                <a:lnTo>
                  <a:pt x="1010488" y="0"/>
                </a:lnTo>
                <a:lnTo>
                  <a:pt x="972379" y="0"/>
                </a:lnTo>
                <a:lnTo>
                  <a:pt x="934260" y="0"/>
                </a:lnTo>
                <a:lnTo>
                  <a:pt x="896150" y="0"/>
                </a:lnTo>
                <a:lnTo>
                  <a:pt x="858041" y="0"/>
                </a:lnTo>
                <a:lnTo>
                  <a:pt x="819922" y="0"/>
                </a:lnTo>
                <a:lnTo>
                  <a:pt x="781812" y="0"/>
                </a:lnTo>
                <a:lnTo>
                  <a:pt x="743702" y="0"/>
                </a:lnTo>
                <a:lnTo>
                  <a:pt x="705593" y="0"/>
                </a:lnTo>
                <a:lnTo>
                  <a:pt x="667474" y="0"/>
                </a:lnTo>
                <a:lnTo>
                  <a:pt x="629364" y="0"/>
                </a:lnTo>
                <a:lnTo>
                  <a:pt x="591255" y="0"/>
                </a:lnTo>
                <a:lnTo>
                  <a:pt x="553136" y="0"/>
                </a:lnTo>
                <a:lnTo>
                  <a:pt x="515026" y="0"/>
                </a:lnTo>
                <a:lnTo>
                  <a:pt x="476917" y="0"/>
                </a:lnTo>
                <a:lnTo>
                  <a:pt x="438798" y="0"/>
                </a:lnTo>
                <a:lnTo>
                  <a:pt x="400688" y="0"/>
                </a:lnTo>
                <a:lnTo>
                  <a:pt x="362579" y="0"/>
                </a:lnTo>
                <a:lnTo>
                  <a:pt x="324469" y="0"/>
                </a:lnTo>
                <a:lnTo>
                  <a:pt x="286350" y="0"/>
                </a:lnTo>
                <a:lnTo>
                  <a:pt x="248241" y="0"/>
                </a:lnTo>
                <a:lnTo>
                  <a:pt x="210131" y="0"/>
                </a:lnTo>
                <a:lnTo>
                  <a:pt x="172012" y="0"/>
                </a:lnTo>
                <a:lnTo>
                  <a:pt x="133902" y="0"/>
                </a:lnTo>
                <a:lnTo>
                  <a:pt x="95793" y="0"/>
                </a:lnTo>
                <a:lnTo>
                  <a:pt x="57683" y="0"/>
                </a:lnTo>
                <a:lnTo>
                  <a:pt x="19564" y="0"/>
                </a:lnTo>
                <a:lnTo>
                  <a:pt x="0" y="18545"/>
                </a:lnTo>
                <a:lnTo>
                  <a:pt x="0" y="56655"/>
                </a:lnTo>
                <a:lnTo>
                  <a:pt x="0" y="94774"/>
                </a:lnTo>
                <a:lnTo>
                  <a:pt x="0" y="132883"/>
                </a:lnTo>
                <a:lnTo>
                  <a:pt x="0" y="170993"/>
                </a:lnTo>
                <a:lnTo>
                  <a:pt x="0" y="209102"/>
                </a:lnTo>
                <a:lnTo>
                  <a:pt x="0" y="247221"/>
                </a:lnTo>
                <a:lnTo>
                  <a:pt x="0" y="285331"/>
                </a:lnTo>
                <a:lnTo>
                  <a:pt x="0" y="323440"/>
                </a:lnTo>
                <a:lnTo>
                  <a:pt x="0" y="361559"/>
                </a:lnTo>
                <a:lnTo>
                  <a:pt x="0" y="399669"/>
                </a:lnTo>
                <a:lnTo>
                  <a:pt x="0" y="437779"/>
                </a:lnTo>
                <a:lnTo>
                  <a:pt x="0" y="475898"/>
                </a:lnTo>
                <a:lnTo>
                  <a:pt x="0" y="514007"/>
                </a:lnTo>
                <a:lnTo>
                  <a:pt x="0" y="552117"/>
                </a:lnTo>
                <a:lnTo>
                  <a:pt x="0" y="590226"/>
                </a:lnTo>
                <a:lnTo>
                  <a:pt x="0" y="628345"/>
                </a:lnTo>
                <a:lnTo>
                  <a:pt x="0" y="666455"/>
                </a:lnTo>
                <a:lnTo>
                  <a:pt x="0" y="704564"/>
                </a:lnTo>
                <a:lnTo>
                  <a:pt x="0" y="742683"/>
                </a:lnTo>
                <a:lnTo>
                  <a:pt x="0" y="780793"/>
                </a:lnTo>
                <a:lnTo>
                  <a:pt x="0" y="818902"/>
                </a:lnTo>
                <a:lnTo>
                  <a:pt x="0" y="857012"/>
                </a:lnTo>
                <a:lnTo>
                  <a:pt x="0" y="895131"/>
                </a:lnTo>
                <a:lnTo>
                  <a:pt x="0" y="933240"/>
                </a:lnTo>
                <a:lnTo>
                  <a:pt x="0" y="971350"/>
                </a:lnTo>
                <a:lnTo>
                  <a:pt x="0" y="1009469"/>
                </a:lnTo>
                <a:lnTo>
                  <a:pt x="0" y="1047579"/>
                </a:lnTo>
                <a:lnTo>
                  <a:pt x="0" y="1085688"/>
                </a:lnTo>
                <a:lnTo>
                  <a:pt x="0" y="1123798"/>
                </a:lnTo>
                <a:lnTo>
                  <a:pt x="0" y="1161917"/>
                </a:lnTo>
                <a:lnTo>
                  <a:pt x="0" y="1200026"/>
                </a:lnTo>
                <a:lnTo>
                  <a:pt x="0" y="1238136"/>
                </a:lnTo>
                <a:lnTo>
                  <a:pt x="0" y="1276255"/>
                </a:lnTo>
                <a:lnTo>
                  <a:pt x="0" y="1314364"/>
                </a:lnTo>
                <a:lnTo>
                  <a:pt x="0" y="1352474"/>
                </a:lnTo>
                <a:lnTo>
                  <a:pt x="0" y="1390593"/>
                </a:lnTo>
                <a:lnTo>
                  <a:pt x="0" y="1428702"/>
                </a:lnTo>
                <a:lnTo>
                  <a:pt x="0" y="1466812"/>
                </a:lnTo>
                <a:lnTo>
                  <a:pt x="0" y="1504921"/>
                </a:lnTo>
                <a:lnTo>
                  <a:pt x="0" y="1543040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B8D99B40-2249-411E-87C7-52DBF66E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137E0050-5DDE-4118-B995-173CC0A0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854" y="30251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38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98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66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98" y="33950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77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603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90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98"/>
                </a:lnTo>
                <a:lnTo>
                  <a:pt x="284588" y="442427"/>
                </a:lnTo>
                <a:lnTo>
                  <a:pt x="265786" y="445379"/>
                </a:lnTo>
                <a:lnTo>
                  <a:pt x="246926" y="448046"/>
                </a:lnTo>
                <a:lnTo>
                  <a:pt x="22804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14"/>
                </a:lnTo>
                <a:lnTo>
                  <a:pt x="152229" y="457514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81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1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8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5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8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62" y="383581"/>
                </a:lnTo>
                <a:lnTo>
                  <a:pt x="360750" y="374075"/>
                </a:lnTo>
                <a:lnTo>
                  <a:pt x="376742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26" y="131988"/>
                </a:lnTo>
                <a:lnTo>
                  <a:pt x="567919" y="127102"/>
                </a:lnTo>
                <a:lnTo>
                  <a:pt x="586235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47" y="31899"/>
                </a:lnTo>
                <a:lnTo>
                  <a:pt x="811654" y="21755"/>
                </a:lnTo>
                <a:lnTo>
                  <a:pt x="82745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16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765D4EF0-1216-4A06-8A42-1E573BD2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764" y="5076825"/>
            <a:ext cx="3143374" cy="506492"/>
          </a:xfrm>
          <a:custGeom xmlns:a="http://schemas.openxmlformats.org/drawingml/2006/main">
            <a:pathLst>
              <a:path w="3143374" h="506492">
                <a:moveTo>
                  <a:pt x="3142736" y="0"/>
                </a:moveTo>
                <a:lnTo>
                  <a:pt x="3143374" y="28813"/>
                </a:lnTo>
                <a:lnTo>
                  <a:pt x="3141888" y="57607"/>
                </a:lnTo>
                <a:lnTo>
                  <a:pt x="3138649" y="86249"/>
                </a:lnTo>
                <a:lnTo>
                  <a:pt x="3133754" y="114662"/>
                </a:lnTo>
                <a:lnTo>
                  <a:pt x="3127210" y="142732"/>
                </a:lnTo>
                <a:lnTo>
                  <a:pt x="3119009" y="170374"/>
                </a:lnTo>
                <a:lnTo>
                  <a:pt x="3109141" y="197453"/>
                </a:lnTo>
                <a:lnTo>
                  <a:pt x="3097587" y="223866"/>
                </a:lnTo>
                <a:lnTo>
                  <a:pt x="3084347" y="249469"/>
                </a:lnTo>
                <a:lnTo>
                  <a:pt x="3069450" y="274149"/>
                </a:lnTo>
                <a:lnTo>
                  <a:pt x="3052915" y="297761"/>
                </a:lnTo>
                <a:lnTo>
                  <a:pt x="3034817" y="320202"/>
                </a:lnTo>
                <a:lnTo>
                  <a:pt x="3015244" y="341366"/>
                </a:lnTo>
                <a:lnTo>
                  <a:pt x="2994289" y="361159"/>
                </a:lnTo>
                <a:lnTo>
                  <a:pt x="2972086" y="379552"/>
                </a:lnTo>
                <a:lnTo>
                  <a:pt x="2948759" y="396488"/>
                </a:lnTo>
                <a:lnTo>
                  <a:pt x="2924442" y="411975"/>
                </a:lnTo>
                <a:lnTo>
                  <a:pt x="2899277" y="426025"/>
                </a:lnTo>
                <a:lnTo>
                  <a:pt x="2873369" y="438664"/>
                </a:lnTo>
                <a:lnTo>
                  <a:pt x="2846842" y="449961"/>
                </a:lnTo>
                <a:lnTo>
                  <a:pt x="2819800" y="459953"/>
                </a:lnTo>
                <a:lnTo>
                  <a:pt x="2792330" y="468716"/>
                </a:lnTo>
                <a:lnTo>
                  <a:pt x="2764526" y="476317"/>
                </a:lnTo>
                <a:lnTo>
                  <a:pt x="2736437" y="482822"/>
                </a:lnTo>
                <a:lnTo>
                  <a:pt x="2708129" y="488299"/>
                </a:lnTo>
                <a:lnTo>
                  <a:pt x="2679659" y="492814"/>
                </a:lnTo>
                <a:lnTo>
                  <a:pt x="2651055" y="496424"/>
                </a:lnTo>
                <a:lnTo>
                  <a:pt x="2622356" y="499196"/>
                </a:lnTo>
                <a:lnTo>
                  <a:pt x="2593591" y="501177"/>
                </a:lnTo>
                <a:lnTo>
                  <a:pt x="2564768" y="501920"/>
                </a:lnTo>
                <a:lnTo>
                  <a:pt x="2535936" y="502349"/>
                </a:lnTo>
                <a:lnTo>
                  <a:pt x="2507113" y="502682"/>
                </a:lnTo>
                <a:lnTo>
                  <a:pt x="2478281" y="502958"/>
                </a:lnTo>
                <a:lnTo>
                  <a:pt x="2449449" y="503206"/>
                </a:lnTo>
                <a:lnTo>
                  <a:pt x="2420617" y="503434"/>
                </a:lnTo>
                <a:lnTo>
                  <a:pt x="2391785" y="503634"/>
                </a:lnTo>
                <a:lnTo>
                  <a:pt x="2362952" y="503815"/>
                </a:lnTo>
                <a:lnTo>
                  <a:pt x="2334120" y="503987"/>
                </a:lnTo>
                <a:lnTo>
                  <a:pt x="2305288" y="504139"/>
                </a:lnTo>
                <a:lnTo>
                  <a:pt x="2276456" y="504301"/>
                </a:lnTo>
                <a:lnTo>
                  <a:pt x="2247624" y="504434"/>
                </a:lnTo>
                <a:lnTo>
                  <a:pt x="2218792" y="504568"/>
                </a:lnTo>
                <a:lnTo>
                  <a:pt x="2189959" y="504701"/>
                </a:lnTo>
                <a:lnTo>
                  <a:pt x="2161127" y="504815"/>
                </a:lnTo>
                <a:lnTo>
                  <a:pt x="2132295" y="504930"/>
                </a:lnTo>
                <a:lnTo>
                  <a:pt x="2103463" y="505044"/>
                </a:lnTo>
                <a:lnTo>
                  <a:pt x="2074640" y="505139"/>
                </a:lnTo>
                <a:lnTo>
                  <a:pt x="2045808" y="505235"/>
                </a:lnTo>
                <a:lnTo>
                  <a:pt x="2016976" y="505330"/>
                </a:lnTo>
                <a:lnTo>
                  <a:pt x="1988144" y="505425"/>
                </a:lnTo>
                <a:lnTo>
                  <a:pt x="1959312" y="505501"/>
                </a:lnTo>
                <a:lnTo>
                  <a:pt x="1930479" y="505587"/>
                </a:lnTo>
                <a:lnTo>
                  <a:pt x="1901647" y="505663"/>
                </a:lnTo>
                <a:lnTo>
                  <a:pt x="1872815" y="505739"/>
                </a:lnTo>
                <a:lnTo>
                  <a:pt x="1843983" y="505806"/>
                </a:lnTo>
                <a:lnTo>
                  <a:pt x="1815151" y="505873"/>
                </a:lnTo>
                <a:lnTo>
                  <a:pt x="1786319" y="505939"/>
                </a:lnTo>
                <a:lnTo>
                  <a:pt x="1757486" y="505987"/>
                </a:lnTo>
                <a:lnTo>
                  <a:pt x="1728654" y="506044"/>
                </a:lnTo>
                <a:lnTo>
                  <a:pt x="1699822" y="506101"/>
                </a:lnTo>
                <a:lnTo>
                  <a:pt x="1670990" y="506149"/>
                </a:lnTo>
                <a:lnTo>
                  <a:pt x="1642158" y="506197"/>
                </a:lnTo>
                <a:lnTo>
                  <a:pt x="1613325" y="506235"/>
                </a:lnTo>
                <a:lnTo>
                  <a:pt x="1584493" y="506273"/>
                </a:lnTo>
                <a:lnTo>
                  <a:pt x="1555661" y="506311"/>
                </a:lnTo>
                <a:lnTo>
                  <a:pt x="1526829" y="506339"/>
                </a:lnTo>
                <a:lnTo>
                  <a:pt x="1497997" y="506368"/>
                </a:lnTo>
                <a:lnTo>
                  <a:pt x="1469165" y="506406"/>
                </a:lnTo>
                <a:lnTo>
                  <a:pt x="1440332" y="506425"/>
                </a:lnTo>
                <a:lnTo>
                  <a:pt x="1411500" y="506444"/>
                </a:lnTo>
                <a:lnTo>
                  <a:pt x="1382668" y="506463"/>
                </a:lnTo>
                <a:lnTo>
                  <a:pt x="1353836" y="506482"/>
                </a:lnTo>
                <a:lnTo>
                  <a:pt x="1325004" y="506492"/>
                </a:lnTo>
                <a:lnTo>
                  <a:pt x="1296172" y="506492"/>
                </a:lnTo>
                <a:lnTo>
                  <a:pt x="1267339" y="506492"/>
                </a:lnTo>
                <a:lnTo>
                  <a:pt x="1238507" y="506482"/>
                </a:lnTo>
                <a:lnTo>
                  <a:pt x="1209675" y="506482"/>
                </a:lnTo>
                <a:lnTo>
                  <a:pt x="1180843" y="506482"/>
                </a:lnTo>
                <a:lnTo>
                  <a:pt x="1152011" y="506482"/>
                </a:lnTo>
                <a:lnTo>
                  <a:pt x="1123178" y="506482"/>
                </a:lnTo>
                <a:lnTo>
                  <a:pt x="1094346" y="506473"/>
                </a:lnTo>
                <a:lnTo>
                  <a:pt x="1065514" y="506444"/>
                </a:lnTo>
                <a:lnTo>
                  <a:pt x="1036682" y="506425"/>
                </a:lnTo>
                <a:lnTo>
                  <a:pt x="1007850" y="506406"/>
                </a:lnTo>
                <a:lnTo>
                  <a:pt x="979018" y="506378"/>
                </a:lnTo>
                <a:lnTo>
                  <a:pt x="950185" y="506339"/>
                </a:lnTo>
                <a:lnTo>
                  <a:pt x="921353" y="506301"/>
                </a:lnTo>
                <a:lnTo>
                  <a:pt x="892521" y="506263"/>
                </a:lnTo>
                <a:lnTo>
                  <a:pt x="863689" y="506216"/>
                </a:lnTo>
                <a:lnTo>
                  <a:pt x="834857" y="506159"/>
                </a:lnTo>
                <a:lnTo>
                  <a:pt x="806025" y="506111"/>
                </a:lnTo>
                <a:lnTo>
                  <a:pt x="777192" y="506054"/>
                </a:lnTo>
                <a:lnTo>
                  <a:pt x="748360" y="505987"/>
                </a:lnTo>
                <a:lnTo>
                  <a:pt x="719528" y="505911"/>
                </a:lnTo>
                <a:lnTo>
                  <a:pt x="690696" y="505835"/>
                </a:lnTo>
                <a:lnTo>
                  <a:pt x="661864" y="505758"/>
                </a:lnTo>
                <a:lnTo>
                  <a:pt x="633031" y="505663"/>
                </a:lnTo>
                <a:lnTo>
                  <a:pt x="604199" y="505568"/>
                </a:lnTo>
                <a:lnTo>
                  <a:pt x="575367" y="505473"/>
                </a:lnTo>
                <a:lnTo>
                  <a:pt x="546535" y="505358"/>
                </a:lnTo>
                <a:lnTo>
                  <a:pt x="517703" y="505235"/>
                </a:lnTo>
                <a:lnTo>
                  <a:pt x="488871" y="505111"/>
                </a:lnTo>
                <a:lnTo>
                  <a:pt x="460038" y="504977"/>
                </a:lnTo>
                <a:lnTo>
                  <a:pt x="431206" y="504825"/>
                </a:lnTo>
                <a:lnTo>
                  <a:pt x="402374" y="504673"/>
                </a:lnTo>
                <a:lnTo>
                  <a:pt x="373542" y="504511"/>
                </a:lnTo>
                <a:lnTo>
                  <a:pt x="344710" y="504330"/>
                </a:lnTo>
                <a:lnTo>
                  <a:pt x="315878" y="504130"/>
                </a:lnTo>
                <a:lnTo>
                  <a:pt x="287045" y="503920"/>
                </a:lnTo>
                <a:lnTo>
                  <a:pt x="258223" y="503682"/>
                </a:lnTo>
                <a:lnTo>
                  <a:pt x="229391" y="503425"/>
                </a:lnTo>
                <a:lnTo>
                  <a:pt x="200558" y="503139"/>
                </a:lnTo>
                <a:lnTo>
                  <a:pt x="171726" y="502815"/>
                </a:lnTo>
                <a:lnTo>
                  <a:pt x="142894" y="502453"/>
                </a:lnTo>
                <a:lnTo>
                  <a:pt x="114071" y="502044"/>
                </a:lnTo>
                <a:lnTo>
                  <a:pt x="85239" y="501558"/>
                </a:lnTo>
                <a:lnTo>
                  <a:pt x="56417" y="500939"/>
                </a:lnTo>
                <a:lnTo>
                  <a:pt x="27594" y="500110"/>
                </a:lnTo>
                <a:lnTo>
                  <a:pt x="6610" y="491080"/>
                </a:lnTo>
                <a:lnTo>
                  <a:pt x="5877" y="462258"/>
                </a:lnTo>
                <a:lnTo>
                  <a:pt x="5144" y="433435"/>
                </a:lnTo>
                <a:lnTo>
                  <a:pt x="4410" y="404612"/>
                </a:lnTo>
                <a:lnTo>
                  <a:pt x="3677" y="375790"/>
                </a:lnTo>
                <a:lnTo>
                  <a:pt x="2943" y="346967"/>
                </a:lnTo>
                <a:lnTo>
                  <a:pt x="2200" y="318145"/>
                </a:lnTo>
                <a:lnTo>
                  <a:pt x="1467" y="289322"/>
                </a:lnTo>
                <a:lnTo>
                  <a:pt x="733" y="260499"/>
                </a:lnTo>
                <a:lnTo>
                  <a:pt x="0" y="231677"/>
                </a:lnTo>
                <a:lnTo>
                  <a:pt x="8077" y="211084"/>
                </a:lnTo>
                <a:lnTo>
                  <a:pt x="36890" y="209941"/>
                </a:lnTo>
                <a:lnTo>
                  <a:pt x="65703" y="208940"/>
                </a:lnTo>
                <a:lnTo>
                  <a:pt x="94526" y="208064"/>
                </a:lnTo>
                <a:lnTo>
                  <a:pt x="123349" y="207312"/>
                </a:lnTo>
                <a:lnTo>
                  <a:pt x="152171" y="206673"/>
                </a:lnTo>
                <a:lnTo>
                  <a:pt x="180994" y="206140"/>
                </a:lnTo>
                <a:lnTo>
                  <a:pt x="209826" y="205702"/>
                </a:lnTo>
                <a:lnTo>
                  <a:pt x="238658" y="205359"/>
                </a:lnTo>
                <a:lnTo>
                  <a:pt x="267491" y="205102"/>
                </a:lnTo>
                <a:lnTo>
                  <a:pt x="296323" y="204921"/>
                </a:lnTo>
                <a:lnTo>
                  <a:pt x="325155" y="204826"/>
                </a:lnTo>
                <a:lnTo>
                  <a:pt x="353987" y="204788"/>
                </a:lnTo>
                <a:lnTo>
                  <a:pt x="382819" y="204816"/>
                </a:lnTo>
                <a:lnTo>
                  <a:pt x="411651" y="204911"/>
                </a:lnTo>
                <a:lnTo>
                  <a:pt x="440484" y="205054"/>
                </a:lnTo>
                <a:lnTo>
                  <a:pt x="469306" y="205264"/>
                </a:lnTo>
                <a:lnTo>
                  <a:pt x="498138" y="205521"/>
                </a:lnTo>
                <a:lnTo>
                  <a:pt x="526971" y="205826"/>
                </a:lnTo>
                <a:lnTo>
                  <a:pt x="555803" y="206178"/>
                </a:lnTo>
                <a:lnTo>
                  <a:pt x="584635" y="206569"/>
                </a:lnTo>
                <a:lnTo>
                  <a:pt x="613458" y="207007"/>
                </a:lnTo>
                <a:lnTo>
                  <a:pt x="642290" y="207483"/>
                </a:lnTo>
                <a:lnTo>
                  <a:pt x="671112" y="207988"/>
                </a:lnTo>
                <a:lnTo>
                  <a:pt x="699945" y="208531"/>
                </a:lnTo>
                <a:lnTo>
                  <a:pt x="728767" y="209112"/>
                </a:lnTo>
                <a:lnTo>
                  <a:pt x="757599" y="209721"/>
                </a:lnTo>
                <a:lnTo>
                  <a:pt x="786422" y="210350"/>
                </a:lnTo>
                <a:lnTo>
                  <a:pt x="815245" y="211026"/>
                </a:lnTo>
                <a:lnTo>
                  <a:pt x="844067" y="211703"/>
                </a:lnTo>
                <a:lnTo>
                  <a:pt x="872890" y="212417"/>
                </a:lnTo>
                <a:lnTo>
                  <a:pt x="901713" y="213141"/>
                </a:lnTo>
                <a:lnTo>
                  <a:pt x="930535" y="213893"/>
                </a:lnTo>
                <a:lnTo>
                  <a:pt x="959358" y="214655"/>
                </a:lnTo>
                <a:lnTo>
                  <a:pt x="988181" y="215446"/>
                </a:lnTo>
                <a:lnTo>
                  <a:pt x="1017003" y="216246"/>
                </a:lnTo>
                <a:lnTo>
                  <a:pt x="1045826" y="217056"/>
                </a:lnTo>
                <a:lnTo>
                  <a:pt x="1074639" y="217884"/>
                </a:lnTo>
                <a:lnTo>
                  <a:pt x="1103462" y="218732"/>
                </a:lnTo>
                <a:lnTo>
                  <a:pt x="1132284" y="219580"/>
                </a:lnTo>
                <a:lnTo>
                  <a:pt x="1161107" y="220437"/>
                </a:lnTo>
                <a:lnTo>
                  <a:pt x="1189920" y="221294"/>
                </a:lnTo>
                <a:lnTo>
                  <a:pt x="1218743" y="222161"/>
                </a:lnTo>
                <a:lnTo>
                  <a:pt x="1247556" y="223028"/>
                </a:lnTo>
                <a:lnTo>
                  <a:pt x="1276379" y="223904"/>
                </a:lnTo>
                <a:lnTo>
                  <a:pt x="1305201" y="224780"/>
                </a:lnTo>
                <a:lnTo>
                  <a:pt x="1334014" y="225657"/>
                </a:lnTo>
                <a:lnTo>
                  <a:pt x="1362837" y="226533"/>
                </a:lnTo>
                <a:lnTo>
                  <a:pt x="1391650" y="227409"/>
                </a:lnTo>
                <a:lnTo>
                  <a:pt x="1420473" y="228286"/>
                </a:lnTo>
                <a:lnTo>
                  <a:pt x="1449295" y="229152"/>
                </a:lnTo>
                <a:lnTo>
                  <a:pt x="1478109" y="230010"/>
                </a:lnTo>
                <a:lnTo>
                  <a:pt x="1506931" y="230867"/>
                </a:lnTo>
                <a:lnTo>
                  <a:pt x="1535754" y="231715"/>
                </a:lnTo>
                <a:lnTo>
                  <a:pt x="1564567" y="232543"/>
                </a:lnTo>
                <a:lnTo>
                  <a:pt x="1593390" y="233363"/>
                </a:lnTo>
                <a:lnTo>
                  <a:pt x="1622212" y="234172"/>
                </a:lnTo>
                <a:lnTo>
                  <a:pt x="1651035" y="234963"/>
                </a:lnTo>
                <a:lnTo>
                  <a:pt x="1679858" y="235734"/>
                </a:lnTo>
                <a:lnTo>
                  <a:pt x="1708680" y="236487"/>
                </a:lnTo>
                <a:lnTo>
                  <a:pt x="1737503" y="237230"/>
                </a:lnTo>
                <a:lnTo>
                  <a:pt x="1766326" y="237935"/>
                </a:lnTo>
                <a:lnTo>
                  <a:pt x="1795148" y="238620"/>
                </a:lnTo>
                <a:lnTo>
                  <a:pt x="1823971" y="239278"/>
                </a:lnTo>
                <a:lnTo>
                  <a:pt x="1852793" y="239906"/>
                </a:lnTo>
                <a:lnTo>
                  <a:pt x="1881626" y="240506"/>
                </a:lnTo>
                <a:lnTo>
                  <a:pt x="1910448" y="241059"/>
                </a:lnTo>
                <a:lnTo>
                  <a:pt x="1939280" y="241583"/>
                </a:lnTo>
                <a:lnTo>
                  <a:pt x="1968103" y="242068"/>
                </a:lnTo>
                <a:lnTo>
                  <a:pt x="1996935" y="242507"/>
                </a:lnTo>
                <a:lnTo>
                  <a:pt x="2025767" y="242907"/>
                </a:lnTo>
                <a:lnTo>
                  <a:pt x="2054590" y="243240"/>
                </a:lnTo>
                <a:lnTo>
                  <a:pt x="2083422" y="243526"/>
                </a:lnTo>
                <a:lnTo>
                  <a:pt x="2112254" y="243754"/>
                </a:lnTo>
                <a:lnTo>
                  <a:pt x="2141087" y="243916"/>
                </a:lnTo>
                <a:lnTo>
                  <a:pt x="2169919" y="244011"/>
                </a:lnTo>
                <a:lnTo>
                  <a:pt x="2198751" y="244031"/>
                </a:lnTo>
                <a:lnTo>
                  <a:pt x="2227583" y="243964"/>
                </a:lnTo>
                <a:lnTo>
                  <a:pt x="2256415" y="243811"/>
                </a:lnTo>
                <a:lnTo>
                  <a:pt x="2285248" y="243564"/>
                </a:lnTo>
                <a:lnTo>
                  <a:pt x="2314080" y="243211"/>
                </a:lnTo>
                <a:lnTo>
                  <a:pt x="2342902" y="242735"/>
                </a:lnTo>
                <a:lnTo>
                  <a:pt x="2371735" y="242145"/>
                </a:lnTo>
                <a:lnTo>
                  <a:pt x="2400557" y="241402"/>
                </a:lnTo>
                <a:lnTo>
                  <a:pt x="2429370" y="240497"/>
                </a:lnTo>
                <a:lnTo>
                  <a:pt x="2458183" y="239430"/>
                </a:lnTo>
                <a:lnTo>
                  <a:pt x="2486987" y="238154"/>
                </a:lnTo>
                <a:lnTo>
                  <a:pt x="2515781" y="236658"/>
                </a:lnTo>
                <a:lnTo>
                  <a:pt x="2544556" y="234906"/>
                </a:lnTo>
                <a:lnTo>
                  <a:pt x="2573322" y="232858"/>
                </a:lnTo>
                <a:lnTo>
                  <a:pt x="2602049" y="230457"/>
                </a:lnTo>
                <a:lnTo>
                  <a:pt x="2630748" y="227657"/>
                </a:lnTo>
                <a:lnTo>
                  <a:pt x="2659390" y="224342"/>
                </a:lnTo>
                <a:lnTo>
                  <a:pt x="2687945" y="220409"/>
                </a:lnTo>
                <a:lnTo>
                  <a:pt x="2716387" y="215665"/>
                </a:lnTo>
                <a:lnTo>
                  <a:pt x="2744619" y="209845"/>
                </a:lnTo>
                <a:lnTo>
                  <a:pt x="2772489" y="202482"/>
                </a:lnTo>
                <a:lnTo>
                  <a:pt x="2799588" y="192681"/>
                </a:lnTo>
                <a:lnTo>
                  <a:pt x="2824544" y="178394"/>
                </a:lnTo>
                <a:lnTo>
                  <a:pt x="2840565" y="155162"/>
                </a:lnTo>
                <a:lnTo>
                  <a:pt x="2860615" y="141494"/>
                </a:lnTo>
                <a:lnTo>
                  <a:pt x="2888142" y="132902"/>
                </a:lnTo>
                <a:lnTo>
                  <a:pt x="2915307" y="123263"/>
                </a:lnTo>
                <a:lnTo>
                  <a:pt x="2942149" y="112728"/>
                </a:lnTo>
                <a:lnTo>
                  <a:pt x="2968628" y="101336"/>
                </a:lnTo>
                <a:lnTo>
                  <a:pt x="2994755" y="89144"/>
                </a:lnTo>
                <a:lnTo>
                  <a:pt x="3020501" y="76171"/>
                </a:lnTo>
                <a:lnTo>
                  <a:pt x="3045847" y="62436"/>
                </a:lnTo>
                <a:lnTo>
                  <a:pt x="3070774" y="47939"/>
                </a:lnTo>
                <a:lnTo>
                  <a:pt x="3095244" y="32699"/>
                </a:lnTo>
                <a:lnTo>
                  <a:pt x="3119247" y="16716"/>
                </a:lnTo>
                <a:lnTo>
                  <a:pt x="314273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11F7AC42-74EE-4E6C-80A1-C5B8331C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3143250" cy="1581150"/>
          </a:xfrm>
          <a:custGeom xmlns:a="http://schemas.openxmlformats.org/drawingml/2006/main">
            <a:pathLst>
              <a:path w="3143250" h="1581150">
                <a:moveTo>
                  <a:pt x="0" y="1581150"/>
                </a:moveTo>
                <a:lnTo>
                  <a:pt x="38110" y="1581150"/>
                </a:lnTo>
                <a:lnTo>
                  <a:pt x="76229" y="1581150"/>
                </a:lnTo>
                <a:lnTo>
                  <a:pt x="114338" y="1581150"/>
                </a:lnTo>
                <a:lnTo>
                  <a:pt x="152448" y="1581150"/>
                </a:lnTo>
                <a:lnTo>
                  <a:pt x="190557" y="1581150"/>
                </a:lnTo>
                <a:lnTo>
                  <a:pt x="228676" y="1581150"/>
                </a:lnTo>
                <a:lnTo>
                  <a:pt x="266786" y="1581150"/>
                </a:lnTo>
                <a:lnTo>
                  <a:pt x="304895" y="1581150"/>
                </a:lnTo>
                <a:lnTo>
                  <a:pt x="343014" y="1581150"/>
                </a:lnTo>
                <a:lnTo>
                  <a:pt x="381124" y="1581150"/>
                </a:lnTo>
                <a:lnTo>
                  <a:pt x="419233" y="1581150"/>
                </a:lnTo>
                <a:lnTo>
                  <a:pt x="457343" y="1581150"/>
                </a:lnTo>
                <a:lnTo>
                  <a:pt x="495462" y="1581150"/>
                </a:lnTo>
                <a:lnTo>
                  <a:pt x="533571" y="1581150"/>
                </a:lnTo>
                <a:lnTo>
                  <a:pt x="571681" y="1581150"/>
                </a:lnTo>
                <a:lnTo>
                  <a:pt x="609800" y="1581150"/>
                </a:lnTo>
                <a:lnTo>
                  <a:pt x="647910" y="1581150"/>
                </a:lnTo>
                <a:lnTo>
                  <a:pt x="686019" y="1581150"/>
                </a:lnTo>
                <a:lnTo>
                  <a:pt x="724138" y="1581150"/>
                </a:lnTo>
                <a:lnTo>
                  <a:pt x="762248" y="1581150"/>
                </a:lnTo>
                <a:lnTo>
                  <a:pt x="800357" y="1581150"/>
                </a:lnTo>
                <a:lnTo>
                  <a:pt x="838467" y="1581150"/>
                </a:lnTo>
                <a:lnTo>
                  <a:pt x="876586" y="1581150"/>
                </a:lnTo>
                <a:lnTo>
                  <a:pt x="914695" y="1581150"/>
                </a:lnTo>
                <a:lnTo>
                  <a:pt x="952805" y="1581150"/>
                </a:lnTo>
                <a:lnTo>
                  <a:pt x="990924" y="1581150"/>
                </a:lnTo>
                <a:lnTo>
                  <a:pt x="1029033" y="1581150"/>
                </a:lnTo>
                <a:lnTo>
                  <a:pt x="1067143" y="1581150"/>
                </a:lnTo>
                <a:lnTo>
                  <a:pt x="1105252" y="1581150"/>
                </a:lnTo>
                <a:lnTo>
                  <a:pt x="1143371" y="1581150"/>
                </a:lnTo>
                <a:lnTo>
                  <a:pt x="1181481" y="1581150"/>
                </a:lnTo>
                <a:lnTo>
                  <a:pt x="1219591" y="1581150"/>
                </a:lnTo>
                <a:lnTo>
                  <a:pt x="1257710" y="1581150"/>
                </a:lnTo>
                <a:lnTo>
                  <a:pt x="1295819" y="1581150"/>
                </a:lnTo>
                <a:lnTo>
                  <a:pt x="1333929" y="1581150"/>
                </a:lnTo>
                <a:lnTo>
                  <a:pt x="1372038" y="1581150"/>
                </a:lnTo>
                <a:lnTo>
                  <a:pt x="1410157" y="1581150"/>
                </a:lnTo>
                <a:lnTo>
                  <a:pt x="1448267" y="1581150"/>
                </a:lnTo>
                <a:lnTo>
                  <a:pt x="1486376" y="1581150"/>
                </a:lnTo>
                <a:lnTo>
                  <a:pt x="1524495" y="1581150"/>
                </a:lnTo>
                <a:lnTo>
                  <a:pt x="1562605" y="1581150"/>
                </a:lnTo>
                <a:lnTo>
                  <a:pt x="1600714" y="1581150"/>
                </a:lnTo>
                <a:lnTo>
                  <a:pt x="1638833" y="1581150"/>
                </a:lnTo>
                <a:lnTo>
                  <a:pt x="1676943" y="1581150"/>
                </a:lnTo>
                <a:lnTo>
                  <a:pt x="1715052" y="1581150"/>
                </a:lnTo>
                <a:lnTo>
                  <a:pt x="1753162" y="1581150"/>
                </a:lnTo>
                <a:lnTo>
                  <a:pt x="1791281" y="1581150"/>
                </a:lnTo>
                <a:lnTo>
                  <a:pt x="1829391" y="1581150"/>
                </a:lnTo>
                <a:lnTo>
                  <a:pt x="1867500" y="1581150"/>
                </a:lnTo>
                <a:lnTo>
                  <a:pt x="1905619" y="1581150"/>
                </a:lnTo>
                <a:lnTo>
                  <a:pt x="1943729" y="1581150"/>
                </a:lnTo>
                <a:lnTo>
                  <a:pt x="1981838" y="1581150"/>
                </a:lnTo>
                <a:lnTo>
                  <a:pt x="2019948" y="1581150"/>
                </a:lnTo>
                <a:lnTo>
                  <a:pt x="2058067" y="1581150"/>
                </a:lnTo>
                <a:lnTo>
                  <a:pt x="2096176" y="1581150"/>
                </a:lnTo>
                <a:lnTo>
                  <a:pt x="2134286" y="1581150"/>
                </a:lnTo>
                <a:lnTo>
                  <a:pt x="2172405" y="1581150"/>
                </a:lnTo>
                <a:lnTo>
                  <a:pt x="2210514" y="1581150"/>
                </a:lnTo>
                <a:lnTo>
                  <a:pt x="2248624" y="1581150"/>
                </a:lnTo>
                <a:lnTo>
                  <a:pt x="2286733" y="1581150"/>
                </a:lnTo>
                <a:lnTo>
                  <a:pt x="2324852" y="1581150"/>
                </a:lnTo>
                <a:lnTo>
                  <a:pt x="2362962" y="1581150"/>
                </a:lnTo>
                <a:lnTo>
                  <a:pt x="2400795" y="1577359"/>
                </a:lnTo>
                <a:lnTo>
                  <a:pt x="2438495" y="1571787"/>
                </a:lnTo>
                <a:lnTo>
                  <a:pt x="2476205" y="1566215"/>
                </a:lnTo>
                <a:lnTo>
                  <a:pt x="2513905" y="1560633"/>
                </a:lnTo>
                <a:lnTo>
                  <a:pt x="2551605" y="1555061"/>
                </a:lnTo>
                <a:lnTo>
                  <a:pt x="2589305" y="1549489"/>
                </a:lnTo>
                <a:lnTo>
                  <a:pt x="2627014" y="1543917"/>
                </a:lnTo>
                <a:lnTo>
                  <a:pt x="2663276" y="1535211"/>
                </a:lnTo>
                <a:lnTo>
                  <a:pt x="2692108" y="1510284"/>
                </a:lnTo>
                <a:lnTo>
                  <a:pt x="2720931" y="1485348"/>
                </a:lnTo>
                <a:lnTo>
                  <a:pt x="2749763" y="1460421"/>
                </a:lnTo>
                <a:lnTo>
                  <a:pt x="2778595" y="1435494"/>
                </a:lnTo>
                <a:lnTo>
                  <a:pt x="2807418" y="1410557"/>
                </a:lnTo>
                <a:lnTo>
                  <a:pt x="2836250" y="1385630"/>
                </a:lnTo>
                <a:lnTo>
                  <a:pt x="2865072" y="1360703"/>
                </a:lnTo>
                <a:lnTo>
                  <a:pt x="2893905" y="1335767"/>
                </a:lnTo>
                <a:lnTo>
                  <a:pt x="2922727" y="1310840"/>
                </a:lnTo>
                <a:lnTo>
                  <a:pt x="2951559" y="1285913"/>
                </a:lnTo>
                <a:lnTo>
                  <a:pt x="2980382" y="1260986"/>
                </a:lnTo>
                <a:lnTo>
                  <a:pt x="3009214" y="1236050"/>
                </a:lnTo>
                <a:lnTo>
                  <a:pt x="3038046" y="1211123"/>
                </a:lnTo>
                <a:lnTo>
                  <a:pt x="3066869" y="1186196"/>
                </a:lnTo>
                <a:lnTo>
                  <a:pt x="3095701" y="1161259"/>
                </a:lnTo>
                <a:lnTo>
                  <a:pt x="3124524" y="1136333"/>
                </a:lnTo>
                <a:lnTo>
                  <a:pt x="3143250" y="1106786"/>
                </a:lnTo>
                <a:lnTo>
                  <a:pt x="3143250" y="1068667"/>
                </a:lnTo>
                <a:lnTo>
                  <a:pt x="3143250" y="1030557"/>
                </a:lnTo>
                <a:lnTo>
                  <a:pt x="3143250" y="992448"/>
                </a:lnTo>
                <a:lnTo>
                  <a:pt x="3143250" y="954329"/>
                </a:lnTo>
                <a:lnTo>
                  <a:pt x="3143250" y="916219"/>
                </a:lnTo>
                <a:lnTo>
                  <a:pt x="3143250" y="878110"/>
                </a:lnTo>
                <a:lnTo>
                  <a:pt x="3143250" y="840000"/>
                </a:lnTo>
                <a:lnTo>
                  <a:pt x="3143250" y="801881"/>
                </a:lnTo>
                <a:lnTo>
                  <a:pt x="3143250" y="763772"/>
                </a:lnTo>
                <a:lnTo>
                  <a:pt x="3143250" y="725662"/>
                </a:lnTo>
                <a:lnTo>
                  <a:pt x="3143250" y="687543"/>
                </a:lnTo>
                <a:lnTo>
                  <a:pt x="3143250" y="649434"/>
                </a:lnTo>
                <a:lnTo>
                  <a:pt x="3143250" y="611324"/>
                </a:lnTo>
                <a:lnTo>
                  <a:pt x="3143250" y="573215"/>
                </a:lnTo>
                <a:lnTo>
                  <a:pt x="3143250" y="535095"/>
                </a:lnTo>
                <a:lnTo>
                  <a:pt x="3143250" y="496986"/>
                </a:lnTo>
                <a:lnTo>
                  <a:pt x="3143250" y="458876"/>
                </a:lnTo>
                <a:lnTo>
                  <a:pt x="3143250" y="420757"/>
                </a:lnTo>
                <a:lnTo>
                  <a:pt x="3143250" y="382648"/>
                </a:lnTo>
                <a:lnTo>
                  <a:pt x="3143250" y="344538"/>
                </a:lnTo>
                <a:lnTo>
                  <a:pt x="3143250" y="306429"/>
                </a:lnTo>
                <a:lnTo>
                  <a:pt x="3143250" y="268310"/>
                </a:lnTo>
                <a:lnTo>
                  <a:pt x="3143250" y="230200"/>
                </a:lnTo>
                <a:lnTo>
                  <a:pt x="3143250" y="192091"/>
                </a:lnTo>
                <a:lnTo>
                  <a:pt x="3143250" y="153972"/>
                </a:lnTo>
                <a:lnTo>
                  <a:pt x="3143250" y="115862"/>
                </a:lnTo>
                <a:lnTo>
                  <a:pt x="3143250" y="77753"/>
                </a:lnTo>
                <a:lnTo>
                  <a:pt x="3143250" y="39634"/>
                </a:lnTo>
                <a:lnTo>
                  <a:pt x="3143250" y="1524"/>
                </a:lnTo>
                <a:lnTo>
                  <a:pt x="3106664" y="0"/>
                </a:lnTo>
                <a:lnTo>
                  <a:pt x="3068555" y="0"/>
                </a:lnTo>
                <a:lnTo>
                  <a:pt x="3030436" y="0"/>
                </a:lnTo>
                <a:lnTo>
                  <a:pt x="2992326" y="0"/>
                </a:lnTo>
                <a:lnTo>
                  <a:pt x="2954217" y="0"/>
                </a:lnTo>
                <a:lnTo>
                  <a:pt x="2916098" y="0"/>
                </a:lnTo>
                <a:lnTo>
                  <a:pt x="2877988" y="0"/>
                </a:lnTo>
                <a:lnTo>
                  <a:pt x="2839879" y="0"/>
                </a:lnTo>
                <a:lnTo>
                  <a:pt x="2801760" y="0"/>
                </a:lnTo>
                <a:lnTo>
                  <a:pt x="2763650" y="0"/>
                </a:lnTo>
                <a:lnTo>
                  <a:pt x="2725541" y="0"/>
                </a:lnTo>
                <a:lnTo>
                  <a:pt x="2687431" y="0"/>
                </a:lnTo>
                <a:lnTo>
                  <a:pt x="2649312" y="0"/>
                </a:lnTo>
                <a:lnTo>
                  <a:pt x="2611203" y="0"/>
                </a:lnTo>
                <a:lnTo>
                  <a:pt x="2573093" y="0"/>
                </a:lnTo>
                <a:lnTo>
                  <a:pt x="2534974" y="0"/>
                </a:lnTo>
                <a:lnTo>
                  <a:pt x="2496864" y="0"/>
                </a:lnTo>
                <a:lnTo>
                  <a:pt x="2458755" y="0"/>
                </a:lnTo>
                <a:lnTo>
                  <a:pt x="2420645" y="0"/>
                </a:lnTo>
                <a:lnTo>
                  <a:pt x="2382526" y="0"/>
                </a:lnTo>
                <a:lnTo>
                  <a:pt x="2344417" y="0"/>
                </a:lnTo>
                <a:lnTo>
                  <a:pt x="2306307" y="0"/>
                </a:lnTo>
                <a:lnTo>
                  <a:pt x="2268188" y="0"/>
                </a:lnTo>
                <a:lnTo>
                  <a:pt x="2230079" y="0"/>
                </a:lnTo>
                <a:lnTo>
                  <a:pt x="2191969" y="0"/>
                </a:lnTo>
                <a:lnTo>
                  <a:pt x="2153860" y="0"/>
                </a:lnTo>
                <a:lnTo>
                  <a:pt x="2115741" y="0"/>
                </a:lnTo>
                <a:lnTo>
                  <a:pt x="2077631" y="0"/>
                </a:lnTo>
                <a:lnTo>
                  <a:pt x="2039522" y="0"/>
                </a:lnTo>
                <a:lnTo>
                  <a:pt x="2001403" y="0"/>
                </a:lnTo>
                <a:lnTo>
                  <a:pt x="1963293" y="0"/>
                </a:lnTo>
                <a:lnTo>
                  <a:pt x="1925183" y="0"/>
                </a:lnTo>
                <a:lnTo>
                  <a:pt x="1887064" y="0"/>
                </a:lnTo>
                <a:lnTo>
                  <a:pt x="1848955" y="0"/>
                </a:lnTo>
                <a:lnTo>
                  <a:pt x="1810845" y="0"/>
                </a:lnTo>
                <a:lnTo>
                  <a:pt x="1772736" y="0"/>
                </a:lnTo>
                <a:lnTo>
                  <a:pt x="1734617" y="0"/>
                </a:lnTo>
                <a:lnTo>
                  <a:pt x="1696507" y="0"/>
                </a:lnTo>
                <a:lnTo>
                  <a:pt x="1658398" y="0"/>
                </a:lnTo>
                <a:lnTo>
                  <a:pt x="1620279" y="0"/>
                </a:lnTo>
                <a:lnTo>
                  <a:pt x="1582169" y="0"/>
                </a:lnTo>
                <a:lnTo>
                  <a:pt x="1544060" y="0"/>
                </a:lnTo>
                <a:lnTo>
                  <a:pt x="1505950" y="0"/>
                </a:lnTo>
                <a:lnTo>
                  <a:pt x="1467831" y="0"/>
                </a:lnTo>
                <a:lnTo>
                  <a:pt x="1429722" y="0"/>
                </a:lnTo>
                <a:lnTo>
                  <a:pt x="1391612" y="0"/>
                </a:lnTo>
                <a:lnTo>
                  <a:pt x="1353493" y="0"/>
                </a:lnTo>
                <a:lnTo>
                  <a:pt x="1315383" y="0"/>
                </a:lnTo>
                <a:lnTo>
                  <a:pt x="1277274" y="0"/>
                </a:lnTo>
                <a:lnTo>
                  <a:pt x="1239164" y="0"/>
                </a:lnTo>
                <a:lnTo>
                  <a:pt x="1201045" y="0"/>
                </a:lnTo>
                <a:lnTo>
                  <a:pt x="1162936" y="0"/>
                </a:lnTo>
                <a:lnTo>
                  <a:pt x="1124826" y="0"/>
                </a:lnTo>
                <a:lnTo>
                  <a:pt x="1086707" y="0"/>
                </a:lnTo>
                <a:lnTo>
                  <a:pt x="1048598" y="0"/>
                </a:lnTo>
                <a:lnTo>
                  <a:pt x="1010488" y="0"/>
                </a:lnTo>
                <a:lnTo>
                  <a:pt x="972379" y="0"/>
                </a:lnTo>
                <a:lnTo>
                  <a:pt x="934260" y="0"/>
                </a:lnTo>
                <a:lnTo>
                  <a:pt x="896150" y="0"/>
                </a:lnTo>
                <a:lnTo>
                  <a:pt x="858041" y="0"/>
                </a:lnTo>
                <a:lnTo>
                  <a:pt x="819922" y="0"/>
                </a:lnTo>
                <a:lnTo>
                  <a:pt x="781812" y="0"/>
                </a:lnTo>
                <a:lnTo>
                  <a:pt x="743702" y="0"/>
                </a:lnTo>
                <a:lnTo>
                  <a:pt x="705593" y="0"/>
                </a:lnTo>
                <a:lnTo>
                  <a:pt x="667474" y="0"/>
                </a:lnTo>
                <a:lnTo>
                  <a:pt x="629364" y="0"/>
                </a:lnTo>
                <a:lnTo>
                  <a:pt x="591255" y="0"/>
                </a:lnTo>
                <a:lnTo>
                  <a:pt x="553136" y="0"/>
                </a:lnTo>
                <a:lnTo>
                  <a:pt x="515026" y="0"/>
                </a:lnTo>
                <a:lnTo>
                  <a:pt x="476917" y="0"/>
                </a:lnTo>
                <a:lnTo>
                  <a:pt x="438798" y="0"/>
                </a:lnTo>
                <a:lnTo>
                  <a:pt x="400688" y="0"/>
                </a:lnTo>
                <a:lnTo>
                  <a:pt x="362579" y="0"/>
                </a:lnTo>
                <a:lnTo>
                  <a:pt x="324469" y="0"/>
                </a:lnTo>
                <a:lnTo>
                  <a:pt x="286350" y="0"/>
                </a:lnTo>
                <a:lnTo>
                  <a:pt x="248241" y="0"/>
                </a:lnTo>
                <a:lnTo>
                  <a:pt x="210131" y="0"/>
                </a:lnTo>
                <a:lnTo>
                  <a:pt x="172012" y="0"/>
                </a:lnTo>
                <a:lnTo>
                  <a:pt x="133902" y="0"/>
                </a:lnTo>
                <a:lnTo>
                  <a:pt x="95793" y="0"/>
                </a:lnTo>
                <a:lnTo>
                  <a:pt x="57683" y="0"/>
                </a:lnTo>
                <a:lnTo>
                  <a:pt x="19564" y="0"/>
                </a:lnTo>
                <a:lnTo>
                  <a:pt x="0" y="18545"/>
                </a:lnTo>
                <a:lnTo>
                  <a:pt x="0" y="56655"/>
                </a:lnTo>
                <a:lnTo>
                  <a:pt x="0" y="94774"/>
                </a:lnTo>
                <a:lnTo>
                  <a:pt x="0" y="132883"/>
                </a:lnTo>
                <a:lnTo>
                  <a:pt x="0" y="170993"/>
                </a:lnTo>
                <a:lnTo>
                  <a:pt x="0" y="209102"/>
                </a:lnTo>
                <a:lnTo>
                  <a:pt x="0" y="247221"/>
                </a:lnTo>
                <a:lnTo>
                  <a:pt x="0" y="285331"/>
                </a:lnTo>
                <a:lnTo>
                  <a:pt x="0" y="323440"/>
                </a:lnTo>
                <a:lnTo>
                  <a:pt x="0" y="361559"/>
                </a:lnTo>
                <a:lnTo>
                  <a:pt x="0" y="399669"/>
                </a:lnTo>
                <a:lnTo>
                  <a:pt x="0" y="437779"/>
                </a:lnTo>
                <a:lnTo>
                  <a:pt x="0" y="475898"/>
                </a:lnTo>
                <a:lnTo>
                  <a:pt x="0" y="514007"/>
                </a:lnTo>
                <a:lnTo>
                  <a:pt x="0" y="552117"/>
                </a:lnTo>
                <a:lnTo>
                  <a:pt x="0" y="590226"/>
                </a:lnTo>
                <a:lnTo>
                  <a:pt x="0" y="628345"/>
                </a:lnTo>
                <a:lnTo>
                  <a:pt x="0" y="666455"/>
                </a:lnTo>
                <a:lnTo>
                  <a:pt x="0" y="704564"/>
                </a:lnTo>
                <a:lnTo>
                  <a:pt x="0" y="742683"/>
                </a:lnTo>
                <a:lnTo>
                  <a:pt x="0" y="780793"/>
                </a:lnTo>
                <a:lnTo>
                  <a:pt x="0" y="818902"/>
                </a:lnTo>
                <a:lnTo>
                  <a:pt x="0" y="857012"/>
                </a:lnTo>
                <a:lnTo>
                  <a:pt x="0" y="895131"/>
                </a:lnTo>
                <a:lnTo>
                  <a:pt x="0" y="933240"/>
                </a:lnTo>
                <a:lnTo>
                  <a:pt x="0" y="971350"/>
                </a:lnTo>
                <a:lnTo>
                  <a:pt x="0" y="1009469"/>
                </a:lnTo>
                <a:lnTo>
                  <a:pt x="0" y="1047579"/>
                </a:lnTo>
                <a:lnTo>
                  <a:pt x="0" y="1085688"/>
                </a:lnTo>
                <a:lnTo>
                  <a:pt x="0" y="1123798"/>
                </a:lnTo>
                <a:lnTo>
                  <a:pt x="0" y="1161917"/>
                </a:lnTo>
                <a:lnTo>
                  <a:pt x="0" y="1200026"/>
                </a:lnTo>
                <a:lnTo>
                  <a:pt x="0" y="1238136"/>
                </a:lnTo>
                <a:lnTo>
                  <a:pt x="0" y="1276255"/>
                </a:lnTo>
                <a:lnTo>
                  <a:pt x="0" y="1314364"/>
                </a:lnTo>
                <a:lnTo>
                  <a:pt x="0" y="1352474"/>
                </a:lnTo>
                <a:lnTo>
                  <a:pt x="0" y="1390593"/>
                </a:lnTo>
                <a:lnTo>
                  <a:pt x="0" y="1428702"/>
                </a:lnTo>
                <a:lnTo>
                  <a:pt x="0" y="1466812"/>
                </a:lnTo>
                <a:lnTo>
                  <a:pt x="0" y="1504921"/>
                </a:lnTo>
                <a:lnTo>
                  <a:pt x="0" y="1543040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590D6577-F26F-49C6-97D2-00251BF1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294D2DBC-9F76-4849-887A-82B68C3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604" y="51206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38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98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66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98" y="33950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77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603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90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98"/>
                </a:lnTo>
                <a:lnTo>
                  <a:pt x="284588" y="442427"/>
                </a:lnTo>
                <a:lnTo>
                  <a:pt x="265786" y="445379"/>
                </a:lnTo>
                <a:lnTo>
                  <a:pt x="246926" y="448046"/>
                </a:lnTo>
                <a:lnTo>
                  <a:pt x="22804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14"/>
                </a:lnTo>
                <a:lnTo>
                  <a:pt x="152229" y="457514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81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1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8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5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8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62" y="383581"/>
                </a:lnTo>
                <a:lnTo>
                  <a:pt x="360750" y="374075"/>
                </a:lnTo>
                <a:lnTo>
                  <a:pt x="376742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26" y="131988"/>
                </a:lnTo>
                <a:lnTo>
                  <a:pt x="567919" y="127102"/>
                </a:lnTo>
                <a:lnTo>
                  <a:pt x="586235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47" y="31899"/>
                </a:lnTo>
                <a:lnTo>
                  <a:pt x="811654" y="21755"/>
                </a:lnTo>
                <a:lnTo>
                  <a:pt x="82745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20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C6356016-7087-4A51-840C-03BBB2CA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2014" y="5076825"/>
            <a:ext cx="3143374" cy="506492"/>
          </a:xfrm>
          <a:custGeom xmlns:a="http://schemas.openxmlformats.org/drawingml/2006/main">
            <a:pathLst>
              <a:path w="3143374" h="506492">
                <a:moveTo>
                  <a:pt x="3142736" y="0"/>
                </a:moveTo>
                <a:lnTo>
                  <a:pt x="3143374" y="28813"/>
                </a:lnTo>
                <a:lnTo>
                  <a:pt x="3141888" y="57607"/>
                </a:lnTo>
                <a:lnTo>
                  <a:pt x="3138649" y="86249"/>
                </a:lnTo>
                <a:lnTo>
                  <a:pt x="3133754" y="114662"/>
                </a:lnTo>
                <a:lnTo>
                  <a:pt x="3127210" y="142732"/>
                </a:lnTo>
                <a:lnTo>
                  <a:pt x="3119009" y="170374"/>
                </a:lnTo>
                <a:lnTo>
                  <a:pt x="3109141" y="197453"/>
                </a:lnTo>
                <a:lnTo>
                  <a:pt x="3097587" y="223866"/>
                </a:lnTo>
                <a:lnTo>
                  <a:pt x="3084347" y="249469"/>
                </a:lnTo>
                <a:lnTo>
                  <a:pt x="3069450" y="274149"/>
                </a:lnTo>
                <a:lnTo>
                  <a:pt x="3052915" y="297761"/>
                </a:lnTo>
                <a:lnTo>
                  <a:pt x="3034817" y="320202"/>
                </a:lnTo>
                <a:lnTo>
                  <a:pt x="3015244" y="341366"/>
                </a:lnTo>
                <a:lnTo>
                  <a:pt x="2994289" y="361159"/>
                </a:lnTo>
                <a:lnTo>
                  <a:pt x="2972086" y="379552"/>
                </a:lnTo>
                <a:lnTo>
                  <a:pt x="2948759" y="396488"/>
                </a:lnTo>
                <a:lnTo>
                  <a:pt x="2924442" y="411975"/>
                </a:lnTo>
                <a:lnTo>
                  <a:pt x="2899277" y="426025"/>
                </a:lnTo>
                <a:lnTo>
                  <a:pt x="2873369" y="438664"/>
                </a:lnTo>
                <a:lnTo>
                  <a:pt x="2846842" y="449961"/>
                </a:lnTo>
                <a:lnTo>
                  <a:pt x="2819800" y="459953"/>
                </a:lnTo>
                <a:lnTo>
                  <a:pt x="2792330" y="468716"/>
                </a:lnTo>
                <a:lnTo>
                  <a:pt x="2764526" y="476317"/>
                </a:lnTo>
                <a:lnTo>
                  <a:pt x="2736437" y="482822"/>
                </a:lnTo>
                <a:lnTo>
                  <a:pt x="2708129" y="488299"/>
                </a:lnTo>
                <a:lnTo>
                  <a:pt x="2679659" y="492814"/>
                </a:lnTo>
                <a:lnTo>
                  <a:pt x="2651055" y="496424"/>
                </a:lnTo>
                <a:lnTo>
                  <a:pt x="2622356" y="499196"/>
                </a:lnTo>
                <a:lnTo>
                  <a:pt x="2593591" y="501177"/>
                </a:lnTo>
                <a:lnTo>
                  <a:pt x="2564768" y="501920"/>
                </a:lnTo>
                <a:lnTo>
                  <a:pt x="2535936" y="502349"/>
                </a:lnTo>
                <a:lnTo>
                  <a:pt x="2507113" y="502682"/>
                </a:lnTo>
                <a:lnTo>
                  <a:pt x="2478281" y="502958"/>
                </a:lnTo>
                <a:lnTo>
                  <a:pt x="2449449" y="503206"/>
                </a:lnTo>
                <a:lnTo>
                  <a:pt x="2420617" y="503434"/>
                </a:lnTo>
                <a:lnTo>
                  <a:pt x="2391785" y="503634"/>
                </a:lnTo>
                <a:lnTo>
                  <a:pt x="2362952" y="503815"/>
                </a:lnTo>
                <a:lnTo>
                  <a:pt x="2334120" y="503987"/>
                </a:lnTo>
                <a:lnTo>
                  <a:pt x="2305288" y="504139"/>
                </a:lnTo>
                <a:lnTo>
                  <a:pt x="2276456" y="504301"/>
                </a:lnTo>
                <a:lnTo>
                  <a:pt x="2247624" y="504434"/>
                </a:lnTo>
                <a:lnTo>
                  <a:pt x="2218792" y="504568"/>
                </a:lnTo>
                <a:lnTo>
                  <a:pt x="2189959" y="504701"/>
                </a:lnTo>
                <a:lnTo>
                  <a:pt x="2161127" y="504815"/>
                </a:lnTo>
                <a:lnTo>
                  <a:pt x="2132295" y="504930"/>
                </a:lnTo>
                <a:lnTo>
                  <a:pt x="2103463" y="505044"/>
                </a:lnTo>
                <a:lnTo>
                  <a:pt x="2074640" y="505139"/>
                </a:lnTo>
                <a:lnTo>
                  <a:pt x="2045808" y="505235"/>
                </a:lnTo>
                <a:lnTo>
                  <a:pt x="2016976" y="505330"/>
                </a:lnTo>
                <a:lnTo>
                  <a:pt x="1988144" y="505425"/>
                </a:lnTo>
                <a:lnTo>
                  <a:pt x="1959312" y="505501"/>
                </a:lnTo>
                <a:lnTo>
                  <a:pt x="1930479" y="505587"/>
                </a:lnTo>
                <a:lnTo>
                  <a:pt x="1901647" y="505663"/>
                </a:lnTo>
                <a:lnTo>
                  <a:pt x="1872815" y="505739"/>
                </a:lnTo>
                <a:lnTo>
                  <a:pt x="1843983" y="505806"/>
                </a:lnTo>
                <a:lnTo>
                  <a:pt x="1815151" y="505873"/>
                </a:lnTo>
                <a:lnTo>
                  <a:pt x="1786319" y="505939"/>
                </a:lnTo>
                <a:lnTo>
                  <a:pt x="1757486" y="505987"/>
                </a:lnTo>
                <a:lnTo>
                  <a:pt x="1728654" y="506044"/>
                </a:lnTo>
                <a:lnTo>
                  <a:pt x="1699822" y="506101"/>
                </a:lnTo>
                <a:lnTo>
                  <a:pt x="1670990" y="506149"/>
                </a:lnTo>
                <a:lnTo>
                  <a:pt x="1642158" y="506197"/>
                </a:lnTo>
                <a:lnTo>
                  <a:pt x="1613325" y="506235"/>
                </a:lnTo>
                <a:lnTo>
                  <a:pt x="1584493" y="506273"/>
                </a:lnTo>
                <a:lnTo>
                  <a:pt x="1555661" y="506311"/>
                </a:lnTo>
                <a:lnTo>
                  <a:pt x="1526829" y="506339"/>
                </a:lnTo>
                <a:lnTo>
                  <a:pt x="1497997" y="506368"/>
                </a:lnTo>
                <a:lnTo>
                  <a:pt x="1469165" y="506406"/>
                </a:lnTo>
                <a:lnTo>
                  <a:pt x="1440332" y="506425"/>
                </a:lnTo>
                <a:lnTo>
                  <a:pt x="1411500" y="506444"/>
                </a:lnTo>
                <a:lnTo>
                  <a:pt x="1382668" y="506463"/>
                </a:lnTo>
                <a:lnTo>
                  <a:pt x="1353836" y="506482"/>
                </a:lnTo>
                <a:lnTo>
                  <a:pt x="1325004" y="506492"/>
                </a:lnTo>
                <a:lnTo>
                  <a:pt x="1296172" y="506492"/>
                </a:lnTo>
                <a:lnTo>
                  <a:pt x="1267339" y="506492"/>
                </a:lnTo>
                <a:lnTo>
                  <a:pt x="1238507" y="506482"/>
                </a:lnTo>
                <a:lnTo>
                  <a:pt x="1209675" y="506482"/>
                </a:lnTo>
                <a:lnTo>
                  <a:pt x="1180843" y="506482"/>
                </a:lnTo>
                <a:lnTo>
                  <a:pt x="1152011" y="506482"/>
                </a:lnTo>
                <a:lnTo>
                  <a:pt x="1123178" y="506482"/>
                </a:lnTo>
                <a:lnTo>
                  <a:pt x="1094346" y="506473"/>
                </a:lnTo>
                <a:lnTo>
                  <a:pt x="1065514" y="506444"/>
                </a:lnTo>
                <a:lnTo>
                  <a:pt x="1036682" y="506425"/>
                </a:lnTo>
                <a:lnTo>
                  <a:pt x="1007850" y="506406"/>
                </a:lnTo>
                <a:lnTo>
                  <a:pt x="979018" y="506378"/>
                </a:lnTo>
                <a:lnTo>
                  <a:pt x="950185" y="506339"/>
                </a:lnTo>
                <a:lnTo>
                  <a:pt x="921353" y="506301"/>
                </a:lnTo>
                <a:lnTo>
                  <a:pt x="892521" y="506263"/>
                </a:lnTo>
                <a:lnTo>
                  <a:pt x="863689" y="506216"/>
                </a:lnTo>
                <a:lnTo>
                  <a:pt x="834857" y="506159"/>
                </a:lnTo>
                <a:lnTo>
                  <a:pt x="806025" y="506111"/>
                </a:lnTo>
                <a:lnTo>
                  <a:pt x="777192" y="506054"/>
                </a:lnTo>
                <a:lnTo>
                  <a:pt x="748360" y="505987"/>
                </a:lnTo>
                <a:lnTo>
                  <a:pt x="719528" y="505911"/>
                </a:lnTo>
                <a:lnTo>
                  <a:pt x="690696" y="505835"/>
                </a:lnTo>
                <a:lnTo>
                  <a:pt x="661864" y="505758"/>
                </a:lnTo>
                <a:lnTo>
                  <a:pt x="633031" y="505663"/>
                </a:lnTo>
                <a:lnTo>
                  <a:pt x="604199" y="505568"/>
                </a:lnTo>
                <a:lnTo>
                  <a:pt x="575367" y="505473"/>
                </a:lnTo>
                <a:lnTo>
                  <a:pt x="546535" y="505358"/>
                </a:lnTo>
                <a:lnTo>
                  <a:pt x="517703" y="505235"/>
                </a:lnTo>
                <a:lnTo>
                  <a:pt x="488871" y="505111"/>
                </a:lnTo>
                <a:lnTo>
                  <a:pt x="460038" y="504977"/>
                </a:lnTo>
                <a:lnTo>
                  <a:pt x="431206" y="504825"/>
                </a:lnTo>
                <a:lnTo>
                  <a:pt x="402374" y="504673"/>
                </a:lnTo>
                <a:lnTo>
                  <a:pt x="373542" y="504511"/>
                </a:lnTo>
                <a:lnTo>
                  <a:pt x="344710" y="504330"/>
                </a:lnTo>
                <a:lnTo>
                  <a:pt x="315878" y="504130"/>
                </a:lnTo>
                <a:lnTo>
                  <a:pt x="287045" y="503920"/>
                </a:lnTo>
                <a:lnTo>
                  <a:pt x="258223" y="503682"/>
                </a:lnTo>
                <a:lnTo>
                  <a:pt x="229391" y="503425"/>
                </a:lnTo>
                <a:lnTo>
                  <a:pt x="200558" y="503139"/>
                </a:lnTo>
                <a:lnTo>
                  <a:pt x="171726" y="502815"/>
                </a:lnTo>
                <a:lnTo>
                  <a:pt x="142894" y="502453"/>
                </a:lnTo>
                <a:lnTo>
                  <a:pt x="114071" y="502044"/>
                </a:lnTo>
                <a:lnTo>
                  <a:pt x="85239" y="501558"/>
                </a:lnTo>
                <a:lnTo>
                  <a:pt x="56417" y="500939"/>
                </a:lnTo>
                <a:lnTo>
                  <a:pt x="27594" y="500110"/>
                </a:lnTo>
                <a:lnTo>
                  <a:pt x="6610" y="491080"/>
                </a:lnTo>
                <a:lnTo>
                  <a:pt x="5877" y="462258"/>
                </a:lnTo>
                <a:lnTo>
                  <a:pt x="5144" y="433435"/>
                </a:lnTo>
                <a:lnTo>
                  <a:pt x="4410" y="404612"/>
                </a:lnTo>
                <a:lnTo>
                  <a:pt x="3677" y="375790"/>
                </a:lnTo>
                <a:lnTo>
                  <a:pt x="2943" y="346967"/>
                </a:lnTo>
                <a:lnTo>
                  <a:pt x="2200" y="318145"/>
                </a:lnTo>
                <a:lnTo>
                  <a:pt x="1467" y="289322"/>
                </a:lnTo>
                <a:lnTo>
                  <a:pt x="733" y="260499"/>
                </a:lnTo>
                <a:lnTo>
                  <a:pt x="0" y="231677"/>
                </a:lnTo>
                <a:lnTo>
                  <a:pt x="8077" y="211084"/>
                </a:lnTo>
                <a:lnTo>
                  <a:pt x="36890" y="209941"/>
                </a:lnTo>
                <a:lnTo>
                  <a:pt x="65703" y="208940"/>
                </a:lnTo>
                <a:lnTo>
                  <a:pt x="94526" y="208064"/>
                </a:lnTo>
                <a:lnTo>
                  <a:pt x="123349" y="207312"/>
                </a:lnTo>
                <a:lnTo>
                  <a:pt x="152171" y="206673"/>
                </a:lnTo>
                <a:lnTo>
                  <a:pt x="180994" y="206140"/>
                </a:lnTo>
                <a:lnTo>
                  <a:pt x="209826" y="205702"/>
                </a:lnTo>
                <a:lnTo>
                  <a:pt x="238658" y="205359"/>
                </a:lnTo>
                <a:lnTo>
                  <a:pt x="267491" y="205102"/>
                </a:lnTo>
                <a:lnTo>
                  <a:pt x="296323" y="204921"/>
                </a:lnTo>
                <a:lnTo>
                  <a:pt x="325155" y="204826"/>
                </a:lnTo>
                <a:lnTo>
                  <a:pt x="353987" y="204788"/>
                </a:lnTo>
                <a:lnTo>
                  <a:pt x="382819" y="204816"/>
                </a:lnTo>
                <a:lnTo>
                  <a:pt x="411651" y="204911"/>
                </a:lnTo>
                <a:lnTo>
                  <a:pt x="440484" y="205054"/>
                </a:lnTo>
                <a:lnTo>
                  <a:pt x="469306" y="205264"/>
                </a:lnTo>
                <a:lnTo>
                  <a:pt x="498138" y="205521"/>
                </a:lnTo>
                <a:lnTo>
                  <a:pt x="526971" y="205826"/>
                </a:lnTo>
                <a:lnTo>
                  <a:pt x="555803" y="206178"/>
                </a:lnTo>
                <a:lnTo>
                  <a:pt x="584635" y="206569"/>
                </a:lnTo>
                <a:lnTo>
                  <a:pt x="613458" y="207007"/>
                </a:lnTo>
                <a:lnTo>
                  <a:pt x="642290" y="207483"/>
                </a:lnTo>
                <a:lnTo>
                  <a:pt x="671112" y="207988"/>
                </a:lnTo>
                <a:lnTo>
                  <a:pt x="699945" y="208531"/>
                </a:lnTo>
                <a:lnTo>
                  <a:pt x="728767" y="209112"/>
                </a:lnTo>
                <a:lnTo>
                  <a:pt x="757599" y="209721"/>
                </a:lnTo>
                <a:lnTo>
                  <a:pt x="786422" y="210350"/>
                </a:lnTo>
                <a:lnTo>
                  <a:pt x="815245" y="211026"/>
                </a:lnTo>
                <a:lnTo>
                  <a:pt x="844067" y="211703"/>
                </a:lnTo>
                <a:lnTo>
                  <a:pt x="872890" y="212417"/>
                </a:lnTo>
                <a:lnTo>
                  <a:pt x="901713" y="213141"/>
                </a:lnTo>
                <a:lnTo>
                  <a:pt x="930535" y="213893"/>
                </a:lnTo>
                <a:lnTo>
                  <a:pt x="959358" y="214655"/>
                </a:lnTo>
                <a:lnTo>
                  <a:pt x="988181" y="215446"/>
                </a:lnTo>
                <a:lnTo>
                  <a:pt x="1017003" y="216246"/>
                </a:lnTo>
                <a:lnTo>
                  <a:pt x="1045826" y="217056"/>
                </a:lnTo>
                <a:lnTo>
                  <a:pt x="1074639" y="217884"/>
                </a:lnTo>
                <a:lnTo>
                  <a:pt x="1103462" y="218732"/>
                </a:lnTo>
                <a:lnTo>
                  <a:pt x="1132284" y="219580"/>
                </a:lnTo>
                <a:lnTo>
                  <a:pt x="1161107" y="220437"/>
                </a:lnTo>
                <a:lnTo>
                  <a:pt x="1189920" y="221294"/>
                </a:lnTo>
                <a:lnTo>
                  <a:pt x="1218743" y="222161"/>
                </a:lnTo>
                <a:lnTo>
                  <a:pt x="1247556" y="223028"/>
                </a:lnTo>
                <a:lnTo>
                  <a:pt x="1276379" y="223904"/>
                </a:lnTo>
                <a:lnTo>
                  <a:pt x="1305201" y="224780"/>
                </a:lnTo>
                <a:lnTo>
                  <a:pt x="1334014" y="225657"/>
                </a:lnTo>
                <a:lnTo>
                  <a:pt x="1362837" y="226533"/>
                </a:lnTo>
                <a:lnTo>
                  <a:pt x="1391650" y="227409"/>
                </a:lnTo>
                <a:lnTo>
                  <a:pt x="1420473" y="228286"/>
                </a:lnTo>
                <a:lnTo>
                  <a:pt x="1449295" y="229152"/>
                </a:lnTo>
                <a:lnTo>
                  <a:pt x="1478109" y="230010"/>
                </a:lnTo>
                <a:lnTo>
                  <a:pt x="1506931" y="230867"/>
                </a:lnTo>
                <a:lnTo>
                  <a:pt x="1535754" y="231715"/>
                </a:lnTo>
                <a:lnTo>
                  <a:pt x="1564567" y="232543"/>
                </a:lnTo>
                <a:lnTo>
                  <a:pt x="1593390" y="233363"/>
                </a:lnTo>
                <a:lnTo>
                  <a:pt x="1622212" y="234172"/>
                </a:lnTo>
                <a:lnTo>
                  <a:pt x="1651035" y="234963"/>
                </a:lnTo>
                <a:lnTo>
                  <a:pt x="1679858" y="235734"/>
                </a:lnTo>
                <a:lnTo>
                  <a:pt x="1708680" y="236487"/>
                </a:lnTo>
                <a:lnTo>
                  <a:pt x="1737503" y="237230"/>
                </a:lnTo>
                <a:lnTo>
                  <a:pt x="1766326" y="237935"/>
                </a:lnTo>
                <a:lnTo>
                  <a:pt x="1795148" y="238620"/>
                </a:lnTo>
                <a:lnTo>
                  <a:pt x="1823971" y="239278"/>
                </a:lnTo>
                <a:lnTo>
                  <a:pt x="1852793" y="239906"/>
                </a:lnTo>
                <a:lnTo>
                  <a:pt x="1881626" y="240506"/>
                </a:lnTo>
                <a:lnTo>
                  <a:pt x="1910448" y="241059"/>
                </a:lnTo>
                <a:lnTo>
                  <a:pt x="1939280" y="241583"/>
                </a:lnTo>
                <a:lnTo>
                  <a:pt x="1968103" y="242068"/>
                </a:lnTo>
                <a:lnTo>
                  <a:pt x="1996935" y="242507"/>
                </a:lnTo>
                <a:lnTo>
                  <a:pt x="2025767" y="242907"/>
                </a:lnTo>
                <a:lnTo>
                  <a:pt x="2054590" y="243240"/>
                </a:lnTo>
                <a:lnTo>
                  <a:pt x="2083422" y="243526"/>
                </a:lnTo>
                <a:lnTo>
                  <a:pt x="2112254" y="243754"/>
                </a:lnTo>
                <a:lnTo>
                  <a:pt x="2141087" y="243916"/>
                </a:lnTo>
                <a:lnTo>
                  <a:pt x="2169919" y="244011"/>
                </a:lnTo>
                <a:lnTo>
                  <a:pt x="2198751" y="244031"/>
                </a:lnTo>
                <a:lnTo>
                  <a:pt x="2227583" y="243964"/>
                </a:lnTo>
                <a:lnTo>
                  <a:pt x="2256415" y="243811"/>
                </a:lnTo>
                <a:lnTo>
                  <a:pt x="2285248" y="243564"/>
                </a:lnTo>
                <a:lnTo>
                  <a:pt x="2314080" y="243211"/>
                </a:lnTo>
                <a:lnTo>
                  <a:pt x="2342902" y="242735"/>
                </a:lnTo>
                <a:lnTo>
                  <a:pt x="2371735" y="242145"/>
                </a:lnTo>
                <a:lnTo>
                  <a:pt x="2400557" y="241402"/>
                </a:lnTo>
                <a:lnTo>
                  <a:pt x="2429370" y="240497"/>
                </a:lnTo>
                <a:lnTo>
                  <a:pt x="2458183" y="239430"/>
                </a:lnTo>
                <a:lnTo>
                  <a:pt x="2486987" y="238154"/>
                </a:lnTo>
                <a:lnTo>
                  <a:pt x="2515781" y="236658"/>
                </a:lnTo>
                <a:lnTo>
                  <a:pt x="2544556" y="234906"/>
                </a:lnTo>
                <a:lnTo>
                  <a:pt x="2573322" y="232858"/>
                </a:lnTo>
                <a:lnTo>
                  <a:pt x="2602049" y="230457"/>
                </a:lnTo>
                <a:lnTo>
                  <a:pt x="2630748" y="227657"/>
                </a:lnTo>
                <a:lnTo>
                  <a:pt x="2659390" y="224342"/>
                </a:lnTo>
                <a:lnTo>
                  <a:pt x="2687945" y="220409"/>
                </a:lnTo>
                <a:lnTo>
                  <a:pt x="2716387" y="215665"/>
                </a:lnTo>
                <a:lnTo>
                  <a:pt x="2744619" y="209845"/>
                </a:lnTo>
                <a:lnTo>
                  <a:pt x="2772489" y="202482"/>
                </a:lnTo>
                <a:lnTo>
                  <a:pt x="2799588" y="192681"/>
                </a:lnTo>
                <a:lnTo>
                  <a:pt x="2824544" y="178394"/>
                </a:lnTo>
                <a:lnTo>
                  <a:pt x="2840565" y="155162"/>
                </a:lnTo>
                <a:lnTo>
                  <a:pt x="2860615" y="141494"/>
                </a:lnTo>
                <a:lnTo>
                  <a:pt x="2888142" y="132902"/>
                </a:lnTo>
                <a:lnTo>
                  <a:pt x="2915307" y="123263"/>
                </a:lnTo>
                <a:lnTo>
                  <a:pt x="2942149" y="112728"/>
                </a:lnTo>
                <a:lnTo>
                  <a:pt x="2968628" y="101336"/>
                </a:lnTo>
                <a:lnTo>
                  <a:pt x="2994755" y="89144"/>
                </a:lnTo>
                <a:lnTo>
                  <a:pt x="3020501" y="76171"/>
                </a:lnTo>
                <a:lnTo>
                  <a:pt x="3045847" y="62436"/>
                </a:lnTo>
                <a:lnTo>
                  <a:pt x="3070774" y="47939"/>
                </a:lnTo>
                <a:lnTo>
                  <a:pt x="3095244" y="32699"/>
                </a:lnTo>
                <a:lnTo>
                  <a:pt x="3119247" y="16716"/>
                </a:lnTo>
                <a:lnTo>
                  <a:pt x="314273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13806A09-7BA3-4D4D-8CEE-A23B3BDB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3143250" cy="1581150"/>
          </a:xfrm>
          <a:custGeom xmlns:a="http://schemas.openxmlformats.org/drawingml/2006/main">
            <a:pathLst>
              <a:path w="3143250" h="1581150">
                <a:moveTo>
                  <a:pt x="0" y="1581150"/>
                </a:moveTo>
                <a:lnTo>
                  <a:pt x="38110" y="1581150"/>
                </a:lnTo>
                <a:lnTo>
                  <a:pt x="76229" y="1581150"/>
                </a:lnTo>
                <a:lnTo>
                  <a:pt x="114338" y="1581150"/>
                </a:lnTo>
                <a:lnTo>
                  <a:pt x="152448" y="1581150"/>
                </a:lnTo>
                <a:lnTo>
                  <a:pt x="190557" y="1581150"/>
                </a:lnTo>
                <a:lnTo>
                  <a:pt x="228676" y="1581150"/>
                </a:lnTo>
                <a:lnTo>
                  <a:pt x="266786" y="1581150"/>
                </a:lnTo>
                <a:lnTo>
                  <a:pt x="304895" y="1581150"/>
                </a:lnTo>
                <a:lnTo>
                  <a:pt x="343014" y="1581150"/>
                </a:lnTo>
                <a:lnTo>
                  <a:pt x="381124" y="1581150"/>
                </a:lnTo>
                <a:lnTo>
                  <a:pt x="419233" y="1581150"/>
                </a:lnTo>
                <a:lnTo>
                  <a:pt x="457343" y="1581150"/>
                </a:lnTo>
                <a:lnTo>
                  <a:pt x="495462" y="1581150"/>
                </a:lnTo>
                <a:lnTo>
                  <a:pt x="533571" y="1581150"/>
                </a:lnTo>
                <a:lnTo>
                  <a:pt x="571681" y="1581150"/>
                </a:lnTo>
                <a:lnTo>
                  <a:pt x="609800" y="1581150"/>
                </a:lnTo>
                <a:lnTo>
                  <a:pt x="647910" y="1581150"/>
                </a:lnTo>
                <a:lnTo>
                  <a:pt x="686019" y="1581150"/>
                </a:lnTo>
                <a:lnTo>
                  <a:pt x="724138" y="1581150"/>
                </a:lnTo>
                <a:lnTo>
                  <a:pt x="762248" y="1581150"/>
                </a:lnTo>
                <a:lnTo>
                  <a:pt x="800357" y="1581150"/>
                </a:lnTo>
                <a:lnTo>
                  <a:pt x="838467" y="1581150"/>
                </a:lnTo>
                <a:lnTo>
                  <a:pt x="876586" y="1581150"/>
                </a:lnTo>
                <a:lnTo>
                  <a:pt x="914695" y="1581150"/>
                </a:lnTo>
                <a:lnTo>
                  <a:pt x="952805" y="1581150"/>
                </a:lnTo>
                <a:lnTo>
                  <a:pt x="990924" y="1581150"/>
                </a:lnTo>
                <a:lnTo>
                  <a:pt x="1029033" y="1581150"/>
                </a:lnTo>
                <a:lnTo>
                  <a:pt x="1067143" y="1581150"/>
                </a:lnTo>
                <a:lnTo>
                  <a:pt x="1105252" y="1581150"/>
                </a:lnTo>
                <a:lnTo>
                  <a:pt x="1143371" y="1581150"/>
                </a:lnTo>
                <a:lnTo>
                  <a:pt x="1181481" y="1581150"/>
                </a:lnTo>
                <a:lnTo>
                  <a:pt x="1219591" y="1581150"/>
                </a:lnTo>
                <a:lnTo>
                  <a:pt x="1257710" y="1581150"/>
                </a:lnTo>
                <a:lnTo>
                  <a:pt x="1295819" y="1581150"/>
                </a:lnTo>
                <a:lnTo>
                  <a:pt x="1333929" y="1581150"/>
                </a:lnTo>
                <a:lnTo>
                  <a:pt x="1372038" y="1581150"/>
                </a:lnTo>
                <a:lnTo>
                  <a:pt x="1410157" y="1581150"/>
                </a:lnTo>
                <a:lnTo>
                  <a:pt x="1448267" y="1581150"/>
                </a:lnTo>
                <a:lnTo>
                  <a:pt x="1486376" y="1581150"/>
                </a:lnTo>
                <a:lnTo>
                  <a:pt x="1524495" y="1581150"/>
                </a:lnTo>
                <a:lnTo>
                  <a:pt x="1562605" y="1581150"/>
                </a:lnTo>
                <a:lnTo>
                  <a:pt x="1600714" y="1581150"/>
                </a:lnTo>
                <a:lnTo>
                  <a:pt x="1638833" y="1581150"/>
                </a:lnTo>
                <a:lnTo>
                  <a:pt x="1676943" y="1581150"/>
                </a:lnTo>
                <a:lnTo>
                  <a:pt x="1715052" y="1581150"/>
                </a:lnTo>
                <a:lnTo>
                  <a:pt x="1753162" y="1581150"/>
                </a:lnTo>
                <a:lnTo>
                  <a:pt x="1791281" y="1581150"/>
                </a:lnTo>
                <a:lnTo>
                  <a:pt x="1829391" y="1581150"/>
                </a:lnTo>
                <a:lnTo>
                  <a:pt x="1867500" y="1581150"/>
                </a:lnTo>
                <a:lnTo>
                  <a:pt x="1905619" y="1581150"/>
                </a:lnTo>
                <a:lnTo>
                  <a:pt x="1943729" y="1581150"/>
                </a:lnTo>
                <a:lnTo>
                  <a:pt x="1981838" y="1581150"/>
                </a:lnTo>
                <a:lnTo>
                  <a:pt x="2019948" y="1581150"/>
                </a:lnTo>
                <a:lnTo>
                  <a:pt x="2058067" y="1581150"/>
                </a:lnTo>
                <a:lnTo>
                  <a:pt x="2096176" y="1581150"/>
                </a:lnTo>
                <a:lnTo>
                  <a:pt x="2134286" y="1581150"/>
                </a:lnTo>
                <a:lnTo>
                  <a:pt x="2172405" y="1581150"/>
                </a:lnTo>
                <a:lnTo>
                  <a:pt x="2210514" y="1581150"/>
                </a:lnTo>
                <a:lnTo>
                  <a:pt x="2248624" y="1581150"/>
                </a:lnTo>
                <a:lnTo>
                  <a:pt x="2286733" y="1581150"/>
                </a:lnTo>
                <a:lnTo>
                  <a:pt x="2324852" y="1581150"/>
                </a:lnTo>
                <a:lnTo>
                  <a:pt x="2362962" y="1581150"/>
                </a:lnTo>
                <a:lnTo>
                  <a:pt x="2400795" y="1577359"/>
                </a:lnTo>
                <a:lnTo>
                  <a:pt x="2438495" y="1571787"/>
                </a:lnTo>
                <a:lnTo>
                  <a:pt x="2476205" y="1566215"/>
                </a:lnTo>
                <a:lnTo>
                  <a:pt x="2513905" y="1560633"/>
                </a:lnTo>
                <a:lnTo>
                  <a:pt x="2551605" y="1555061"/>
                </a:lnTo>
                <a:lnTo>
                  <a:pt x="2589305" y="1549489"/>
                </a:lnTo>
                <a:lnTo>
                  <a:pt x="2627014" y="1543917"/>
                </a:lnTo>
                <a:lnTo>
                  <a:pt x="2663276" y="1535211"/>
                </a:lnTo>
                <a:lnTo>
                  <a:pt x="2692108" y="1510284"/>
                </a:lnTo>
                <a:lnTo>
                  <a:pt x="2720931" y="1485348"/>
                </a:lnTo>
                <a:lnTo>
                  <a:pt x="2749763" y="1460421"/>
                </a:lnTo>
                <a:lnTo>
                  <a:pt x="2778595" y="1435494"/>
                </a:lnTo>
                <a:lnTo>
                  <a:pt x="2807418" y="1410557"/>
                </a:lnTo>
                <a:lnTo>
                  <a:pt x="2836250" y="1385630"/>
                </a:lnTo>
                <a:lnTo>
                  <a:pt x="2865072" y="1360703"/>
                </a:lnTo>
                <a:lnTo>
                  <a:pt x="2893905" y="1335767"/>
                </a:lnTo>
                <a:lnTo>
                  <a:pt x="2922727" y="1310840"/>
                </a:lnTo>
                <a:lnTo>
                  <a:pt x="2951559" y="1285913"/>
                </a:lnTo>
                <a:lnTo>
                  <a:pt x="2980382" y="1260986"/>
                </a:lnTo>
                <a:lnTo>
                  <a:pt x="3009214" y="1236050"/>
                </a:lnTo>
                <a:lnTo>
                  <a:pt x="3038046" y="1211123"/>
                </a:lnTo>
                <a:lnTo>
                  <a:pt x="3066869" y="1186196"/>
                </a:lnTo>
                <a:lnTo>
                  <a:pt x="3095701" y="1161259"/>
                </a:lnTo>
                <a:lnTo>
                  <a:pt x="3124524" y="1136333"/>
                </a:lnTo>
                <a:lnTo>
                  <a:pt x="3143250" y="1106786"/>
                </a:lnTo>
                <a:lnTo>
                  <a:pt x="3143250" y="1068667"/>
                </a:lnTo>
                <a:lnTo>
                  <a:pt x="3143250" y="1030557"/>
                </a:lnTo>
                <a:lnTo>
                  <a:pt x="3143250" y="992448"/>
                </a:lnTo>
                <a:lnTo>
                  <a:pt x="3143250" y="954329"/>
                </a:lnTo>
                <a:lnTo>
                  <a:pt x="3143250" y="916219"/>
                </a:lnTo>
                <a:lnTo>
                  <a:pt x="3143250" y="878110"/>
                </a:lnTo>
                <a:lnTo>
                  <a:pt x="3143250" y="840000"/>
                </a:lnTo>
                <a:lnTo>
                  <a:pt x="3143250" y="801881"/>
                </a:lnTo>
                <a:lnTo>
                  <a:pt x="3143250" y="763772"/>
                </a:lnTo>
                <a:lnTo>
                  <a:pt x="3143250" y="725662"/>
                </a:lnTo>
                <a:lnTo>
                  <a:pt x="3143250" y="687543"/>
                </a:lnTo>
                <a:lnTo>
                  <a:pt x="3143250" y="649434"/>
                </a:lnTo>
                <a:lnTo>
                  <a:pt x="3143250" y="611324"/>
                </a:lnTo>
                <a:lnTo>
                  <a:pt x="3143250" y="573215"/>
                </a:lnTo>
                <a:lnTo>
                  <a:pt x="3143250" y="535095"/>
                </a:lnTo>
                <a:lnTo>
                  <a:pt x="3143250" y="496986"/>
                </a:lnTo>
                <a:lnTo>
                  <a:pt x="3143250" y="458876"/>
                </a:lnTo>
                <a:lnTo>
                  <a:pt x="3143250" y="420757"/>
                </a:lnTo>
                <a:lnTo>
                  <a:pt x="3143250" y="382648"/>
                </a:lnTo>
                <a:lnTo>
                  <a:pt x="3143250" y="344538"/>
                </a:lnTo>
                <a:lnTo>
                  <a:pt x="3143250" y="306429"/>
                </a:lnTo>
                <a:lnTo>
                  <a:pt x="3143250" y="268310"/>
                </a:lnTo>
                <a:lnTo>
                  <a:pt x="3143250" y="230200"/>
                </a:lnTo>
                <a:lnTo>
                  <a:pt x="3143250" y="192091"/>
                </a:lnTo>
                <a:lnTo>
                  <a:pt x="3143250" y="153972"/>
                </a:lnTo>
                <a:lnTo>
                  <a:pt x="3143250" y="115862"/>
                </a:lnTo>
                <a:lnTo>
                  <a:pt x="3143250" y="77753"/>
                </a:lnTo>
                <a:lnTo>
                  <a:pt x="3143250" y="39634"/>
                </a:lnTo>
                <a:lnTo>
                  <a:pt x="3143250" y="1524"/>
                </a:lnTo>
                <a:lnTo>
                  <a:pt x="3106664" y="0"/>
                </a:lnTo>
                <a:lnTo>
                  <a:pt x="3068555" y="0"/>
                </a:lnTo>
                <a:lnTo>
                  <a:pt x="3030436" y="0"/>
                </a:lnTo>
                <a:lnTo>
                  <a:pt x="2992326" y="0"/>
                </a:lnTo>
                <a:lnTo>
                  <a:pt x="2954217" y="0"/>
                </a:lnTo>
                <a:lnTo>
                  <a:pt x="2916098" y="0"/>
                </a:lnTo>
                <a:lnTo>
                  <a:pt x="2877988" y="0"/>
                </a:lnTo>
                <a:lnTo>
                  <a:pt x="2839879" y="0"/>
                </a:lnTo>
                <a:lnTo>
                  <a:pt x="2801760" y="0"/>
                </a:lnTo>
                <a:lnTo>
                  <a:pt x="2763650" y="0"/>
                </a:lnTo>
                <a:lnTo>
                  <a:pt x="2725541" y="0"/>
                </a:lnTo>
                <a:lnTo>
                  <a:pt x="2687431" y="0"/>
                </a:lnTo>
                <a:lnTo>
                  <a:pt x="2649312" y="0"/>
                </a:lnTo>
                <a:lnTo>
                  <a:pt x="2611203" y="0"/>
                </a:lnTo>
                <a:lnTo>
                  <a:pt x="2573093" y="0"/>
                </a:lnTo>
                <a:lnTo>
                  <a:pt x="2534974" y="0"/>
                </a:lnTo>
                <a:lnTo>
                  <a:pt x="2496864" y="0"/>
                </a:lnTo>
                <a:lnTo>
                  <a:pt x="2458755" y="0"/>
                </a:lnTo>
                <a:lnTo>
                  <a:pt x="2420645" y="0"/>
                </a:lnTo>
                <a:lnTo>
                  <a:pt x="2382526" y="0"/>
                </a:lnTo>
                <a:lnTo>
                  <a:pt x="2344417" y="0"/>
                </a:lnTo>
                <a:lnTo>
                  <a:pt x="2306307" y="0"/>
                </a:lnTo>
                <a:lnTo>
                  <a:pt x="2268188" y="0"/>
                </a:lnTo>
                <a:lnTo>
                  <a:pt x="2230079" y="0"/>
                </a:lnTo>
                <a:lnTo>
                  <a:pt x="2191969" y="0"/>
                </a:lnTo>
                <a:lnTo>
                  <a:pt x="2153860" y="0"/>
                </a:lnTo>
                <a:lnTo>
                  <a:pt x="2115741" y="0"/>
                </a:lnTo>
                <a:lnTo>
                  <a:pt x="2077631" y="0"/>
                </a:lnTo>
                <a:lnTo>
                  <a:pt x="2039522" y="0"/>
                </a:lnTo>
                <a:lnTo>
                  <a:pt x="2001403" y="0"/>
                </a:lnTo>
                <a:lnTo>
                  <a:pt x="1963293" y="0"/>
                </a:lnTo>
                <a:lnTo>
                  <a:pt x="1925183" y="0"/>
                </a:lnTo>
                <a:lnTo>
                  <a:pt x="1887064" y="0"/>
                </a:lnTo>
                <a:lnTo>
                  <a:pt x="1848955" y="0"/>
                </a:lnTo>
                <a:lnTo>
                  <a:pt x="1810845" y="0"/>
                </a:lnTo>
                <a:lnTo>
                  <a:pt x="1772736" y="0"/>
                </a:lnTo>
                <a:lnTo>
                  <a:pt x="1734617" y="0"/>
                </a:lnTo>
                <a:lnTo>
                  <a:pt x="1696507" y="0"/>
                </a:lnTo>
                <a:lnTo>
                  <a:pt x="1658398" y="0"/>
                </a:lnTo>
                <a:lnTo>
                  <a:pt x="1620279" y="0"/>
                </a:lnTo>
                <a:lnTo>
                  <a:pt x="1582169" y="0"/>
                </a:lnTo>
                <a:lnTo>
                  <a:pt x="1544060" y="0"/>
                </a:lnTo>
                <a:lnTo>
                  <a:pt x="1505950" y="0"/>
                </a:lnTo>
                <a:lnTo>
                  <a:pt x="1467831" y="0"/>
                </a:lnTo>
                <a:lnTo>
                  <a:pt x="1429722" y="0"/>
                </a:lnTo>
                <a:lnTo>
                  <a:pt x="1391612" y="0"/>
                </a:lnTo>
                <a:lnTo>
                  <a:pt x="1353493" y="0"/>
                </a:lnTo>
                <a:lnTo>
                  <a:pt x="1315383" y="0"/>
                </a:lnTo>
                <a:lnTo>
                  <a:pt x="1277274" y="0"/>
                </a:lnTo>
                <a:lnTo>
                  <a:pt x="1239164" y="0"/>
                </a:lnTo>
                <a:lnTo>
                  <a:pt x="1201045" y="0"/>
                </a:lnTo>
                <a:lnTo>
                  <a:pt x="1162936" y="0"/>
                </a:lnTo>
                <a:lnTo>
                  <a:pt x="1124826" y="0"/>
                </a:lnTo>
                <a:lnTo>
                  <a:pt x="1086707" y="0"/>
                </a:lnTo>
                <a:lnTo>
                  <a:pt x="1048598" y="0"/>
                </a:lnTo>
                <a:lnTo>
                  <a:pt x="1010488" y="0"/>
                </a:lnTo>
                <a:lnTo>
                  <a:pt x="972379" y="0"/>
                </a:lnTo>
                <a:lnTo>
                  <a:pt x="934260" y="0"/>
                </a:lnTo>
                <a:lnTo>
                  <a:pt x="896150" y="0"/>
                </a:lnTo>
                <a:lnTo>
                  <a:pt x="858041" y="0"/>
                </a:lnTo>
                <a:lnTo>
                  <a:pt x="819922" y="0"/>
                </a:lnTo>
                <a:lnTo>
                  <a:pt x="781812" y="0"/>
                </a:lnTo>
                <a:lnTo>
                  <a:pt x="743702" y="0"/>
                </a:lnTo>
                <a:lnTo>
                  <a:pt x="705593" y="0"/>
                </a:lnTo>
                <a:lnTo>
                  <a:pt x="667474" y="0"/>
                </a:lnTo>
                <a:lnTo>
                  <a:pt x="629364" y="0"/>
                </a:lnTo>
                <a:lnTo>
                  <a:pt x="591255" y="0"/>
                </a:lnTo>
                <a:lnTo>
                  <a:pt x="553136" y="0"/>
                </a:lnTo>
                <a:lnTo>
                  <a:pt x="515026" y="0"/>
                </a:lnTo>
                <a:lnTo>
                  <a:pt x="476917" y="0"/>
                </a:lnTo>
                <a:lnTo>
                  <a:pt x="438798" y="0"/>
                </a:lnTo>
                <a:lnTo>
                  <a:pt x="400688" y="0"/>
                </a:lnTo>
                <a:lnTo>
                  <a:pt x="362579" y="0"/>
                </a:lnTo>
                <a:lnTo>
                  <a:pt x="324469" y="0"/>
                </a:lnTo>
                <a:lnTo>
                  <a:pt x="286350" y="0"/>
                </a:lnTo>
                <a:lnTo>
                  <a:pt x="248241" y="0"/>
                </a:lnTo>
                <a:lnTo>
                  <a:pt x="210131" y="0"/>
                </a:lnTo>
                <a:lnTo>
                  <a:pt x="172012" y="0"/>
                </a:lnTo>
                <a:lnTo>
                  <a:pt x="133902" y="0"/>
                </a:lnTo>
                <a:lnTo>
                  <a:pt x="95793" y="0"/>
                </a:lnTo>
                <a:lnTo>
                  <a:pt x="57683" y="0"/>
                </a:lnTo>
                <a:lnTo>
                  <a:pt x="19564" y="0"/>
                </a:lnTo>
                <a:lnTo>
                  <a:pt x="0" y="18545"/>
                </a:lnTo>
                <a:lnTo>
                  <a:pt x="0" y="56655"/>
                </a:lnTo>
                <a:lnTo>
                  <a:pt x="0" y="94774"/>
                </a:lnTo>
                <a:lnTo>
                  <a:pt x="0" y="132883"/>
                </a:lnTo>
                <a:lnTo>
                  <a:pt x="0" y="170993"/>
                </a:lnTo>
                <a:lnTo>
                  <a:pt x="0" y="209102"/>
                </a:lnTo>
                <a:lnTo>
                  <a:pt x="0" y="247221"/>
                </a:lnTo>
                <a:lnTo>
                  <a:pt x="0" y="285331"/>
                </a:lnTo>
                <a:lnTo>
                  <a:pt x="0" y="323440"/>
                </a:lnTo>
                <a:lnTo>
                  <a:pt x="0" y="361559"/>
                </a:lnTo>
                <a:lnTo>
                  <a:pt x="0" y="399669"/>
                </a:lnTo>
                <a:lnTo>
                  <a:pt x="0" y="437779"/>
                </a:lnTo>
                <a:lnTo>
                  <a:pt x="0" y="475898"/>
                </a:lnTo>
                <a:lnTo>
                  <a:pt x="0" y="514007"/>
                </a:lnTo>
                <a:lnTo>
                  <a:pt x="0" y="552117"/>
                </a:lnTo>
                <a:lnTo>
                  <a:pt x="0" y="590226"/>
                </a:lnTo>
                <a:lnTo>
                  <a:pt x="0" y="628345"/>
                </a:lnTo>
                <a:lnTo>
                  <a:pt x="0" y="666455"/>
                </a:lnTo>
                <a:lnTo>
                  <a:pt x="0" y="704564"/>
                </a:lnTo>
                <a:lnTo>
                  <a:pt x="0" y="742683"/>
                </a:lnTo>
                <a:lnTo>
                  <a:pt x="0" y="780793"/>
                </a:lnTo>
                <a:lnTo>
                  <a:pt x="0" y="818902"/>
                </a:lnTo>
                <a:lnTo>
                  <a:pt x="0" y="857012"/>
                </a:lnTo>
                <a:lnTo>
                  <a:pt x="0" y="895131"/>
                </a:lnTo>
                <a:lnTo>
                  <a:pt x="0" y="933240"/>
                </a:lnTo>
                <a:lnTo>
                  <a:pt x="0" y="971350"/>
                </a:lnTo>
                <a:lnTo>
                  <a:pt x="0" y="1009469"/>
                </a:lnTo>
                <a:lnTo>
                  <a:pt x="0" y="1047579"/>
                </a:lnTo>
                <a:lnTo>
                  <a:pt x="0" y="1085688"/>
                </a:lnTo>
                <a:lnTo>
                  <a:pt x="0" y="1123798"/>
                </a:lnTo>
                <a:lnTo>
                  <a:pt x="0" y="1161917"/>
                </a:lnTo>
                <a:lnTo>
                  <a:pt x="0" y="1200026"/>
                </a:lnTo>
                <a:lnTo>
                  <a:pt x="0" y="1238136"/>
                </a:lnTo>
                <a:lnTo>
                  <a:pt x="0" y="1276255"/>
                </a:lnTo>
                <a:lnTo>
                  <a:pt x="0" y="1314364"/>
                </a:lnTo>
                <a:lnTo>
                  <a:pt x="0" y="1352474"/>
                </a:lnTo>
                <a:lnTo>
                  <a:pt x="0" y="1390593"/>
                </a:lnTo>
                <a:lnTo>
                  <a:pt x="0" y="1428702"/>
                </a:lnTo>
                <a:lnTo>
                  <a:pt x="0" y="1466812"/>
                </a:lnTo>
                <a:lnTo>
                  <a:pt x="0" y="1504921"/>
                </a:lnTo>
                <a:lnTo>
                  <a:pt x="0" y="1543040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1DE864FB-7B6D-4A07-BAE1-9B642D48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9C6BA663-8FDC-4314-8071-A8E80A3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854" y="51206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38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98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66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98" y="33950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77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603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90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98"/>
                </a:lnTo>
                <a:lnTo>
                  <a:pt x="284588" y="442427"/>
                </a:lnTo>
                <a:lnTo>
                  <a:pt x="265786" y="445379"/>
                </a:lnTo>
                <a:lnTo>
                  <a:pt x="246926" y="448046"/>
                </a:lnTo>
                <a:lnTo>
                  <a:pt x="22804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14"/>
                </a:lnTo>
                <a:lnTo>
                  <a:pt x="152229" y="457514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81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1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8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5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8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62" y="383581"/>
                </a:lnTo>
                <a:lnTo>
                  <a:pt x="360750" y="374075"/>
                </a:lnTo>
                <a:lnTo>
                  <a:pt x="376742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26" y="131988"/>
                </a:lnTo>
                <a:lnTo>
                  <a:pt x="567919" y="127102"/>
                </a:lnTo>
                <a:lnTo>
                  <a:pt x="586235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47" y="31899"/>
                </a:lnTo>
                <a:lnTo>
                  <a:pt x="811654" y="21755"/>
                </a:lnTo>
                <a:lnTo>
                  <a:pt x="82745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24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AB6332F0-3683-4690-B5D6-FE30229A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905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5" name="note-body-0">
            <a:extLst xmlns:a="http://schemas.openxmlformats.org/drawingml/2006/main">
              <a:ext uri="{FF2B5EF4-FFF2-40B4-BE49-F238E27FC236}">
                <a16:creationId xmlns:a16="http://schemas.microsoft.com/office/drawing/2014/main" id="{DC017091-D5D5-4BB2-8B2F-633119F3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4003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6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C6557ABB-9F37-448D-8CF7-3649121C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1905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7" name="note-body-1">
            <a:extLst xmlns:a="http://schemas.openxmlformats.org/drawingml/2006/main">
              <a:ext uri="{FF2B5EF4-FFF2-40B4-BE49-F238E27FC236}">
                <a16:creationId xmlns:a16="http://schemas.microsoft.com/office/drawing/2014/main" id="{9C634987-B8A6-4C06-BD33-FD98F09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4003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8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A281AE6F-8280-492D-9951-883AE12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0005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9" name="note-body-2">
            <a:extLst xmlns:a="http://schemas.openxmlformats.org/drawingml/2006/main">
              <a:ext uri="{FF2B5EF4-FFF2-40B4-BE49-F238E27FC236}">
                <a16:creationId xmlns:a16="http://schemas.microsoft.com/office/drawing/2014/main" id="{2D8974D5-51B9-42B1-9882-FB2731D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44958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30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C38C1957-6AAB-45D1-8252-972F5FE0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0005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1" name="note-body-3">
            <a:extLst xmlns:a="http://schemas.openxmlformats.org/drawingml/2006/main">
              <a:ext uri="{FF2B5EF4-FFF2-40B4-BE49-F238E27FC236}">
                <a16:creationId xmlns:a16="http://schemas.microsoft.com/office/drawing/2014/main" id="{8EC2BC62-8499-46CC-B930-90F10B8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95800"/>
            <a:ext cx="2552700" cy="250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2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15A77991-41B5-4B63-B7B9-9E5E16DA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905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aa28a552746dc">
            <a:extLst>
              <a:ext uri="{96DAC541-7B7A-43D3-8B79-37D633B846F1}">
                <asvg:svgBlip xmlns:asvg="http://schemas.microsoft.com/office/drawing/2016/SVG/main" r:embed="R3eb35744a37546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81550" y="1981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ADE05119-0B5C-46A9-8C77-D20C421A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1905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f70cfa579445e">
            <a:extLst>
              <a:ext uri="{96DAC541-7B7A-43D3-8B79-37D633B846F1}">
                <asvg:svgBlip xmlns:asvg="http://schemas.microsoft.com/office/drawing/2016/SVG/main" r:embed="Rc21bfd1731d344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1981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4FDE1B69-EB6D-4C99-8FD1-FB76252A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4000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816e5b9e34589">
            <a:extLst>
              <a:ext uri="{96DAC541-7B7A-43D3-8B79-37D633B846F1}">
                <asvg:svgBlip xmlns:asvg="http://schemas.microsoft.com/office/drawing/2016/SVG/main" r:embed="R4df905d005bd43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81550" y="4076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C705492F-C6C5-4A3E-A65B-DB2FB6F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000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1ed12cb934676">
            <a:extLst>
              <a:ext uri="{96DAC541-7B7A-43D3-8B79-37D633B846F1}">
                <asvg:svgBlip xmlns:asvg="http://schemas.microsoft.com/office/drawing/2016/SVG/main" r:embed="R24d5522bf58e47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05800" y="40767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2026-09-08T06:16:39.2740000Z</dcterms:created>
  <dcterms:modified xsi:type="dcterms:W3CDTF">2026-09-08T06:16:39.2740000Z</dcterms:modified>
</coreProperties>
</file>