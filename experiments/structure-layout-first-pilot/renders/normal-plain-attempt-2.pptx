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24737e31ad44e0" /><Relationship Type="http://schemas.openxmlformats.org/officeDocument/2006/relationships/extended-properties" Target="/docProps/app.xml" Id="R1e72ef9e27594f87" /><Relationship Type="http://schemas.openxmlformats.org/officeDocument/2006/relationships/officeDocument" Target="/ppt/presentation.xml" Id="R3b12df47202943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0342f605b349fd"/>
  </p:sldMasterIdLst>
  <p:notesMasterIdLst>
    <p:notesMasterId xmlns:r="http://schemas.openxmlformats.org/officeDocument/2006/relationships" r:id="Rfd153e84bfb74f38"/>
  </p:notesMasterIdLst>
  <p:sldIdLst>
    <p:sldId xmlns:r="http://schemas.openxmlformats.org/officeDocument/2006/relationships" id="256" r:id="Rbc5eeecc7ef04c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e5054894be473b" /><Relationship Type="http://schemas.openxmlformats.org/officeDocument/2006/relationships/slideMaster" Target="/ppt/slideMasters/slideMaster1.xml" Id="R8a0342f605b349fd" /><Relationship Type="http://schemas.openxmlformats.org/officeDocument/2006/relationships/notesMaster" Target="/ppt/notesMasters/notesMaster1.xml" Id="Rfd153e84bfb74f38" /><Relationship Type="http://schemas.openxmlformats.org/officeDocument/2006/relationships/presProps" Target="/ppt/presProps.xml" Id="R90d0f729a5024b2d" /><Relationship Type="http://schemas.openxmlformats.org/officeDocument/2006/relationships/tableStyles" Target="/ppt/tableStyles.xml" Id="R248b3bab3e3c4a4a" /><Relationship Type="http://schemas.openxmlformats.org/officeDocument/2006/relationships/slide" Target="/ppt/slides/slide1.xml" Id="Rbc5eeecc7ef04c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37773881b042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9c3be11d5847e3" /><Relationship Type="http://schemas.openxmlformats.org/officeDocument/2006/relationships/notesMaster" Target="/ppt/notesMasters/notesMaster1.xml" Id="R9cb4a3239bd345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7d1f6fa8648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7dd5abe3724bf4" /><Relationship Type="http://schemas.openxmlformats.org/officeDocument/2006/relationships/slideLayout" Target="/ppt/slideLayouts/slideLayout1.xml" Id="R28ac8a8c985d4a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ac8a8c985d4a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ac4d5ff404eed" /><Relationship Type="http://schemas.openxmlformats.org/officeDocument/2006/relationships/image" Target="/ppt/media/image.png" Id="Rd6a3f72b05f3466f" /><Relationship Type="http://schemas.openxmlformats.org/officeDocument/2006/relationships/image" Target="/ppt/media/image.svg" Id="R90e39389b74a42c9" /><Relationship Type="http://schemas.openxmlformats.org/officeDocument/2006/relationships/image" Target="/ppt/media/image2.png" Id="Rf88f2dad481b40c4" /><Relationship Type="http://schemas.openxmlformats.org/officeDocument/2006/relationships/image" Target="/ppt/media/image2.svg" Id="R728b2dafbbd649a4" /><Relationship Type="http://schemas.openxmlformats.org/officeDocument/2006/relationships/image" Target="/ppt/media/image3.png" Id="R7c315f8c3508443c" /><Relationship Type="http://schemas.openxmlformats.org/officeDocument/2006/relationships/image" Target="/ppt/media/image3.svg" Id="Re050c0410fef4b07" /><Relationship Type="http://schemas.openxmlformats.org/officeDocument/2006/relationships/image" Target="/ppt/media/image4.png" Id="R951df76cdbe54d9b" /><Relationship Type="http://schemas.openxmlformats.org/officeDocument/2006/relationships/image" Target="/ppt/media/image4.svg" Id="R840b2cd3f3b34a53" /><Relationship Type="http://schemas.openxmlformats.org/officeDocument/2006/relationships/notesSlide" Target="/ppt/notesSlides/notesSlide1.xml" Id="R869ee196830848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paper">
            <a:extLst xmlns:a="http://schemas.openxmlformats.org/drawingml/2006/main">
              <a:ext uri="{FF2B5EF4-FFF2-40B4-BE49-F238E27FC236}">
                <a16:creationId xmlns:a16="http://schemas.microsoft.com/office/drawing/2014/main" id="{F6CEE9CF-CC69-405F-BE84-3C8B4ED1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E4793E2-8183-4FB2-9B8C-5F178427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3F83BDC-CF7C-4067-8B51-5F8EA93A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交接验收：从文件交付到工作接续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7F94153-2A8A-4D22-8B76-E7BC5370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9B7A7AD2-7526-4AE4-A154-B0512826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接手者能独立继续工作，才算交接完成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6965853D-A170-4696-A955-5923D6FD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发送文件只是交接动作，验收还要核对以下四项。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333C90-15A3-4D14-89B3-9113C698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plain-surface-1">
            <a:extLst xmlns:a="http://schemas.openxmlformats.org/drawingml/2006/main">
              <a:ext uri="{FF2B5EF4-FFF2-40B4-BE49-F238E27FC236}">
                <a16:creationId xmlns:a16="http://schemas.microsoft.com/office/drawing/2014/main" id="{E9DDB8BE-A072-4D34-B01E-7FBBF2D5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286000"/>
            <a:ext cx="5276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lain-surface-2">
            <a:extLst xmlns:a="http://schemas.openxmlformats.org/drawingml/2006/main">
              <a:ext uri="{FF2B5EF4-FFF2-40B4-BE49-F238E27FC236}">
                <a16:creationId xmlns:a16="http://schemas.microsoft.com/office/drawing/2014/main" id="{F4813E63-56C1-410F-83B9-E203F11C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286000"/>
            <a:ext cx="5276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lain-surface-3">
            <a:extLst xmlns:a="http://schemas.openxmlformats.org/drawingml/2006/main">
              <a:ext uri="{FF2B5EF4-FFF2-40B4-BE49-F238E27FC236}">
                <a16:creationId xmlns:a16="http://schemas.microsoft.com/office/drawing/2014/main" id="{BB38FEFB-C966-431E-A287-8FDEBFED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229100"/>
            <a:ext cx="5276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lain-surface-4">
            <a:extLst xmlns:a="http://schemas.openxmlformats.org/drawingml/2006/main">
              <a:ext uri="{FF2B5EF4-FFF2-40B4-BE49-F238E27FC236}">
                <a16:creationId xmlns:a16="http://schemas.microsoft.com/office/drawing/2014/main" id="{EBDA902A-D3F9-49BC-8CF8-88BB7A9B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229100"/>
            <a:ext cx="5276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FD542CF6-176E-4A78-866F-20F722D7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2860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13" name="note-body-0">
            <a:extLst xmlns:a="http://schemas.openxmlformats.org/drawingml/2006/main">
              <a:ext uri="{FF2B5EF4-FFF2-40B4-BE49-F238E27FC236}">
                <a16:creationId xmlns:a16="http://schemas.microsoft.com/office/drawing/2014/main" id="{DA6166DF-28D4-4AB8-9C02-FF4604B4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781300"/>
            <a:ext cx="4686300" cy="501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关键文件集中归档，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接手者能找到继续工作所需的资料。</a:t>
            </a:r>
          </a:p>
        </p:txBody>
      </p:sp>
      <p:sp>
        <p:nvSpPr>
          <p:cNvPr id="14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915EC53F-B5FF-4181-9184-125460D4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22860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15" name="note-body-1">
            <a:extLst xmlns:a="http://schemas.openxmlformats.org/drawingml/2006/main">
              <a:ext uri="{FF2B5EF4-FFF2-40B4-BE49-F238E27FC236}">
                <a16:creationId xmlns:a16="http://schemas.microsoft.com/office/drawing/2014/main" id="{AE4BDF68-A216-422C-855C-F2511E17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781300"/>
            <a:ext cx="4686300" cy="501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当前版本标记明确，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接手者能辨认应使用哪一份文件。</a:t>
            </a:r>
          </a:p>
        </p:txBody>
      </p:sp>
      <p:sp>
        <p:nvSpPr>
          <p:cNvPr id="16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950B98A7-73BB-4F21-B7F8-53BF1DA7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2291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17" name="note-body-2">
            <a:extLst xmlns:a="http://schemas.openxmlformats.org/drawingml/2006/main">
              <a:ext uri="{FF2B5EF4-FFF2-40B4-BE49-F238E27FC236}">
                <a16:creationId xmlns:a16="http://schemas.microsoft.com/office/drawing/2014/main" id="{2DAF2EDD-E580-4274-BA40-0F2FA792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724400"/>
            <a:ext cx="4686300" cy="501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后续负责人可查，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接手者能确认工作由谁继续负责。</a:t>
            </a:r>
          </a:p>
        </p:txBody>
      </p:sp>
      <p:sp>
        <p:nvSpPr>
          <p:cNvPr id="18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6EE9DBD2-AFD4-4C4F-9C2B-D9F49D1B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42291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19" name="note-body-3">
            <a:extLst xmlns:a="http://schemas.openxmlformats.org/drawingml/2006/main">
              <a:ext uri="{FF2B5EF4-FFF2-40B4-BE49-F238E27FC236}">
                <a16:creationId xmlns:a16="http://schemas.microsoft.com/office/drawing/2014/main" id="{2D2E1896-17D2-4852-86C9-99184370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724400"/>
            <a:ext cx="4686300" cy="501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特殊处理附上依据，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接手者能理解例外情况及其处理理由。</a:t>
            </a:r>
          </a:p>
        </p:txBody>
      </p:sp>
      <p:sp>
        <p:nvSpPr>
          <p:cNvPr id="20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9BC2A239-0F1A-4678-A2C6-AE4669FA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286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3f72b05f3466f">
            <a:extLst>
              <a:ext uri="{96DAC541-7B7A-43D3-8B79-37D633B846F1}">
                <asvg:svgBlip xmlns:asvg="http://schemas.microsoft.com/office/drawing/2016/SVG/main" r:embed="R90e39389b74a42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" y="2362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2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EBC22487-475C-4FA8-B51F-6D0E0E9C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286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f2dad481b40c4">
            <a:extLst>
              <a:ext uri="{96DAC541-7B7A-43D3-8B79-37D633B846F1}">
                <asvg:svgBlip xmlns:asvg="http://schemas.microsoft.com/office/drawing/2016/SVG/main" r:embed="R728b2dafbbd649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96050" y="2362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0829192D-ED02-41C6-870C-08CD60E6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2291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15f8c3508443c">
            <a:extLst>
              <a:ext uri="{96DAC541-7B7A-43D3-8B79-37D633B846F1}">
                <asvg:svgBlip xmlns:asvg="http://schemas.microsoft.com/office/drawing/2016/SVG/main" r:embed="Re050c0410fef4b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" y="43053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D0731440-D0AC-4900-8C28-6D404009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2291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df76cdbe54d9b">
            <a:extLst>
              <a:ext uri="{96DAC541-7B7A-43D3-8B79-37D633B846F1}">
                <asvg:svgBlip xmlns:asvg="http://schemas.microsoft.com/office/drawing/2016/SVG/main" r:embed="R840b2cd3f3b34a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96050" y="430530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430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2026-09-08T06:16:43.2370000Z</dcterms:created>
  <dcterms:modified xsi:type="dcterms:W3CDTF">2026-09-08T06:16:43.2370000Z</dcterms:modified>
</coreProperties>
</file>