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fd09c4daa436b" /><Relationship Type="http://schemas.openxmlformats.org/officeDocument/2006/relationships/extended-properties" Target="/docProps/app.xml" Id="R2c34d0d1cd804f0d" /><Relationship Type="http://schemas.openxmlformats.org/officeDocument/2006/relationships/officeDocument" Target="/ppt/presentation.xml" Id="Rd6cf3734c342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41cdf835f945db"/>
  </p:sldMasterIdLst>
  <p:notesMasterIdLst>
    <p:notesMasterId xmlns:r="http://schemas.openxmlformats.org/officeDocument/2006/relationships" r:id="R47054c13435846c4"/>
  </p:notesMasterIdLst>
  <p:sldIdLst>
    <p:sldId xmlns:r="http://schemas.openxmlformats.org/officeDocument/2006/relationships" id="256" r:id="Rb002cfce537143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4aa38719343ba" /><Relationship Type="http://schemas.openxmlformats.org/officeDocument/2006/relationships/slideMaster" Target="/ppt/slideMasters/slideMaster1.xml" Id="Rdd41cdf835f945db" /><Relationship Type="http://schemas.openxmlformats.org/officeDocument/2006/relationships/notesMaster" Target="/ppt/notesMasters/notesMaster1.xml" Id="R47054c13435846c4" /><Relationship Type="http://schemas.openxmlformats.org/officeDocument/2006/relationships/presProps" Target="/ppt/presProps.xml" Id="R20d724dd254f4b07" /><Relationship Type="http://schemas.openxmlformats.org/officeDocument/2006/relationships/tableStyles" Target="/ppt/tableStyles.xml" Id="R2f1650c6a0e8428e" /><Relationship Type="http://schemas.openxmlformats.org/officeDocument/2006/relationships/slide" Target="/ppt/slides/slide1.xml" Id="Rb002cfce5371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7d36a962d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68e5c73f7d4e47" /><Relationship Type="http://schemas.openxmlformats.org/officeDocument/2006/relationships/notesMaster" Target="/ppt/notesMasters/notesMaster1.xml" Id="R54516df675a2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283307b13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8ba34fc874585" /><Relationship Type="http://schemas.openxmlformats.org/officeDocument/2006/relationships/slideLayout" Target="/ppt/slideLayouts/slideLayout1.xml" Id="R8f619aed73ce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19aed73ce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82e1739064527" /><Relationship Type="http://schemas.openxmlformats.org/officeDocument/2006/relationships/image" Target="/ppt/media/image.png" Id="Rb3840c91a68a4f24" /><Relationship Type="http://schemas.openxmlformats.org/officeDocument/2006/relationships/image" Target="/ppt/media/image.svg" Id="Rb9c85c84ca014c13" /><Relationship Type="http://schemas.openxmlformats.org/officeDocument/2006/relationships/image" Target="/ppt/media/image2.png" Id="Re025aa6dcf354193" /><Relationship Type="http://schemas.openxmlformats.org/officeDocument/2006/relationships/image" Target="/ppt/media/image2.svg" Id="Rf1ca6e55303a40b1" /><Relationship Type="http://schemas.openxmlformats.org/officeDocument/2006/relationships/image" Target="/ppt/media/image3.png" Id="R7d4e8e3392b3409c" /><Relationship Type="http://schemas.openxmlformats.org/officeDocument/2006/relationships/image" Target="/ppt/media/image3.svg" Id="Raab0604101444308" /><Relationship Type="http://schemas.openxmlformats.org/officeDocument/2006/relationships/image" Target="/ppt/media/image4.png" Id="Rf7d4be94f5a042ec" /><Relationship Type="http://schemas.openxmlformats.org/officeDocument/2006/relationships/image" Target="/ppt/media/image4.svg" Id="R3a0458d7425449bb" /><Relationship Type="http://schemas.openxmlformats.org/officeDocument/2006/relationships/notesSlide" Target="/ppt/notesSlides/notesSlide1.xml" Id="R10178039a7fc4e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5476F5CE-9E38-41B9-85EC-7CD51764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D027C25E-C86A-48A3-8DC5-E6F451D5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6AFD39B-EFE9-47A1-8E48-8A8BFD6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2B460CE-C048-4AB3-8C89-38A6EB7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2B022236-E999-4194-988D-99C2A50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BCE80600-1284-4F2B-904D-94B76324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以工作能否接续，判断交接是否完成。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2953DB-0955-4F54-837F-F992751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plain-surface-1">
            <a:extLst xmlns:a="http://schemas.openxmlformats.org/drawingml/2006/main">
              <a:ext uri="{FF2B5EF4-FFF2-40B4-BE49-F238E27FC236}">
                <a16:creationId xmlns:a16="http://schemas.microsoft.com/office/drawing/2014/main" id="{F62325B1-F6B9-4EFA-A05D-A4565C51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ain-surface-2">
            <a:extLst xmlns:a="http://schemas.openxmlformats.org/drawingml/2006/main">
              <a:ext uri="{FF2B5EF4-FFF2-40B4-BE49-F238E27FC236}">
                <a16:creationId xmlns:a16="http://schemas.microsoft.com/office/drawing/2014/main" id="{B34332DD-1BA4-4DF5-B1B5-8009BA0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lain-surface-3">
            <a:extLst xmlns:a="http://schemas.openxmlformats.org/drawingml/2006/main">
              <a:ext uri="{FF2B5EF4-FFF2-40B4-BE49-F238E27FC236}">
                <a16:creationId xmlns:a16="http://schemas.microsoft.com/office/drawing/2014/main" id="{16C094D7-0BCF-4EB6-AF4E-7AD4553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ain-surface-4">
            <a:extLst xmlns:a="http://schemas.openxmlformats.org/drawingml/2006/main">
              <a:ext uri="{FF2B5EF4-FFF2-40B4-BE49-F238E27FC236}">
                <a16:creationId xmlns:a16="http://schemas.microsoft.com/office/drawing/2014/main" id="{4547DF48-99D6-40EA-BDF9-920074B2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4CDEAED2-8E7F-4CBF-85FF-CFFC15F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1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22592654-D6FC-4377-9C11-AB5CCE04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1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162DF5B-3DB8-4463-B39C-A075B943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1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596489B-955F-4592-8A08-52910E51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1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31E620BA-0CBB-4BF4-BCD4-C40B3979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1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E347FCC-D36D-4648-8A7B-CC012A0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1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933558A7-DDCF-423A-89B7-CDDE715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1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1E2EEFF5-BE2F-49FF-98C0-B910402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2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CA3C4792-231C-4922-AD56-C6678CC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40c91a68a4f24">
            <a:extLst>
              <a:ext uri="{96DAC541-7B7A-43D3-8B79-37D633B846F1}">
                <asvg:svgBlip xmlns:asvg="http://schemas.microsoft.com/office/drawing/2016/SVG/main" r:embed="Rb9c85c84ca01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971FA7ED-8AD0-4E20-95DC-394200E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5aa6dcf354193">
            <a:extLst>
              <a:ext uri="{96DAC541-7B7A-43D3-8B79-37D633B846F1}">
                <asvg:svgBlip xmlns:asvg="http://schemas.microsoft.com/office/drawing/2016/SVG/main" r:embed="Rf1ca6e55303a40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5505A52-D88A-4B71-8C37-9A07141F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e8e3392b3409c">
            <a:extLst>
              <a:ext uri="{96DAC541-7B7A-43D3-8B79-37D633B846F1}">
                <asvg:svgBlip xmlns:asvg="http://schemas.microsoft.com/office/drawing/2016/SVG/main" r:embed="Raab06041014443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4076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66807273-5C35-4BED-B767-08D9329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4be94f5a042ec">
            <a:extLst>
              <a:ext uri="{96DAC541-7B7A-43D3-8B79-37D633B846F1}">
                <asvg:svgBlip xmlns:asvg="http://schemas.microsoft.com/office/drawing/2016/SVG/main" r:embed="R3a0458d7425449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0767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6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2026-09-08T06:16:34.1610000Z</dcterms:created>
  <dcterms:modified xsi:type="dcterms:W3CDTF">2026-09-08T06:16:34.1610000Z</dcterms:modified>
</coreProperties>
</file>