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6f3789dbef45e4" /><Relationship Type="http://schemas.openxmlformats.org/officeDocument/2006/relationships/extended-properties" Target="/docProps/app.xml" Id="Rf63b7eca938646e8" /><Relationship Type="http://schemas.openxmlformats.org/officeDocument/2006/relationships/officeDocument" Target="/ppt/presentation.xml" Id="R7cc9f4ca2f1346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09b409d0eb4220"/>
  </p:sldMasterIdLst>
  <p:notesMasterIdLst>
    <p:notesMasterId xmlns:r="http://schemas.openxmlformats.org/officeDocument/2006/relationships" r:id="Refe432e358b34195"/>
  </p:notesMasterIdLst>
  <p:sldIdLst>
    <p:sldId xmlns:r="http://schemas.openxmlformats.org/officeDocument/2006/relationships" id="256" r:id="R58e23d33265f4a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49bf1de04d44e5" /><Relationship Type="http://schemas.openxmlformats.org/officeDocument/2006/relationships/slideMaster" Target="/ppt/slideMasters/slideMaster1.xml" Id="R6109b409d0eb4220" /><Relationship Type="http://schemas.openxmlformats.org/officeDocument/2006/relationships/notesMaster" Target="/ppt/notesMasters/notesMaster1.xml" Id="Refe432e358b34195" /><Relationship Type="http://schemas.openxmlformats.org/officeDocument/2006/relationships/presProps" Target="/ppt/presProps.xml" Id="Rccb59cf4905b495b" /><Relationship Type="http://schemas.openxmlformats.org/officeDocument/2006/relationships/tableStyles" Target="/ppt/tableStyles.xml" Id="R8b57d2ab0bf944dd" /><Relationship Type="http://schemas.openxmlformats.org/officeDocument/2006/relationships/slide" Target="/ppt/slides/slide1.xml" Id="R58e23d33265f4a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852407a922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726083caec4f42" /><Relationship Type="http://schemas.openxmlformats.org/officeDocument/2006/relationships/notesMaster" Target="/ppt/notesMasters/notesMaster1.xml" Id="R4fcff3b8617644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26377829f4e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a4ee83932e469f" /><Relationship Type="http://schemas.openxmlformats.org/officeDocument/2006/relationships/slideLayout" Target="/ppt/slideLayouts/slideLayout1.xml" Id="R6bcdeb5a06dd47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cdeb5a06dd47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66e8236d84420" /><Relationship Type="http://schemas.openxmlformats.org/officeDocument/2006/relationships/image" Target="/ppt/media/image.png" Id="R98a3826f5d584b5d" /><Relationship Type="http://schemas.openxmlformats.org/officeDocument/2006/relationships/image" Target="/ppt/media/image.svg" Id="R7a06d01436c2426f" /><Relationship Type="http://schemas.openxmlformats.org/officeDocument/2006/relationships/image" Target="/ppt/media/image2.png" Id="Rfbd9d36c5eb04fe2" /><Relationship Type="http://schemas.openxmlformats.org/officeDocument/2006/relationships/image" Target="/ppt/media/image2.svg" Id="R3c1ebd2e9e51458c" /><Relationship Type="http://schemas.openxmlformats.org/officeDocument/2006/relationships/image" Target="/ppt/media/image3.png" Id="R170516d0fee641f0" /><Relationship Type="http://schemas.openxmlformats.org/officeDocument/2006/relationships/image" Target="/ppt/media/image3.svg" Id="R5a8c40be89ba4f5a" /><Relationship Type="http://schemas.openxmlformats.org/officeDocument/2006/relationships/image" Target="/ppt/media/image4.png" Id="R54d8eb20eb1a4ab1" /><Relationship Type="http://schemas.openxmlformats.org/officeDocument/2006/relationships/image" Target="/ppt/media/image4.svg" Id="R2c98122bf1694fc5" /><Relationship Type="http://schemas.openxmlformats.org/officeDocument/2006/relationships/notesSlide" Target="/ppt/notesSlides/notesSlide1.xml" Id="Rd75e1bad937542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paper">
            <a:extLst xmlns:a="http://schemas.openxmlformats.org/drawingml/2006/main">
              <a:ext uri="{FF2B5EF4-FFF2-40B4-BE49-F238E27FC236}">
                <a16:creationId xmlns:a16="http://schemas.microsoft.com/office/drawing/2014/main" id="{3081869C-98B5-4E73-BCE7-84A2B42F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1BD266FD-7F55-4CFD-88AA-B7AAD600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34599FE-EB1E-433F-9A85-49099724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交接验收的四项条件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E9F4BF9-8B09-41FA-BEF7-882086C8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77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9DEF7868-D82C-4138-A4E7-51AB6E54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接手者能独立继续工作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40CA0E26-3388-4281-9532-17D27A1A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以工作能否接续，判断交接是否完成。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发送文件只是交接动作。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561B9B-A27E-4B2D-BA5A-A89F0340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469C7DDD-6B53-45A0-AE23-E0993A2A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764" y="2981325"/>
            <a:ext cx="3143374" cy="506492"/>
          </a:xfrm>
          <a:custGeom xmlns:a="http://schemas.openxmlformats.org/drawingml/2006/main">
            <a:pathLst>
              <a:path w="3143374" h="506492">
                <a:moveTo>
                  <a:pt x="3142736" y="0"/>
                </a:moveTo>
                <a:lnTo>
                  <a:pt x="3143374" y="28813"/>
                </a:lnTo>
                <a:lnTo>
                  <a:pt x="3141888" y="57607"/>
                </a:lnTo>
                <a:lnTo>
                  <a:pt x="3138649" y="86249"/>
                </a:lnTo>
                <a:lnTo>
                  <a:pt x="3133754" y="114662"/>
                </a:lnTo>
                <a:lnTo>
                  <a:pt x="3127210" y="142732"/>
                </a:lnTo>
                <a:lnTo>
                  <a:pt x="3119009" y="170374"/>
                </a:lnTo>
                <a:lnTo>
                  <a:pt x="3109141" y="197453"/>
                </a:lnTo>
                <a:lnTo>
                  <a:pt x="3097587" y="223866"/>
                </a:lnTo>
                <a:lnTo>
                  <a:pt x="3084347" y="249469"/>
                </a:lnTo>
                <a:lnTo>
                  <a:pt x="3069450" y="274149"/>
                </a:lnTo>
                <a:lnTo>
                  <a:pt x="3052915" y="297761"/>
                </a:lnTo>
                <a:lnTo>
                  <a:pt x="3034817" y="320202"/>
                </a:lnTo>
                <a:lnTo>
                  <a:pt x="3015244" y="341366"/>
                </a:lnTo>
                <a:lnTo>
                  <a:pt x="2994289" y="361159"/>
                </a:lnTo>
                <a:lnTo>
                  <a:pt x="2972086" y="379552"/>
                </a:lnTo>
                <a:lnTo>
                  <a:pt x="2948759" y="396488"/>
                </a:lnTo>
                <a:lnTo>
                  <a:pt x="2924442" y="411975"/>
                </a:lnTo>
                <a:lnTo>
                  <a:pt x="2899277" y="426025"/>
                </a:lnTo>
                <a:lnTo>
                  <a:pt x="2873369" y="438664"/>
                </a:lnTo>
                <a:lnTo>
                  <a:pt x="2846842" y="449961"/>
                </a:lnTo>
                <a:lnTo>
                  <a:pt x="2819800" y="459953"/>
                </a:lnTo>
                <a:lnTo>
                  <a:pt x="2792330" y="468716"/>
                </a:lnTo>
                <a:lnTo>
                  <a:pt x="2764526" y="476317"/>
                </a:lnTo>
                <a:lnTo>
                  <a:pt x="2736437" y="482822"/>
                </a:lnTo>
                <a:lnTo>
                  <a:pt x="2708129" y="488299"/>
                </a:lnTo>
                <a:lnTo>
                  <a:pt x="2679659" y="492814"/>
                </a:lnTo>
                <a:lnTo>
                  <a:pt x="2651055" y="496424"/>
                </a:lnTo>
                <a:lnTo>
                  <a:pt x="2622356" y="499196"/>
                </a:lnTo>
                <a:lnTo>
                  <a:pt x="2593591" y="501177"/>
                </a:lnTo>
                <a:lnTo>
                  <a:pt x="2564768" y="501920"/>
                </a:lnTo>
                <a:lnTo>
                  <a:pt x="2535936" y="502349"/>
                </a:lnTo>
                <a:lnTo>
                  <a:pt x="2507113" y="502682"/>
                </a:lnTo>
                <a:lnTo>
                  <a:pt x="2478281" y="502958"/>
                </a:lnTo>
                <a:lnTo>
                  <a:pt x="2449449" y="503206"/>
                </a:lnTo>
                <a:lnTo>
                  <a:pt x="2420617" y="503434"/>
                </a:lnTo>
                <a:lnTo>
                  <a:pt x="2391785" y="503634"/>
                </a:lnTo>
                <a:lnTo>
                  <a:pt x="2362952" y="503815"/>
                </a:lnTo>
                <a:lnTo>
                  <a:pt x="2334120" y="503987"/>
                </a:lnTo>
                <a:lnTo>
                  <a:pt x="2305288" y="504139"/>
                </a:lnTo>
                <a:lnTo>
                  <a:pt x="2276456" y="504301"/>
                </a:lnTo>
                <a:lnTo>
                  <a:pt x="2247624" y="504434"/>
                </a:lnTo>
                <a:lnTo>
                  <a:pt x="2218792" y="504568"/>
                </a:lnTo>
                <a:lnTo>
                  <a:pt x="2189959" y="504701"/>
                </a:lnTo>
                <a:lnTo>
                  <a:pt x="2161127" y="504815"/>
                </a:lnTo>
                <a:lnTo>
                  <a:pt x="2132295" y="504930"/>
                </a:lnTo>
                <a:lnTo>
                  <a:pt x="2103463" y="505044"/>
                </a:lnTo>
                <a:lnTo>
                  <a:pt x="2074640" y="505139"/>
                </a:lnTo>
                <a:lnTo>
                  <a:pt x="2045808" y="505235"/>
                </a:lnTo>
                <a:lnTo>
                  <a:pt x="2016976" y="505330"/>
                </a:lnTo>
                <a:lnTo>
                  <a:pt x="1988144" y="505425"/>
                </a:lnTo>
                <a:lnTo>
                  <a:pt x="1959312" y="505501"/>
                </a:lnTo>
                <a:lnTo>
                  <a:pt x="1930479" y="505587"/>
                </a:lnTo>
                <a:lnTo>
                  <a:pt x="1901647" y="505663"/>
                </a:lnTo>
                <a:lnTo>
                  <a:pt x="1872815" y="505739"/>
                </a:lnTo>
                <a:lnTo>
                  <a:pt x="1843983" y="505806"/>
                </a:lnTo>
                <a:lnTo>
                  <a:pt x="1815151" y="505873"/>
                </a:lnTo>
                <a:lnTo>
                  <a:pt x="1786319" y="505939"/>
                </a:lnTo>
                <a:lnTo>
                  <a:pt x="1757486" y="505987"/>
                </a:lnTo>
                <a:lnTo>
                  <a:pt x="1728654" y="506044"/>
                </a:lnTo>
                <a:lnTo>
                  <a:pt x="1699822" y="506101"/>
                </a:lnTo>
                <a:lnTo>
                  <a:pt x="1670990" y="506149"/>
                </a:lnTo>
                <a:lnTo>
                  <a:pt x="1642158" y="506197"/>
                </a:lnTo>
                <a:lnTo>
                  <a:pt x="1613325" y="506235"/>
                </a:lnTo>
                <a:lnTo>
                  <a:pt x="1584493" y="506273"/>
                </a:lnTo>
                <a:lnTo>
                  <a:pt x="1555661" y="506311"/>
                </a:lnTo>
                <a:lnTo>
                  <a:pt x="1526829" y="506339"/>
                </a:lnTo>
                <a:lnTo>
                  <a:pt x="1497997" y="506368"/>
                </a:lnTo>
                <a:lnTo>
                  <a:pt x="1469165" y="506406"/>
                </a:lnTo>
                <a:lnTo>
                  <a:pt x="1440332" y="506425"/>
                </a:lnTo>
                <a:lnTo>
                  <a:pt x="1411500" y="506444"/>
                </a:lnTo>
                <a:lnTo>
                  <a:pt x="1382668" y="506463"/>
                </a:lnTo>
                <a:lnTo>
                  <a:pt x="1353836" y="506482"/>
                </a:lnTo>
                <a:lnTo>
                  <a:pt x="1325004" y="506492"/>
                </a:lnTo>
                <a:lnTo>
                  <a:pt x="1296172" y="506492"/>
                </a:lnTo>
                <a:lnTo>
                  <a:pt x="1267339" y="506492"/>
                </a:lnTo>
                <a:lnTo>
                  <a:pt x="1238507" y="506482"/>
                </a:lnTo>
                <a:lnTo>
                  <a:pt x="1209675" y="506482"/>
                </a:lnTo>
                <a:lnTo>
                  <a:pt x="1180843" y="506482"/>
                </a:lnTo>
                <a:lnTo>
                  <a:pt x="1152011" y="506482"/>
                </a:lnTo>
                <a:lnTo>
                  <a:pt x="1123178" y="506482"/>
                </a:lnTo>
                <a:lnTo>
                  <a:pt x="1094346" y="506473"/>
                </a:lnTo>
                <a:lnTo>
                  <a:pt x="1065514" y="506444"/>
                </a:lnTo>
                <a:lnTo>
                  <a:pt x="1036682" y="506425"/>
                </a:lnTo>
                <a:lnTo>
                  <a:pt x="1007850" y="506406"/>
                </a:lnTo>
                <a:lnTo>
                  <a:pt x="979018" y="506378"/>
                </a:lnTo>
                <a:lnTo>
                  <a:pt x="950185" y="506339"/>
                </a:lnTo>
                <a:lnTo>
                  <a:pt x="921353" y="506301"/>
                </a:lnTo>
                <a:lnTo>
                  <a:pt x="892521" y="506263"/>
                </a:lnTo>
                <a:lnTo>
                  <a:pt x="863689" y="506216"/>
                </a:lnTo>
                <a:lnTo>
                  <a:pt x="834857" y="506159"/>
                </a:lnTo>
                <a:lnTo>
                  <a:pt x="806025" y="506111"/>
                </a:lnTo>
                <a:lnTo>
                  <a:pt x="777192" y="506054"/>
                </a:lnTo>
                <a:lnTo>
                  <a:pt x="748360" y="505987"/>
                </a:lnTo>
                <a:lnTo>
                  <a:pt x="719528" y="505911"/>
                </a:lnTo>
                <a:lnTo>
                  <a:pt x="690696" y="505835"/>
                </a:lnTo>
                <a:lnTo>
                  <a:pt x="661864" y="505758"/>
                </a:lnTo>
                <a:lnTo>
                  <a:pt x="633031" y="505663"/>
                </a:lnTo>
                <a:lnTo>
                  <a:pt x="604199" y="505568"/>
                </a:lnTo>
                <a:lnTo>
                  <a:pt x="575367" y="505473"/>
                </a:lnTo>
                <a:lnTo>
                  <a:pt x="546535" y="505358"/>
                </a:lnTo>
                <a:lnTo>
                  <a:pt x="517703" y="505235"/>
                </a:lnTo>
                <a:lnTo>
                  <a:pt x="488871" y="505111"/>
                </a:lnTo>
                <a:lnTo>
                  <a:pt x="460038" y="504977"/>
                </a:lnTo>
                <a:lnTo>
                  <a:pt x="431206" y="504825"/>
                </a:lnTo>
                <a:lnTo>
                  <a:pt x="402374" y="504673"/>
                </a:lnTo>
                <a:lnTo>
                  <a:pt x="373542" y="504511"/>
                </a:lnTo>
                <a:lnTo>
                  <a:pt x="344710" y="504330"/>
                </a:lnTo>
                <a:lnTo>
                  <a:pt x="315878" y="504130"/>
                </a:lnTo>
                <a:lnTo>
                  <a:pt x="287045" y="503920"/>
                </a:lnTo>
                <a:lnTo>
                  <a:pt x="258223" y="503682"/>
                </a:lnTo>
                <a:lnTo>
                  <a:pt x="229391" y="503425"/>
                </a:lnTo>
                <a:lnTo>
                  <a:pt x="200558" y="503139"/>
                </a:lnTo>
                <a:lnTo>
                  <a:pt x="171726" y="502815"/>
                </a:lnTo>
                <a:lnTo>
                  <a:pt x="142894" y="502453"/>
                </a:lnTo>
                <a:lnTo>
                  <a:pt x="114071" y="502044"/>
                </a:lnTo>
                <a:lnTo>
                  <a:pt x="85239" y="501558"/>
                </a:lnTo>
                <a:lnTo>
                  <a:pt x="56417" y="500939"/>
                </a:lnTo>
                <a:lnTo>
                  <a:pt x="27594" y="500110"/>
                </a:lnTo>
                <a:lnTo>
                  <a:pt x="6610" y="491080"/>
                </a:lnTo>
                <a:lnTo>
                  <a:pt x="5877" y="462258"/>
                </a:lnTo>
                <a:lnTo>
                  <a:pt x="5144" y="433435"/>
                </a:lnTo>
                <a:lnTo>
                  <a:pt x="4410" y="404612"/>
                </a:lnTo>
                <a:lnTo>
                  <a:pt x="3677" y="375790"/>
                </a:lnTo>
                <a:lnTo>
                  <a:pt x="2943" y="346967"/>
                </a:lnTo>
                <a:lnTo>
                  <a:pt x="2200" y="318145"/>
                </a:lnTo>
                <a:lnTo>
                  <a:pt x="1467" y="289322"/>
                </a:lnTo>
                <a:lnTo>
                  <a:pt x="733" y="260499"/>
                </a:lnTo>
                <a:lnTo>
                  <a:pt x="0" y="231677"/>
                </a:lnTo>
                <a:lnTo>
                  <a:pt x="8077" y="211084"/>
                </a:lnTo>
                <a:lnTo>
                  <a:pt x="36890" y="209941"/>
                </a:lnTo>
                <a:lnTo>
                  <a:pt x="65703" y="208940"/>
                </a:lnTo>
                <a:lnTo>
                  <a:pt x="94526" y="208064"/>
                </a:lnTo>
                <a:lnTo>
                  <a:pt x="123349" y="207312"/>
                </a:lnTo>
                <a:lnTo>
                  <a:pt x="152171" y="206673"/>
                </a:lnTo>
                <a:lnTo>
                  <a:pt x="180994" y="206140"/>
                </a:lnTo>
                <a:lnTo>
                  <a:pt x="209826" y="205702"/>
                </a:lnTo>
                <a:lnTo>
                  <a:pt x="238658" y="205359"/>
                </a:lnTo>
                <a:lnTo>
                  <a:pt x="267491" y="205102"/>
                </a:lnTo>
                <a:lnTo>
                  <a:pt x="296323" y="204921"/>
                </a:lnTo>
                <a:lnTo>
                  <a:pt x="325155" y="204826"/>
                </a:lnTo>
                <a:lnTo>
                  <a:pt x="353987" y="204788"/>
                </a:lnTo>
                <a:lnTo>
                  <a:pt x="382819" y="204816"/>
                </a:lnTo>
                <a:lnTo>
                  <a:pt x="411651" y="204911"/>
                </a:lnTo>
                <a:lnTo>
                  <a:pt x="440484" y="205054"/>
                </a:lnTo>
                <a:lnTo>
                  <a:pt x="469306" y="205264"/>
                </a:lnTo>
                <a:lnTo>
                  <a:pt x="498138" y="205521"/>
                </a:lnTo>
                <a:lnTo>
                  <a:pt x="526971" y="205826"/>
                </a:lnTo>
                <a:lnTo>
                  <a:pt x="555803" y="206178"/>
                </a:lnTo>
                <a:lnTo>
                  <a:pt x="584635" y="206569"/>
                </a:lnTo>
                <a:lnTo>
                  <a:pt x="613458" y="207007"/>
                </a:lnTo>
                <a:lnTo>
                  <a:pt x="642290" y="207483"/>
                </a:lnTo>
                <a:lnTo>
                  <a:pt x="671112" y="207988"/>
                </a:lnTo>
                <a:lnTo>
                  <a:pt x="699945" y="208531"/>
                </a:lnTo>
                <a:lnTo>
                  <a:pt x="728767" y="209112"/>
                </a:lnTo>
                <a:lnTo>
                  <a:pt x="757599" y="209721"/>
                </a:lnTo>
                <a:lnTo>
                  <a:pt x="786422" y="210350"/>
                </a:lnTo>
                <a:lnTo>
                  <a:pt x="815245" y="211026"/>
                </a:lnTo>
                <a:lnTo>
                  <a:pt x="844067" y="211703"/>
                </a:lnTo>
                <a:lnTo>
                  <a:pt x="872890" y="212417"/>
                </a:lnTo>
                <a:lnTo>
                  <a:pt x="901713" y="213141"/>
                </a:lnTo>
                <a:lnTo>
                  <a:pt x="930535" y="213893"/>
                </a:lnTo>
                <a:lnTo>
                  <a:pt x="959358" y="214655"/>
                </a:lnTo>
                <a:lnTo>
                  <a:pt x="988181" y="215446"/>
                </a:lnTo>
                <a:lnTo>
                  <a:pt x="1017003" y="216246"/>
                </a:lnTo>
                <a:lnTo>
                  <a:pt x="1045826" y="217056"/>
                </a:lnTo>
                <a:lnTo>
                  <a:pt x="1074639" y="217884"/>
                </a:lnTo>
                <a:lnTo>
                  <a:pt x="1103462" y="218732"/>
                </a:lnTo>
                <a:lnTo>
                  <a:pt x="1132284" y="219580"/>
                </a:lnTo>
                <a:lnTo>
                  <a:pt x="1161107" y="220437"/>
                </a:lnTo>
                <a:lnTo>
                  <a:pt x="1189920" y="221294"/>
                </a:lnTo>
                <a:lnTo>
                  <a:pt x="1218743" y="222161"/>
                </a:lnTo>
                <a:lnTo>
                  <a:pt x="1247556" y="223028"/>
                </a:lnTo>
                <a:lnTo>
                  <a:pt x="1276379" y="223904"/>
                </a:lnTo>
                <a:lnTo>
                  <a:pt x="1305201" y="224780"/>
                </a:lnTo>
                <a:lnTo>
                  <a:pt x="1334014" y="225657"/>
                </a:lnTo>
                <a:lnTo>
                  <a:pt x="1362837" y="226533"/>
                </a:lnTo>
                <a:lnTo>
                  <a:pt x="1391650" y="227409"/>
                </a:lnTo>
                <a:lnTo>
                  <a:pt x="1420473" y="228286"/>
                </a:lnTo>
                <a:lnTo>
                  <a:pt x="1449295" y="229152"/>
                </a:lnTo>
                <a:lnTo>
                  <a:pt x="1478109" y="230010"/>
                </a:lnTo>
                <a:lnTo>
                  <a:pt x="1506931" y="230867"/>
                </a:lnTo>
                <a:lnTo>
                  <a:pt x="1535754" y="231715"/>
                </a:lnTo>
                <a:lnTo>
                  <a:pt x="1564567" y="232543"/>
                </a:lnTo>
                <a:lnTo>
                  <a:pt x="1593390" y="233363"/>
                </a:lnTo>
                <a:lnTo>
                  <a:pt x="1622212" y="234172"/>
                </a:lnTo>
                <a:lnTo>
                  <a:pt x="1651035" y="234963"/>
                </a:lnTo>
                <a:lnTo>
                  <a:pt x="1679858" y="235734"/>
                </a:lnTo>
                <a:lnTo>
                  <a:pt x="1708680" y="236487"/>
                </a:lnTo>
                <a:lnTo>
                  <a:pt x="1737503" y="237230"/>
                </a:lnTo>
                <a:lnTo>
                  <a:pt x="1766326" y="237935"/>
                </a:lnTo>
                <a:lnTo>
                  <a:pt x="1795148" y="238620"/>
                </a:lnTo>
                <a:lnTo>
                  <a:pt x="1823971" y="239278"/>
                </a:lnTo>
                <a:lnTo>
                  <a:pt x="1852793" y="239906"/>
                </a:lnTo>
                <a:lnTo>
                  <a:pt x="1881626" y="240506"/>
                </a:lnTo>
                <a:lnTo>
                  <a:pt x="1910448" y="241059"/>
                </a:lnTo>
                <a:lnTo>
                  <a:pt x="1939280" y="241583"/>
                </a:lnTo>
                <a:lnTo>
                  <a:pt x="1968103" y="242068"/>
                </a:lnTo>
                <a:lnTo>
                  <a:pt x="1996935" y="242507"/>
                </a:lnTo>
                <a:lnTo>
                  <a:pt x="2025767" y="242907"/>
                </a:lnTo>
                <a:lnTo>
                  <a:pt x="2054590" y="243240"/>
                </a:lnTo>
                <a:lnTo>
                  <a:pt x="2083422" y="243526"/>
                </a:lnTo>
                <a:lnTo>
                  <a:pt x="2112254" y="243754"/>
                </a:lnTo>
                <a:lnTo>
                  <a:pt x="2141087" y="243916"/>
                </a:lnTo>
                <a:lnTo>
                  <a:pt x="2169919" y="244011"/>
                </a:lnTo>
                <a:lnTo>
                  <a:pt x="2198751" y="244031"/>
                </a:lnTo>
                <a:lnTo>
                  <a:pt x="2227583" y="243964"/>
                </a:lnTo>
                <a:lnTo>
                  <a:pt x="2256415" y="243811"/>
                </a:lnTo>
                <a:lnTo>
                  <a:pt x="2285248" y="243564"/>
                </a:lnTo>
                <a:lnTo>
                  <a:pt x="2314080" y="243211"/>
                </a:lnTo>
                <a:lnTo>
                  <a:pt x="2342902" y="242735"/>
                </a:lnTo>
                <a:lnTo>
                  <a:pt x="2371735" y="242145"/>
                </a:lnTo>
                <a:lnTo>
                  <a:pt x="2400557" y="241402"/>
                </a:lnTo>
                <a:lnTo>
                  <a:pt x="2429370" y="240497"/>
                </a:lnTo>
                <a:lnTo>
                  <a:pt x="2458183" y="239430"/>
                </a:lnTo>
                <a:lnTo>
                  <a:pt x="2486987" y="238154"/>
                </a:lnTo>
                <a:lnTo>
                  <a:pt x="2515781" y="236658"/>
                </a:lnTo>
                <a:lnTo>
                  <a:pt x="2544556" y="234906"/>
                </a:lnTo>
                <a:lnTo>
                  <a:pt x="2573322" y="232858"/>
                </a:lnTo>
                <a:lnTo>
                  <a:pt x="2602049" y="230457"/>
                </a:lnTo>
                <a:lnTo>
                  <a:pt x="2630748" y="227657"/>
                </a:lnTo>
                <a:lnTo>
                  <a:pt x="2659390" y="224342"/>
                </a:lnTo>
                <a:lnTo>
                  <a:pt x="2687945" y="220409"/>
                </a:lnTo>
                <a:lnTo>
                  <a:pt x="2716387" y="215665"/>
                </a:lnTo>
                <a:lnTo>
                  <a:pt x="2744619" y="209845"/>
                </a:lnTo>
                <a:lnTo>
                  <a:pt x="2772489" y="202482"/>
                </a:lnTo>
                <a:lnTo>
                  <a:pt x="2799588" y="192681"/>
                </a:lnTo>
                <a:lnTo>
                  <a:pt x="2824544" y="178394"/>
                </a:lnTo>
                <a:lnTo>
                  <a:pt x="2840565" y="155162"/>
                </a:lnTo>
                <a:lnTo>
                  <a:pt x="2860615" y="141494"/>
                </a:lnTo>
                <a:lnTo>
                  <a:pt x="2888142" y="132902"/>
                </a:lnTo>
                <a:lnTo>
                  <a:pt x="2915307" y="123263"/>
                </a:lnTo>
                <a:lnTo>
                  <a:pt x="2942149" y="112728"/>
                </a:lnTo>
                <a:lnTo>
                  <a:pt x="2968628" y="101336"/>
                </a:lnTo>
                <a:lnTo>
                  <a:pt x="2994755" y="89144"/>
                </a:lnTo>
                <a:lnTo>
                  <a:pt x="3020501" y="76171"/>
                </a:lnTo>
                <a:lnTo>
                  <a:pt x="3045847" y="62436"/>
                </a:lnTo>
                <a:lnTo>
                  <a:pt x="3070774" y="47939"/>
                </a:lnTo>
                <a:lnTo>
                  <a:pt x="3095244" y="32699"/>
                </a:lnTo>
                <a:lnTo>
                  <a:pt x="3119247" y="16716"/>
                </a:lnTo>
                <a:lnTo>
                  <a:pt x="3142736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29D35514-3E73-49A4-A51E-5CB44686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905000"/>
            <a:ext cx="3143250" cy="1581150"/>
          </a:xfrm>
          <a:custGeom xmlns:a="http://schemas.openxmlformats.org/drawingml/2006/main">
            <a:pathLst>
              <a:path w="3143250" h="1581150">
                <a:moveTo>
                  <a:pt x="0" y="1581150"/>
                </a:moveTo>
                <a:lnTo>
                  <a:pt x="38110" y="1581150"/>
                </a:lnTo>
                <a:lnTo>
                  <a:pt x="76229" y="1581150"/>
                </a:lnTo>
                <a:lnTo>
                  <a:pt x="114338" y="1581150"/>
                </a:lnTo>
                <a:lnTo>
                  <a:pt x="152448" y="1581150"/>
                </a:lnTo>
                <a:lnTo>
                  <a:pt x="190557" y="1581150"/>
                </a:lnTo>
                <a:lnTo>
                  <a:pt x="228676" y="1581150"/>
                </a:lnTo>
                <a:lnTo>
                  <a:pt x="266786" y="1581150"/>
                </a:lnTo>
                <a:lnTo>
                  <a:pt x="304895" y="1581150"/>
                </a:lnTo>
                <a:lnTo>
                  <a:pt x="343014" y="1581150"/>
                </a:lnTo>
                <a:lnTo>
                  <a:pt x="381124" y="1581150"/>
                </a:lnTo>
                <a:lnTo>
                  <a:pt x="419233" y="1581150"/>
                </a:lnTo>
                <a:lnTo>
                  <a:pt x="457343" y="1581150"/>
                </a:lnTo>
                <a:lnTo>
                  <a:pt x="495462" y="1581150"/>
                </a:lnTo>
                <a:lnTo>
                  <a:pt x="533571" y="1581150"/>
                </a:lnTo>
                <a:lnTo>
                  <a:pt x="571681" y="1581150"/>
                </a:lnTo>
                <a:lnTo>
                  <a:pt x="609800" y="1581150"/>
                </a:lnTo>
                <a:lnTo>
                  <a:pt x="647910" y="1581150"/>
                </a:lnTo>
                <a:lnTo>
                  <a:pt x="686019" y="1581150"/>
                </a:lnTo>
                <a:lnTo>
                  <a:pt x="724138" y="1581150"/>
                </a:lnTo>
                <a:lnTo>
                  <a:pt x="762248" y="1581150"/>
                </a:lnTo>
                <a:lnTo>
                  <a:pt x="800357" y="1581150"/>
                </a:lnTo>
                <a:lnTo>
                  <a:pt x="838467" y="1581150"/>
                </a:lnTo>
                <a:lnTo>
                  <a:pt x="876586" y="1581150"/>
                </a:lnTo>
                <a:lnTo>
                  <a:pt x="914695" y="1581150"/>
                </a:lnTo>
                <a:lnTo>
                  <a:pt x="952805" y="1581150"/>
                </a:lnTo>
                <a:lnTo>
                  <a:pt x="990924" y="1581150"/>
                </a:lnTo>
                <a:lnTo>
                  <a:pt x="1029033" y="1581150"/>
                </a:lnTo>
                <a:lnTo>
                  <a:pt x="1067143" y="1581150"/>
                </a:lnTo>
                <a:lnTo>
                  <a:pt x="1105252" y="1581150"/>
                </a:lnTo>
                <a:lnTo>
                  <a:pt x="1143371" y="1581150"/>
                </a:lnTo>
                <a:lnTo>
                  <a:pt x="1181481" y="1581150"/>
                </a:lnTo>
                <a:lnTo>
                  <a:pt x="1219591" y="1581150"/>
                </a:lnTo>
                <a:lnTo>
                  <a:pt x="1257710" y="1581150"/>
                </a:lnTo>
                <a:lnTo>
                  <a:pt x="1295819" y="1581150"/>
                </a:lnTo>
                <a:lnTo>
                  <a:pt x="1333929" y="1581150"/>
                </a:lnTo>
                <a:lnTo>
                  <a:pt x="1372038" y="1581150"/>
                </a:lnTo>
                <a:lnTo>
                  <a:pt x="1410157" y="1581150"/>
                </a:lnTo>
                <a:lnTo>
                  <a:pt x="1448267" y="1581150"/>
                </a:lnTo>
                <a:lnTo>
                  <a:pt x="1486376" y="1581150"/>
                </a:lnTo>
                <a:lnTo>
                  <a:pt x="1524495" y="1581150"/>
                </a:lnTo>
                <a:lnTo>
                  <a:pt x="1562605" y="1581150"/>
                </a:lnTo>
                <a:lnTo>
                  <a:pt x="1600714" y="1581150"/>
                </a:lnTo>
                <a:lnTo>
                  <a:pt x="1638833" y="1581150"/>
                </a:lnTo>
                <a:lnTo>
                  <a:pt x="1676943" y="1581150"/>
                </a:lnTo>
                <a:lnTo>
                  <a:pt x="1715052" y="1581150"/>
                </a:lnTo>
                <a:lnTo>
                  <a:pt x="1753162" y="1581150"/>
                </a:lnTo>
                <a:lnTo>
                  <a:pt x="1791281" y="1581150"/>
                </a:lnTo>
                <a:lnTo>
                  <a:pt x="1829391" y="1581150"/>
                </a:lnTo>
                <a:lnTo>
                  <a:pt x="1867500" y="1581150"/>
                </a:lnTo>
                <a:lnTo>
                  <a:pt x="1905619" y="1581150"/>
                </a:lnTo>
                <a:lnTo>
                  <a:pt x="1943729" y="1581150"/>
                </a:lnTo>
                <a:lnTo>
                  <a:pt x="1981838" y="1581150"/>
                </a:lnTo>
                <a:lnTo>
                  <a:pt x="2019948" y="1581150"/>
                </a:lnTo>
                <a:lnTo>
                  <a:pt x="2058067" y="1581150"/>
                </a:lnTo>
                <a:lnTo>
                  <a:pt x="2096176" y="1581150"/>
                </a:lnTo>
                <a:lnTo>
                  <a:pt x="2134286" y="1581150"/>
                </a:lnTo>
                <a:lnTo>
                  <a:pt x="2172405" y="1581150"/>
                </a:lnTo>
                <a:lnTo>
                  <a:pt x="2210514" y="1581150"/>
                </a:lnTo>
                <a:lnTo>
                  <a:pt x="2248624" y="1581150"/>
                </a:lnTo>
                <a:lnTo>
                  <a:pt x="2286733" y="1581150"/>
                </a:lnTo>
                <a:lnTo>
                  <a:pt x="2324852" y="1581150"/>
                </a:lnTo>
                <a:lnTo>
                  <a:pt x="2362962" y="1581150"/>
                </a:lnTo>
                <a:lnTo>
                  <a:pt x="2400795" y="1577359"/>
                </a:lnTo>
                <a:lnTo>
                  <a:pt x="2438495" y="1571787"/>
                </a:lnTo>
                <a:lnTo>
                  <a:pt x="2476205" y="1566215"/>
                </a:lnTo>
                <a:lnTo>
                  <a:pt x="2513905" y="1560633"/>
                </a:lnTo>
                <a:lnTo>
                  <a:pt x="2551605" y="1555061"/>
                </a:lnTo>
                <a:lnTo>
                  <a:pt x="2589305" y="1549489"/>
                </a:lnTo>
                <a:lnTo>
                  <a:pt x="2627014" y="1543917"/>
                </a:lnTo>
                <a:lnTo>
                  <a:pt x="2663276" y="1535211"/>
                </a:lnTo>
                <a:lnTo>
                  <a:pt x="2692108" y="1510284"/>
                </a:lnTo>
                <a:lnTo>
                  <a:pt x="2720931" y="1485348"/>
                </a:lnTo>
                <a:lnTo>
                  <a:pt x="2749763" y="1460421"/>
                </a:lnTo>
                <a:lnTo>
                  <a:pt x="2778595" y="1435494"/>
                </a:lnTo>
                <a:lnTo>
                  <a:pt x="2807418" y="1410557"/>
                </a:lnTo>
                <a:lnTo>
                  <a:pt x="2836250" y="1385630"/>
                </a:lnTo>
                <a:lnTo>
                  <a:pt x="2865072" y="1360703"/>
                </a:lnTo>
                <a:lnTo>
                  <a:pt x="2893905" y="1335767"/>
                </a:lnTo>
                <a:lnTo>
                  <a:pt x="2922727" y="1310840"/>
                </a:lnTo>
                <a:lnTo>
                  <a:pt x="2951559" y="1285913"/>
                </a:lnTo>
                <a:lnTo>
                  <a:pt x="2980382" y="1260986"/>
                </a:lnTo>
                <a:lnTo>
                  <a:pt x="3009214" y="1236050"/>
                </a:lnTo>
                <a:lnTo>
                  <a:pt x="3038046" y="1211123"/>
                </a:lnTo>
                <a:lnTo>
                  <a:pt x="3066869" y="1186196"/>
                </a:lnTo>
                <a:lnTo>
                  <a:pt x="3095701" y="1161259"/>
                </a:lnTo>
                <a:lnTo>
                  <a:pt x="3124524" y="1136333"/>
                </a:lnTo>
                <a:lnTo>
                  <a:pt x="3143250" y="1106786"/>
                </a:lnTo>
                <a:lnTo>
                  <a:pt x="3143250" y="1068667"/>
                </a:lnTo>
                <a:lnTo>
                  <a:pt x="3143250" y="1030557"/>
                </a:lnTo>
                <a:lnTo>
                  <a:pt x="3143250" y="992448"/>
                </a:lnTo>
                <a:lnTo>
                  <a:pt x="3143250" y="954329"/>
                </a:lnTo>
                <a:lnTo>
                  <a:pt x="3143250" y="916219"/>
                </a:lnTo>
                <a:lnTo>
                  <a:pt x="3143250" y="878110"/>
                </a:lnTo>
                <a:lnTo>
                  <a:pt x="3143250" y="840000"/>
                </a:lnTo>
                <a:lnTo>
                  <a:pt x="3143250" y="801881"/>
                </a:lnTo>
                <a:lnTo>
                  <a:pt x="3143250" y="763772"/>
                </a:lnTo>
                <a:lnTo>
                  <a:pt x="3143250" y="725662"/>
                </a:lnTo>
                <a:lnTo>
                  <a:pt x="3143250" y="687543"/>
                </a:lnTo>
                <a:lnTo>
                  <a:pt x="3143250" y="649434"/>
                </a:lnTo>
                <a:lnTo>
                  <a:pt x="3143250" y="611324"/>
                </a:lnTo>
                <a:lnTo>
                  <a:pt x="3143250" y="573215"/>
                </a:lnTo>
                <a:lnTo>
                  <a:pt x="3143250" y="535095"/>
                </a:lnTo>
                <a:lnTo>
                  <a:pt x="3143250" y="496986"/>
                </a:lnTo>
                <a:lnTo>
                  <a:pt x="3143250" y="458876"/>
                </a:lnTo>
                <a:lnTo>
                  <a:pt x="3143250" y="420757"/>
                </a:lnTo>
                <a:lnTo>
                  <a:pt x="3143250" y="382648"/>
                </a:lnTo>
                <a:lnTo>
                  <a:pt x="3143250" y="344538"/>
                </a:lnTo>
                <a:lnTo>
                  <a:pt x="3143250" y="306429"/>
                </a:lnTo>
                <a:lnTo>
                  <a:pt x="3143250" y="268310"/>
                </a:lnTo>
                <a:lnTo>
                  <a:pt x="3143250" y="230200"/>
                </a:lnTo>
                <a:lnTo>
                  <a:pt x="3143250" y="192091"/>
                </a:lnTo>
                <a:lnTo>
                  <a:pt x="3143250" y="153972"/>
                </a:lnTo>
                <a:lnTo>
                  <a:pt x="3143250" y="115862"/>
                </a:lnTo>
                <a:lnTo>
                  <a:pt x="3143250" y="77753"/>
                </a:lnTo>
                <a:lnTo>
                  <a:pt x="3143250" y="39634"/>
                </a:lnTo>
                <a:lnTo>
                  <a:pt x="3143250" y="1524"/>
                </a:lnTo>
                <a:lnTo>
                  <a:pt x="3106664" y="0"/>
                </a:lnTo>
                <a:lnTo>
                  <a:pt x="3068555" y="0"/>
                </a:lnTo>
                <a:lnTo>
                  <a:pt x="3030436" y="0"/>
                </a:lnTo>
                <a:lnTo>
                  <a:pt x="2992326" y="0"/>
                </a:lnTo>
                <a:lnTo>
                  <a:pt x="2954217" y="0"/>
                </a:lnTo>
                <a:lnTo>
                  <a:pt x="2916098" y="0"/>
                </a:lnTo>
                <a:lnTo>
                  <a:pt x="2877988" y="0"/>
                </a:lnTo>
                <a:lnTo>
                  <a:pt x="2839879" y="0"/>
                </a:lnTo>
                <a:lnTo>
                  <a:pt x="2801760" y="0"/>
                </a:lnTo>
                <a:lnTo>
                  <a:pt x="2763650" y="0"/>
                </a:lnTo>
                <a:lnTo>
                  <a:pt x="2725541" y="0"/>
                </a:lnTo>
                <a:lnTo>
                  <a:pt x="2687431" y="0"/>
                </a:lnTo>
                <a:lnTo>
                  <a:pt x="2649312" y="0"/>
                </a:lnTo>
                <a:lnTo>
                  <a:pt x="2611203" y="0"/>
                </a:lnTo>
                <a:lnTo>
                  <a:pt x="2573093" y="0"/>
                </a:lnTo>
                <a:lnTo>
                  <a:pt x="2534974" y="0"/>
                </a:lnTo>
                <a:lnTo>
                  <a:pt x="2496864" y="0"/>
                </a:lnTo>
                <a:lnTo>
                  <a:pt x="2458755" y="0"/>
                </a:lnTo>
                <a:lnTo>
                  <a:pt x="2420645" y="0"/>
                </a:lnTo>
                <a:lnTo>
                  <a:pt x="2382526" y="0"/>
                </a:lnTo>
                <a:lnTo>
                  <a:pt x="2344417" y="0"/>
                </a:lnTo>
                <a:lnTo>
                  <a:pt x="2306307" y="0"/>
                </a:lnTo>
                <a:lnTo>
                  <a:pt x="2268188" y="0"/>
                </a:lnTo>
                <a:lnTo>
                  <a:pt x="2230079" y="0"/>
                </a:lnTo>
                <a:lnTo>
                  <a:pt x="2191969" y="0"/>
                </a:lnTo>
                <a:lnTo>
                  <a:pt x="2153860" y="0"/>
                </a:lnTo>
                <a:lnTo>
                  <a:pt x="2115741" y="0"/>
                </a:lnTo>
                <a:lnTo>
                  <a:pt x="2077631" y="0"/>
                </a:lnTo>
                <a:lnTo>
                  <a:pt x="2039522" y="0"/>
                </a:lnTo>
                <a:lnTo>
                  <a:pt x="2001403" y="0"/>
                </a:lnTo>
                <a:lnTo>
                  <a:pt x="1963293" y="0"/>
                </a:lnTo>
                <a:lnTo>
                  <a:pt x="1925183" y="0"/>
                </a:lnTo>
                <a:lnTo>
                  <a:pt x="1887064" y="0"/>
                </a:lnTo>
                <a:lnTo>
                  <a:pt x="1848955" y="0"/>
                </a:lnTo>
                <a:lnTo>
                  <a:pt x="1810845" y="0"/>
                </a:lnTo>
                <a:lnTo>
                  <a:pt x="1772736" y="0"/>
                </a:lnTo>
                <a:lnTo>
                  <a:pt x="1734617" y="0"/>
                </a:lnTo>
                <a:lnTo>
                  <a:pt x="1696507" y="0"/>
                </a:lnTo>
                <a:lnTo>
                  <a:pt x="1658398" y="0"/>
                </a:lnTo>
                <a:lnTo>
                  <a:pt x="1620279" y="0"/>
                </a:lnTo>
                <a:lnTo>
                  <a:pt x="1582169" y="0"/>
                </a:lnTo>
                <a:lnTo>
                  <a:pt x="1544060" y="0"/>
                </a:lnTo>
                <a:lnTo>
                  <a:pt x="1505950" y="0"/>
                </a:lnTo>
                <a:lnTo>
                  <a:pt x="1467831" y="0"/>
                </a:lnTo>
                <a:lnTo>
                  <a:pt x="1429722" y="0"/>
                </a:lnTo>
                <a:lnTo>
                  <a:pt x="1391612" y="0"/>
                </a:lnTo>
                <a:lnTo>
                  <a:pt x="1353493" y="0"/>
                </a:lnTo>
                <a:lnTo>
                  <a:pt x="1315383" y="0"/>
                </a:lnTo>
                <a:lnTo>
                  <a:pt x="1277274" y="0"/>
                </a:lnTo>
                <a:lnTo>
                  <a:pt x="1239164" y="0"/>
                </a:lnTo>
                <a:lnTo>
                  <a:pt x="1201045" y="0"/>
                </a:lnTo>
                <a:lnTo>
                  <a:pt x="1162936" y="0"/>
                </a:lnTo>
                <a:lnTo>
                  <a:pt x="1124826" y="0"/>
                </a:lnTo>
                <a:lnTo>
                  <a:pt x="1086707" y="0"/>
                </a:lnTo>
                <a:lnTo>
                  <a:pt x="1048598" y="0"/>
                </a:lnTo>
                <a:lnTo>
                  <a:pt x="1010488" y="0"/>
                </a:lnTo>
                <a:lnTo>
                  <a:pt x="972379" y="0"/>
                </a:lnTo>
                <a:lnTo>
                  <a:pt x="934260" y="0"/>
                </a:lnTo>
                <a:lnTo>
                  <a:pt x="896150" y="0"/>
                </a:lnTo>
                <a:lnTo>
                  <a:pt x="858041" y="0"/>
                </a:lnTo>
                <a:lnTo>
                  <a:pt x="819922" y="0"/>
                </a:lnTo>
                <a:lnTo>
                  <a:pt x="781812" y="0"/>
                </a:lnTo>
                <a:lnTo>
                  <a:pt x="743702" y="0"/>
                </a:lnTo>
                <a:lnTo>
                  <a:pt x="705593" y="0"/>
                </a:lnTo>
                <a:lnTo>
                  <a:pt x="667474" y="0"/>
                </a:lnTo>
                <a:lnTo>
                  <a:pt x="629364" y="0"/>
                </a:lnTo>
                <a:lnTo>
                  <a:pt x="591255" y="0"/>
                </a:lnTo>
                <a:lnTo>
                  <a:pt x="553136" y="0"/>
                </a:lnTo>
                <a:lnTo>
                  <a:pt x="515026" y="0"/>
                </a:lnTo>
                <a:lnTo>
                  <a:pt x="476917" y="0"/>
                </a:lnTo>
                <a:lnTo>
                  <a:pt x="438798" y="0"/>
                </a:lnTo>
                <a:lnTo>
                  <a:pt x="400688" y="0"/>
                </a:lnTo>
                <a:lnTo>
                  <a:pt x="362579" y="0"/>
                </a:lnTo>
                <a:lnTo>
                  <a:pt x="324469" y="0"/>
                </a:lnTo>
                <a:lnTo>
                  <a:pt x="286350" y="0"/>
                </a:lnTo>
                <a:lnTo>
                  <a:pt x="248241" y="0"/>
                </a:lnTo>
                <a:lnTo>
                  <a:pt x="210131" y="0"/>
                </a:lnTo>
                <a:lnTo>
                  <a:pt x="172012" y="0"/>
                </a:lnTo>
                <a:lnTo>
                  <a:pt x="133902" y="0"/>
                </a:lnTo>
                <a:lnTo>
                  <a:pt x="95793" y="0"/>
                </a:lnTo>
                <a:lnTo>
                  <a:pt x="57683" y="0"/>
                </a:lnTo>
                <a:lnTo>
                  <a:pt x="19564" y="0"/>
                </a:lnTo>
                <a:lnTo>
                  <a:pt x="0" y="18545"/>
                </a:lnTo>
                <a:lnTo>
                  <a:pt x="0" y="56655"/>
                </a:lnTo>
                <a:lnTo>
                  <a:pt x="0" y="94774"/>
                </a:lnTo>
                <a:lnTo>
                  <a:pt x="0" y="132883"/>
                </a:lnTo>
                <a:lnTo>
                  <a:pt x="0" y="170993"/>
                </a:lnTo>
                <a:lnTo>
                  <a:pt x="0" y="209102"/>
                </a:lnTo>
                <a:lnTo>
                  <a:pt x="0" y="247221"/>
                </a:lnTo>
                <a:lnTo>
                  <a:pt x="0" y="285331"/>
                </a:lnTo>
                <a:lnTo>
                  <a:pt x="0" y="323440"/>
                </a:lnTo>
                <a:lnTo>
                  <a:pt x="0" y="361559"/>
                </a:lnTo>
                <a:lnTo>
                  <a:pt x="0" y="399669"/>
                </a:lnTo>
                <a:lnTo>
                  <a:pt x="0" y="437779"/>
                </a:lnTo>
                <a:lnTo>
                  <a:pt x="0" y="475898"/>
                </a:lnTo>
                <a:lnTo>
                  <a:pt x="0" y="514007"/>
                </a:lnTo>
                <a:lnTo>
                  <a:pt x="0" y="552117"/>
                </a:lnTo>
                <a:lnTo>
                  <a:pt x="0" y="590226"/>
                </a:lnTo>
                <a:lnTo>
                  <a:pt x="0" y="628345"/>
                </a:lnTo>
                <a:lnTo>
                  <a:pt x="0" y="666455"/>
                </a:lnTo>
                <a:lnTo>
                  <a:pt x="0" y="704564"/>
                </a:lnTo>
                <a:lnTo>
                  <a:pt x="0" y="742683"/>
                </a:lnTo>
                <a:lnTo>
                  <a:pt x="0" y="780793"/>
                </a:lnTo>
                <a:lnTo>
                  <a:pt x="0" y="818902"/>
                </a:lnTo>
                <a:lnTo>
                  <a:pt x="0" y="857012"/>
                </a:lnTo>
                <a:lnTo>
                  <a:pt x="0" y="895131"/>
                </a:lnTo>
                <a:lnTo>
                  <a:pt x="0" y="933240"/>
                </a:lnTo>
                <a:lnTo>
                  <a:pt x="0" y="971350"/>
                </a:lnTo>
                <a:lnTo>
                  <a:pt x="0" y="1009469"/>
                </a:lnTo>
                <a:lnTo>
                  <a:pt x="0" y="1047579"/>
                </a:lnTo>
                <a:lnTo>
                  <a:pt x="0" y="1085688"/>
                </a:lnTo>
                <a:lnTo>
                  <a:pt x="0" y="1123798"/>
                </a:lnTo>
                <a:lnTo>
                  <a:pt x="0" y="1161917"/>
                </a:lnTo>
                <a:lnTo>
                  <a:pt x="0" y="1200026"/>
                </a:lnTo>
                <a:lnTo>
                  <a:pt x="0" y="1238136"/>
                </a:lnTo>
                <a:lnTo>
                  <a:pt x="0" y="1276255"/>
                </a:lnTo>
                <a:lnTo>
                  <a:pt x="0" y="1314364"/>
                </a:lnTo>
                <a:lnTo>
                  <a:pt x="0" y="1352474"/>
                </a:lnTo>
                <a:lnTo>
                  <a:pt x="0" y="1390593"/>
                </a:lnTo>
                <a:lnTo>
                  <a:pt x="0" y="1428702"/>
                </a:lnTo>
                <a:lnTo>
                  <a:pt x="0" y="1466812"/>
                </a:lnTo>
                <a:lnTo>
                  <a:pt x="0" y="1504921"/>
                </a:lnTo>
                <a:lnTo>
                  <a:pt x="0" y="1543040"/>
                </a:lnTo>
                <a:lnTo>
                  <a:pt x="0" y="1581150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4C50B678-A2C6-478C-917D-C889F7F7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9050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72309361-6A9C-4E8D-9D1F-0DD820F0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7604" y="3025140"/>
            <a:ext cx="842896" cy="461362"/>
          </a:xfrm>
          <a:custGeom xmlns:a="http://schemas.openxmlformats.org/drawingml/2006/main">
            <a:pathLst>
              <a:path w="842896" h="461362">
                <a:moveTo>
                  <a:pt x="842896" y="0"/>
                </a:moveTo>
                <a:lnTo>
                  <a:pt x="839895" y="18793"/>
                </a:lnTo>
                <a:lnTo>
                  <a:pt x="835571" y="37328"/>
                </a:lnTo>
                <a:lnTo>
                  <a:pt x="830266" y="55616"/>
                </a:lnTo>
                <a:lnTo>
                  <a:pt x="824103" y="73628"/>
                </a:lnTo>
                <a:lnTo>
                  <a:pt x="817121" y="91335"/>
                </a:lnTo>
                <a:lnTo>
                  <a:pt x="809387" y="108737"/>
                </a:lnTo>
                <a:lnTo>
                  <a:pt x="800938" y="125787"/>
                </a:lnTo>
                <a:lnTo>
                  <a:pt x="791785" y="142484"/>
                </a:lnTo>
                <a:lnTo>
                  <a:pt x="781974" y="158801"/>
                </a:lnTo>
                <a:lnTo>
                  <a:pt x="771515" y="174708"/>
                </a:lnTo>
                <a:lnTo>
                  <a:pt x="760447" y="190195"/>
                </a:lnTo>
                <a:lnTo>
                  <a:pt x="748798" y="205254"/>
                </a:lnTo>
                <a:lnTo>
                  <a:pt x="736578" y="219856"/>
                </a:lnTo>
                <a:lnTo>
                  <a:pt x="723833" y="233991"/>
                </a:lnTo>
                <a:lnTo>
                  <a:pt x="710575" y="247660"/>
                </a:lnTo>
                <a:lnTo>
                  <a:pt x="696849" y="260852"/>
                </a:lnTo>
                <a:lnTo>
                  <a:pt x="682666" y="273548"/>
                </a:lnTo>
                <a:lnTo>
                  <a:pt x="668055" y="285760"/>
                </a:lnTo>
                <a:lnTo>
                  <a:pt x="653053" y="297475"/>
                </a:lnTo>
                <a:lnTo>
                  <a:pt x="637680" y="308705"/>
                </a:lnTo>
                <a:lnTo>
                  <a:pt x="621963" y="319449"/>
                </a:lnTo>
                <a:lnTo>
                  <a:pt x="605923" y="329708"/>
                </a:lnTo>
                <a:lnTo>
                  <a:pt x="589598" y="339500"/>
                </a:lnTo>
                <a:lnTo>
                  <a:pt x="572986" y="348806"/>
                </a:lnTo>
                <a:lnTo>
                  <a:pt x="556136" y="357664"/>
                </a:lnTo>
                <a:lnTo>
                  <a:pt x="539048" y="366065"/>
                </a:lnTo>
                <a:lnTo>
                  <a:pt x="521760" y="374028"/>
                </a:lnTo>
                <a:lnTo>
                  <a:pt x="504273" y="381562"/>
                </a:lnTo>
                <a:lnTo>
                  <a:pt x="486613" y="388677"/>
                </a:lnTo>
                <a:lnTo>
                  <a:pt x="468792" y="395373"/>
                </a:lnTo>
                <a:lnTo>
                  <a:pt x="450828" y="401679"/>
                </a:lnTo>
                <a:lnTo>
                  <a:pt x="432730" y="407603"/>
                </a:lnTo>
                <a:lnTo>
                  <a:pt x="414518" y="413147"/>
                </a:lnTo>
                <a:lnTo>
                  <a:pt x="396202" y="418328"/>
                </a:lnTo>
                <a:lnTo>
                  <a:pt x="377790" y="423158"/>
                </a:lnTo>
                <a:lnTo>
                  <a:pt x="359283" y="427653"/>
                </a:lnTo>
                <a:lnTo>
                  <a:pt x="340709" y="431816"/>
                </a:lnTo>
                <a:lnTo>
                  <a:pt x="322059" y="435654"/>
                </a:lnTo>
                <a:lnTo>
                  <a:pt x="303352" y="439198"/>
                </a:lnTo>
                <a:lnTo>
                  <a:pt x="284588" y="442427"/>
                </a:lnTo>
                <a:lnTo>
                  <a:pt x="265786" y="445379"/>
                </a:lnTo>
                <a:lnTo>
                  <a:pt x="246926" y="448046"/>
                </a:lnTo>
                <a:lnTo>
                  <a:pt x="228048" y="450447"/>
                </a:lnTo>
                <a:lnTo>
                  <a:pt x="209121" y="452580"/>
                </a:lnTo>
                <a:lnTo>
                  <a:pt x="190176" y="454466"/>
                </a:lnTo>
                <a:lnTo>
                  <a:pt x="171212" y="456114"/>
                </a:lnTo>
                <a:lnTo>
                  <a:pt x="152229" y="457514"/>
                </a:lnTo>
                <a:lnTo>
                  <a:pt x="133226" y="458686"/>
                </a:lnTo>
                <a:lnTo>
                  <a:pt x="114205" y="459638"/>
                </a:lnTo>
                <a:lnTo>
                  <a:pt x="95183" y="460381"/>
                </a:lnTo>
                <a:lnTo>
                  <a:pt x="76152" y="460905"/>
                </a:lnTo>
                <a:lnTo>
                  <a:pt x="57112" y="461229"/>
                </a:lnTo>
                <a:lnTo>
                  <a:pt x="38071" y="461362"/>
                </a:lnTo>
                <a:lnTo>
                  <a:pt x="19040" y="461305"/>
                </a:lnTo>
                <a:lnTo>
                  <a:pt x="0" y="461058"/>
                </a:lnTo>
                <a:lnTo>
                  <a:pt x="13192" y="460686"/>
                </a:lnTo>
                <a:lnTo>
                  <a:pt x="32214" y="459848"/>
                </a:lnTo>
                <a:lnTo>
                  <a:pt x="51216" y="458610"/>
                </a:lnTo>
                <a:lnTo>
                  <a:pt x="70180" y="457019"/>
                </a:lnTo>
                <a:lnTo>
                  <a:pt x="89125" y="455085"/>
                </a:lnTo>
                <a:lnTo>
                  <a:pt x="108023" y="452799"/>
                </a:lnTo>
                <a:lnTo>
                  <a:pt x="126883" y="450161"/>
                </a:lnTo>
                <a:lnTo>
                  <a:pt x="145685" y="447161"/>
                </a:lnTo>
                <a:lnTo>
                  <a:pt x="164421" y="443779"/>
                </a:lnTo>
                <a:lnTo>
                  <a:pt x="183080" y="440007"/>
                </a:lnTo>
                <a:lnTo>
                  <a:pt x="201654" y="435816"/>
                </a:lnTo>
                <a:lnTo>
                  <a:pt x="220113" y="431187"/>
                </a:lnTo>
                <a:lnTo>
                  <a:pt x="238458" y="426091"/>
                </a:lnTo>
                <a:lnTo>
                  <a:pt x="256651" y="420491"/>
                </a:lnTo>
                <a:lnTo>
                  <a:pt x="274682" y="414347"/>
                </a:lnTo>
                <a:lnTo>
                  <a:pt x="292494" y="407641"/>
                </a:lnTo>
                <a:lnTo>
                  <a:pt x="310058" y="400307"/>
                </a:lnTo>
                <a:lnTo>
                  <a:pt x="327336" y="392306"/>
                </a:lnTo>
                <a:lnTo>
                  <a:pt x="344262" y="383581"/>
                </a:lnTo>
                <a:lnTo>
                  <a:pt x="360750" y="374075"/>
                </a:lnTo>
                <a:lnTo>
                  <a:pt x="376742" y="363741"/>
                </a:lnTo>
                <a:lnTo>
                  <a:pt x="392106" y="352511"/>
                </a:lnTo>
                <a:lnTo>
                  <a:pt x="406746" y="340338"/>
                </a:lnTo>
                <a:lnTo>
                  <a:pt x="420510" y="327193"/>
                </a:lnTo>
                <a:lnTo>
                  <a:pt x="433235" y="313039"/>
                </a:lnTo>
                <a:lnTo>
                  <a:pt x="444779" y="297904"/>
                </a:lnTo>
                <a:lnTo>
                  <a:pt x="454971" y="281826"/>
                </a:lnTo>
                <a:lnTo>
                  <a:pt x="463667" y="264900"/>
                </a:lnTo>
                <a:lnTo>
                  <a:pt x="470764" y="247240"/>
                </a:lnTo>
                <a:lnTo>
                  <a:pt x="476221" y="229010"/>
                </a:lnTo>
                <a:lnTo>
                  <a:pt x="480031" y="210360"/>
                </a:lnTo>
                <a:lnTo>
                  <a:pt x="482241" y="191462"/>
                </a:lnTo>
                <a:lnTo>
                  <a:pt x="482946" y="172441"/>
                </a:lnTo>
                <a:lnTo>
                  <a:pt x="482260" y="153410"/>
                </a:lnTo>
                <a:lnTo>
                  <a:pt x="493805" y="144532"/>
                </a:lnTo>
                <a:lnTo>
                  <a:pt x="512464" y="140741"/>
                </a:lnTo>
                <a:lnTo>
                  <a:pt x="531038" y="136541"/>
                </a:lnTo>
                <a:lnTo>
                  <a:pt x="549526" y="131988"/>
                </a:lnTo>
                <a:lnTo>
                  <a:pt x="567919" y="127102"/>
                </a:lnTo>
                <a:lnTo>
                  <a:pt x="586235" y="121882"/>
                </a:lnTo>
                <a:lnTo>
                  <a:pt x="604447" y="116338"/>
                </a:lnTo>
                <a:lnTo>
                  <a:pt x="622554" y="110471"/>
                </a:lnTo>
                <a:lnTo>
                  <a:pt x="640556" y="104270"/>
                </a:lnTo>
                <a:lnTo>
                  <a:pt x="658435" y="97727"/>
                </a:lnTo>
                <a:lnTo>
                  <a:pt x="676189" y="90840"/>
                </a:lnTo>
                <a:lnTo>
                  <a:pt x="693791" y="83601"/>
                </a:lnTo>
                <a:lnTo>
                  <a:pt x="711241" y="75990"/>
                </a:lnTo>
                <a:lnTo>
                  <a:pt x="728520" y="67989"/>
                </a:lnTo>
                <a:lnTo>
                  <a:pt x="745617" y="59607"/>
                </a:lnTo>
                <a:lnTo>
                  <a:pt x="762495" y="50797"/>
                </a:lnTo>
                <a:lnTo>
                  <a:pt x="779145" y="41577"/>
                </a:lnTo>
                <a:lnTo>
                  <a:pt x="795547" y="31899"/>
                </a:lnTo>
                <a:lnTo>
                  <a:pt x="811654" y="21755"/>
                </a:lnTo>
                <a:lnTo>
                  <a:pt x="827456" y="11125"/>
                </a:lnTo>
                <a:lnTo>
                  <a:pt x="84289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12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A2FDB913-0036-4C9E-8CD3-0E2E8300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2014" y="2981325"/>
            <a:ext cx="3143374" cy="506492"/>
          </a:xfrm>
          <a:custGeom xmlns:a="http://schemas.openxmlformats.org/drawingml/2006/main">
            <a:pathLst>
              <a:path w="3143374" h="506492">
                <a:moveTo>
                  <a:pt x="3142736" y="0"/>
                </a:moveTo>
                <a:lnTo>
                  <a:pt x="3143374" y="28813"/>
                </a:lnTo>
                <a:lnTo>
                  <a:pt x="3141888" y="57607"/>
                </a:lnTo>
                <a:lnTo>
                  <a:pt x="3138649" y="86249"/>
                </a:lnTo>
                <a:lnTo>
                  <a:pt x="3133754" y="114662"/>
                </a:lnTo>
                <a:lnTo>
                  <a:pt x="3127210" y="142732"/>
                </a:lnTo>
                <a:lnTo>
                  <a:pt x="3119009" y="170374"/>
                </a:lnTo>
                <a:lnTo>
                  <a:pt x="3109141" y="197453"/>
                </a:lnTo>
                <a:lnTo>
                  <a:pt x="3097587" y="223866"/>
                </a:lnTo>
                <a:lnTo>
                  <a:pt x="3084347" y="249469"/>
                </a:lnTo>
                <a:lnTo>
                  <a:pt x="3069450" y="274149"/>
                </a:lnTo>
                <a:lnTo>
                  <a:pt x="3052915" y="297761"/>
                </a:lnTo>
                <a:lnTo>
                  <a:pt x="3034817" y="320202"/>
                </a:lnTo>
                <a:lnTo>
                  <a:pt x="3015244" y="341366"/>
                </a:lnTo>
                <a:lnTo>
                  <a:pt x="2994289" y="361159"/>
                </a:lnTo>
                <a:lnTo>
                  <a:pt x="2972086" y="379552"/>
                </a:lnTo>
                <a:lnTo>
                  <a:pt x="2948759" y="396488"/>
                </a:lnTo>
                <a:lnTo>
                  <a:pt x="2924442" y="411975"/>
                </a:lnTo>
                <a:lnTo>
                  <a:pt x="2899277" y="426025"/>
                </a:lnTo>
                <a:lnTo>
                  <a:pt x="2873369" y="438664"/>
                </a:lnTo>
                <a:lnTo>
                  <a:pt x="2846842" y="449961"/>
                </a:lnTo>
                <a:lnTo>
                  <a:pt x="2819800" y="459953"/>
                </a:lnTo>
                <a:lnTo>
                  <a:pt x="2792330" y="468716"/>
                </a:lnTo>
                <a:lnTo>
                  <a:pt x="2764526" y="476317"/>
                </a:lnTo>
                <a:lnTo>
                  <a:pt x="2736437" y="482822"/>
                </a:lnTo>
                <a:lnTo>
                  <a:pt x="2708129" y="488299"/>
                </a:lnTo>
                <a:lnTo>
                  <a:pt x="2679659" y="492814"/>
                </a:lnTo>
                <a:lnTo>
                  <a:pt x="2651055" y="496424"/>
                </a:lnTo>
                <a:lnTo>
                  <a:pt x="2622356" y="499196"/>
                </a:lnTo>
                <a:lnTo>
                  <a:pt x="2593591" y="501177"/>
                </a:lnTo>
                <a:lnTo>
                  <a:pt x="2564768" y="501920"/>
                </a:lnTo>
                <a:lnTo>
                  <a:pt x="2535936" y="502349"/>
                </a:lnTo>
                <a:lnTo>
                  <a:pt x="2507113" y="502682"/>
                </a:lnTo>
                <a:lnTo>
                  <a:pt x="2478281" y="502958"/>
                </a:lnTo>
                <a:lnTo>
                  <a:pt x="2449449" y="503206"/>
                </a:lnTo>
                <a:lnTo>
                  <a:pt x="2420617" y="503434"/>
                </a:lnTo>
                <a:lnTo>
                  <a:pt x="2391785" y="503634"/>
                </a:lnTo>
                <a:lnTo>
                  <a:pt x="2362952" y="503815"/>
                </a:lnTo>
                <a:lnTo>
                  <a:pt x="2334120" y="503987"/>
                </a:lnTo>
                <a:lnTo>
                  <a:pt x="2305288" y="504139"/>
                </a:lnTo>
                <a:lnTo>
                  <a:pt x="2276456" y="504301"/>
                </a:lnTo>
                <a:lnTo>
                  <a:pt x="2247624" y="504434"/>
                </a:lnTo>
                <a:lnTo>
                  <a:pt x="2218792" y="504568"/>
                </a:lnTo>
                <a:lnTo>
                  <a:pt x="2189959" y="504701"/>
                </a:lnTo>
                <a:lnTo>
                  <a:pt x="2161127" y="504815"/>
                </a:lnTo>
                <a:lnTo>
                  <a:pt x="2132295" y="504930"/>
                </a:lnTo>
                <a:lnTo>
                  <a:pt x="2103463" y="505044"/>
                </a:lnTo>
                <a:lnTo>
                  <a:pt x="2074640" y="505139"/>
                </a:lnTo>
                <a:lnTo>
                  <a:pt x="2045808" y="505235"/>
                </a:lnTo>
                <a:lnTo>
                  <a:pt x="2016976" y="505330"/>
                </a:lnTo>
                <a:lnTo>
                  <a:pt x="1988144" y="505425"/>
                </a:lnTo>
                <a:lnTo>
                  <a:pt x="1959312" y="505501"/>
                </a:lnTo>
                <a:lnTo>
                  <a:pt x="1930479" y="505587"/>
                </a:lnTo>
                <a:lnTo>
                  <a:pt x="1901647" y="505663"/>
                </a:lnTo>
                <a:lnTo>
                  <a:pt x="1872815" y="505739"/>
                </a:lnTo>
                <a:lnTo>
                  <a:pt x="1843983" y="505806"/>
                </a:lnTo>
                <a:lnTo>
                  <a:pt x="1815151" y="505873"/>
                </a:lnTo>
                <a:lnTo>
                  <a:pt x="1786319" y="505939"/>
                </a:lnTo>
                <a:lnTo>
                  <a:pt x="1757486" y="505987"/>
                </a:lnTo>
                <a:lnTo>
                  <a:pt x="1728654" y="506044"/>
                </a:lnTo>
                <a:lnTo>
                  <a:pt x="1699822" y="506101"/>
                </a:lnTo>
                <a:lnTo>
                  <a:pt x="1670990" y="506149"/>
                </a:lnTo>
                <a:lnTo>
                  <a:pt x="1642158" y="506197"/>
                </a:lnTo>
                <a:lnTo>
                  <a:pt x="1613325" y="506235"/>
                </a:lnTo>
                <a:lnTo>
                  <a:pt x="1584493" y="506273"/>
                </a:lnTo>
                <a:lnTo>
                  <a:pt x="1555661" y="506311"/>
                </a:lnTo>
                <a:lnTo>
                  <a:pt x="1526829" y="506339"/>
                </a:lnTo>
                <a:lnTo>
                  <a:pt x="1497997" y="506368"/>
                </a:lnTo>
                <a:lnTo>
                  <a:pt x="1469165" y="506406"/>
                </a:lnTo>
                <a:lnTo>
                  <a:pt x="1440332" y="506425"/>
                </a:lnTo>
                <a:lnTo>
                  <a:pt x="1411500" y="506444"/>
                </a:lnTo>
                <a:lnTo>
                  <a:pt x="1382668" y="506463"/>
                </a:lnTo>
                <a:lnTo>
                  <a:pt x="1353836" y="506482"/>
                </a:lnTo>
                <a:lnTo>
                  <a:pt x="1325004" y="506492"/>
                </a:lnTo>
                <a:lnTo>
                  <a:pt x="1296172" y="506492"/>
                </a:lnTo>
                <a:lnTo>
                  <a:pt x="1267339" y="506492"/>
                </a:lnTo>
                <a:lnTo>
                  <a:pt x="1238507" y="506482"/>
                </a:lnTo>
                <a:lnTo>
                  <a:pt x="1209675" y="506482"/>
                </a:lnTo>
                <a:lnTo>
                  <a:pt x="1180843" y="506482"/>
                </a:lnTo>
                <a:lnTo>
                  <a:pt x="1152011" y="506482"/>
                </a:lnTo>
                <a:lnTo>
                  <a:pt x="1123178" y="506482"/>
                </a:lnTo>
                <a:lnTo>
                  <a:pt x="1094346" y="506473"/>
                </a:lnTo>
                <a:lnTo>
                  <a:pt x="1065514" y="506444"/>
                </a:lnTo>
                <a:lnTo>
                  <a:pt x="1036682" y="506425"/>
                </a:lnTo>
                <a:lnTo>
                  <a:pt x="1007850" y="506406"/>
                </a:lnTo>
                <a:lnTo>
                  <a:pt x="979018" y="506378"/>
                </a:lnTo>
                <a:lnTo>
                  <a:pt x="950185" y="506339"/>
                </a:lnTo>
                <a:lnTo>
                  <a:pt x="921353" y="506301"/>
                </a:lnTo>
                <a:lnTo>
                  <a:pt x="892521" y="506263"/>
                </a:lnTo>
                <a:lnTo>
                  <a:pt x="863689" y="506216"/>
                </a:lnTo>
                <a:lnTo>
                  <a:pt x="834857" y="506159"/>
                </a:lnTo>
                <a:lnTo>
                  <a:pt x="806025" y="506111"/>
                </a:lnTo>
                <a:lnTo>
                  <a:pt x="777192" y="506054"/>
                </a:lnTo>
                <a:lnTo>
                  <a:pt x="748360" y="505987"/>
                </a:lnTo>
                <a:lnTo>
                  <a:pt x="719528" y="505911"/>
                </a:lnTo>
                <a:lnTo>
                  <a:pt x="690696" y="505835"/>
                </a:lnTo>
                <a:lnTo>
                  <a:pt x="661864" y="505758"/>
                </a:lnTo>
                <a:lnTo>
                  <a:pt x="633031" y="505663"/>
                </a:lnTo>
                <a:lnTo>
                  <a:pt x="604199" y="505568"/>
                </a:lnTo>
                <a:lnTo>
                  <a:pt x="575367" y="505473"/>
                </a:lnTo>
                <a:lnTo>
                  <a:pt x="546535" y="505358"/>
                </a:lnTo>
                <a:lnTo>
                  <a:pt x="517703" y="505235"/>
                </a:lnTo>
                <a:lnTo>
                  <a:pt x="488871" y="505111"/>
                </a:lnTo>
                <a:lnTo>
                  <a:pt x="460038" y="504977"/>
                </a:lnTo>
                <a:lnTo>
                  <a:pt x="431206" y="504825"/>
                </a:lnTo>
                <a:lnTo>
                  <a:pt x="402374" y="504673"/>
                </a:lnTo>
                <a:lnTo>
                  <a:pt x="373542" y="504511"/>
                </a:lnTo>
                <a:lnTo>
                  <a:pt x="344710" y="504330"/>
                </a:lnTo>
                <a:lnTo>
                  <a:pt x="315878" y="504130"/>
                </a:lnTo>
                <a:lnTo>
                  <a:pt x="287045" y="503920"/>
                </a:lnTo>
                <a:lnTo>
                  <a:pt x="258223" y="503682"/>
                </a:lnTo>
                <a:lnTo>
                  <a:pt x="229391" y="503425"/>
                </a:lnTo>
                <a:lnTo>
                  <a:pt x="200558" y="503139"/>
                </a:lnTo>
                <a:lnTo>
                  <a:pt x="171726" y="502815"/>
                </a:lnTo>
                <a:lnTo>
                  <a:pt x="142894" y="502453"/>
                </a:lnTo>
                <a:lnTo>
                  <a:pt x="114071" y="502044"/>
                </a:lnTo>
                <a:lnTo>
                  <a:pt x="85239" y="501558"/>
                </a:lnTo>
                <a:lnTo>
                  <a:pt x="56417" y="500939"/>
                </a:lnTo>
                <a:lnTo>
                  <a:pt x="27594" y="500110"/>
                </a:lnTo>
                <a:lnTo>
                  <a:pt x="6610" y="491080"/>
                </a:lnTo>
                <a:lnTo>
                  <a:pt x="5877" y="462258"/>
                </a:lnTo>
                <a:lnTo>
                  <a:pt x="5144" y="433435"/>
                </a:lnTo>
                <a:lnTo>
                  <a:pt x="4410" y="404612"/>
                </a:lnTo>
                <a:lnTo>
                  <a:pt x="3677" y="375790"/>
                </a:lnTo>
                <a:lnTo>
                  <a:pt x="2943" y="346967"/>
                </a:lnTo>
                <a:lnTo>
                  <a:pt x="2200" y="318145"/>
                </a:lnTo>
                <a:lnTo>
                  <a:pt x="1467" y="289322"/>
                </a:lnTo>
                <a:lnTo>
                  <a:pt x="733" y="260499"/>
                </a:lnTo>
                <a:lnTo>
                  <a:pt x="0" y="231677"/>
                </a:lnTo>
                <a:lnTo>
                  <a:pt x="8077" y="211084"/>
                </a:lnTo>
                <a:lnTo>
                  <a:pt x="36890" y="209941"/>
                </a:lnTo>
                <a:lnTo>
                  <a:pt x="65703" y="208940"/>
                </a:lnTo>
                <a:lnTo>
                  <a:pt x="94526" y="208064"/>
                </a:lnTo>
                <a:lnTo>
                  <a:pt x="123349" y="207312"/>
                </a:lnTo>
                <a:lnTo>
                  <a:pt x="152171" y="206673"/>
                </a:lnTo>
                <a:lnTo>
                  <a:pt x="180994" y="206140"/>
                </a:lnTo>
                <a:lnTo>
                  <a:pt x="209826" y="205702"/>
                </a:lnTo>
                <a:lnTo>
                  <a:pt x="238658" y="205359"/>
                </a:lnTo>
                <a:lnTo>
                  <a:pt x="267491" y="205102"/>
                </a:lnTo>
                <a:lnTo>
                  <a:pt x="296323" y="204921"/>
                </a:lnTo>
                <a:lnTo>
                  <a:pt x="325155" y="204826"/>
                </a:lnTo>
                <a:lnTo>
                  <a:pt x="353987" y="204788"/>
                </a:lnTo>
                <a:lnTo>
                  <a:pt x="382819" y="204816"/>
                </a:lnTo>
                <a:lnTo>
                  <a:pt x="411651" y="204911"/>
                </a:lnTo>
                <a:lnTo>
                  <a:pt x="440484" y="205054"/>
                </a:lnTo>
                <a:lnTo>
                  <a:pt x="469306" y="205264"/>
                </a:lnTo>
                <a:lnTo>
                  <a:pt x="498138" y="205521"/>
                </a:lnTo>
                <a:lnTo>
                  <a:pt x="526971" y="205826"/>
                </a:lnTo>
                <a:lnTo>
                  <a:pt x="555803" y="206178"/>
                </a:lnTo>
                <a:lnTo>
                  <a:pt x="584635" y="206569"/>
                </a:lnTo>
                <a:lnTo>
                  <a:pt x="613458" y="207007"/>
                </a:lnTo>
                <a:lnTo>
                  <a:pt x="642290" y="207483"/>
                </a:lnTo>
                <a:lnTo>
                  <a:pt x="671112" y="207988"/>
                </a:lnTo>
                <a:lnTo>
                  <a:pt x="699945" y="208531"/>
                </a:lnTo>
                <a:lnTo>
                  <a:pt x="728767" y="209112"/>
                </a:lnTo>
                <a:lnTo>
                  <a:pt x="757599" y="209721"/>
                </a:lnTo>
                <a:lnTo>
                  <a:pt x="786422" y="210350"/>
                </a:lnTo>
                <a:lnTo>
                  <a:pt x="815245" y="211026"/>
                </a:lnTo>
                <a:lnTo>
                  <a:pt x="844067" y="211703"/>
                </a:lnTo>
                <a:lnTo>
                  <a:pt x="872890" y="212417"/>
                </a:lnTo>
                <a:lnTo>
                  <a:pt x="901713" y="213141"/>
                </a:lnTo>
                <a:lnTo>
                  <a:pt x="930535" y="213893"/>
                </a:lnTo>
                <a:lnTo>
                  <a:pt x="959358" y="214655"/>
                </a:lnTo>
                <a:lnTo>
                  <a:pt x="988181" y="215446"/>
                </a:lnTo>
                <a:lnTo>
                  <a:pt x="1017003" y="216246"/>
                </a:lnTo>
                <a:lnTo>
                  <a:pt x="1045826" y="217056"/>
                </a:lnTo>
                <a:lnTo>
                  <a:pt x="1074639" y="217884"/>
                </a:lnTo>
                <a:lnTo>
                  <a:pt x="1103462" y="218732"/>
                </a:lnTo>
                <a:lnTo>
                  <a:pt x="1132284" y="219580"/>
                </a:lnTo>
                <a:lnTo>
                  <a:pt x="1161107" y="220437"/>
                </a:lnTo>
                <a:lnTo>
                  <a:pt x="1189920" y="221294"/>
                </a:lnTo>
                <a:lnTo>
                  <a:pt x="1218743" y="222161"/>
                </a:lnTo>
                <a:lnTo>
                  <a:pt x="1247556" y="223028"/>
                </a:lnTo>
                <a:lnTo>
                  <a:pt x="1276379" y="223904"/>
                </a:lnTo>
                <a:lnTo>
                  <a:pt x="1305201" y="224780"/>
                </a:lnTo>
                <a:lnTo>
                  <a:pt x="1334014" y="225657"/>
                </a:lnTo>
                <a:lnTo>
                  <a:pt x="1362837" y="226533"/>
                </a:lnTo>
                <a:lnTo>
                  <a:pt x="1391650" y="227409"/>
                </a:lnTo>
                <a:lnTo>
                  <a:pt x="1420473" y="228286"/>
                </a:lnTo>
                <a:lnTo>
                  <a:pt x="1449295" y="229152"/>
                </a:lnTo>
                <a:lnTo>
                  <a:pt x="1478109" y="230010"/>
                </a:lnTo>
                <a:lnTo>
                  <a:pt x="1506931" y="230867"/>
                </a:lnTo>
                <a:lnTo>
                  <a:pt x="1535754" y="231715"/>
                </a:lnTo>
                <a:lnTo>
                  <a:pt x="1564567" y="232543"/>
                </a:lnTo>
                <a:lnTo>
                  <a:pt x="1593390" y="233363"/>
                </a:lnTo>
                <a:lnTo>
                  <a:pt x="1622212" y="234172"/>
                </a:lnTo>
                <a:lnTo>
                  <a:pt x="1651035" y="234963"/>
                </a:lnTo>
                <a:lnTo>
                  <a:pt x="1679858" y="235734"/>
                </a:lnTo>
                <a:lnTo>
                  <a:pt x="1708680" y="236487"/>
                </a:lnTo>
                <a:lnTo>
                  <a:pt x="1737503" y="237230"/>
                </a:lnTo>
                <a:lnTo>
                  <a:pt x="1766326" y="237935"/>
                </a:lnTo>
                <a:lnTo>
                  <a:pt x="1795148" y="238620"/>
                </a:lnTo>
                <a:lnTo>
                  <a:pt x="1823971" y="239278"/>
                </a:lnTo>
                <a:lnTo>
                  <a:pt x="1852793" y="239906"/>
                </a:lnTo>
                <a:lnTo>
                  <a:pt x="1881626" y="240506"/>
                </a:lnTo>
                <a:lnTo>
                  <a:pt x="1910448" y="241059"/>
                </a:lnTo>
                <a:lnTo>
                  <a:pt x="1939280" y="241583"/>
                </a:lnTo>
                <a:lnTo>
                  <a:pt x="1968103" y="242068"/>
                </a:lnTo>
                <a:lnTo>
                  <a:pt x="1996935" y="242507"/>
                </a:lnTo>
                <a:lnTo>
                  <a:pt x="2025767" y="242907"/>
                </a:lnTo>
                <a:lnTo>
                  <a:pt x="2054590" y="243240"/>
                </a:lnTo>
                <a:lnTo>
                  <a:pt x="2083422" y="243526"/>
                </a:lnTo>
                <a:lnTo>
                  <a:pt x="2112254" y="243754"/>
                </a:lnTo>
                <a:lnTo>
                  <a:pt x="2141087" y="243916"/>
                </a:lnTo>
                <a:lnTo>
                  <a:pt x="2169919" y="244011"/>
                </a:lnTo>
                <a:lnTo>
                  <a:pt x="2198751" y="244031"/>
                </a:lnTo>
                <a:lnTo>
                  <a:pt x="2227583" y="243964"/>
                </a:lnTo>
                <a:lnTo>
                  <a:pt x="2256415" y="243811"/>
                </a:lnTo>
                <a:lnTo>
                  <a:pt x="2285248" y="243564"/>
                </a:lnTo>
                <a:lnTo>
                  <a:pt x="2314080" y="243211"/>
                </a:lnTo>
                <a:lnTo>
                  <a:pt x="2342902" y="242735"/>
                </a:lnTo>
                <a:lnTo>
                  <a:pt x="2371735" y="242145"/>
                </a:lnTo>
                <a:lnTo>
                  <a:pt x="2400557" y="241402"/>
                </a:lnTo>
                <a:lnTo>
                  <a:pt x="2429370" y="240497"/>
                </a:lnTo>
                <a:lnTo>
                  <a:pt x="2458183" y="239430"/>
                </a:lnTo>
                <a:lnTo>
                  <a:pt x="2486987" y="238154"/>
                </a:lnTo>
                <a:lnTo>
                  <a:pt x="2515781" y="236658"/>
                </a:lnTo>
                <a:lnTo>
                  <a:pt x="2544556" y="234906"/>
                </a:lnTo>
                <a:lnTo>
                  <a:pt x="2573322" y="232858"/>
                </a:lnTo>
                <a:lnTo>
                  <a:pt x="2602049" y="230457"/>
                </a:lnTo>
                <a:lnTo>
                  <a:pt x="2630748" y="227657"/>
                </a:lnTo>
                <a:lnTo>
                  <a:pt x="2659390" y="224342"/>
                </a:lnTo>
                <a:lnTo>
                  <a:pt x="2687945" y="220409"/>
                </a:lnTo>
                <a:lnTo>
                  <a:pt x="2716387" y="215665"/>
                </a:lnTo>
                <a:lnTo>
                  <a:pt x="2744619" y="209845"/>
                </a:lnTo>
                <a:lnTo>
                  <a:pt x="2772489" y="202482"/>
                </a:lnTo>
                <a:lnTo>
                  <a:pt x="2799588" y="192681"/>
                </a:lnTo>
                <a:lnTo>
                  <a:pt x="2824544" y="178394"/>
                </a:lnTo>
                <a:lnTo>
                  <a:pt x="2840565" y="155162"/>
                </a:lnTo>
                <a:lnTo>
                  <a:pt x="2860615" y="141494"/>
                </a:lnTo>
                <a:lnTo>
                  <a:pt x="2888142" y="132902"/>
                </a:lnTo>
                <a:lnTo>
                  <a:pt x="2915307" y="123263"/>
                </a:lnTo>
                <a:lnTo>
                  <a:pt x="2942149" y="112728"/>
                </a:lnTo>
                <a:lnTo>
                  <a:pt x="2968628" y="101336"/>
                </a:lnTo>
                <a:lnTo>
                  <a:pt x="2994755" y="89144"/>
                </a:lnTo>
                <a:lnTo>
                  <a:pt x="3020501" y="76171"/>
                </a:lnTo>
                <a:lnTo>
                  <a:pt x="3045847" y="62436"/>
                </a:lnTo>
                <a:lnTo>
                  <a:pt x="3070774" y="47939"/>
                </a:lnTo>
                <a:lnTo>
                  <a:pt x="3095244" y="32699"/>
                </a:lnTo>
                <a:lnTo>
                  <a:pt x="3119247" y="16716"/>
                </a:lnTo>
                <a:lnTo>
                  <a:pt x="3142736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D94C1548-6BBF-48B3-AAF1-77191632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1905000"/>
            <a:ext cx="3143250" cy="1581150"/>
          </a:xfrm>
          <a:custGeom xmlns:a="http://schemas.openxmlformats.org/drawingml/2006/main">
            <a:pathLst>
              <a:path w="3143250" h="1581150">
                <a:moveTo>
                  <a:pt x="0" y="1581150"/>
                </a:moveTo>
                <a:lnTo>
                  <a:pt x="38110" y="1581150"/>
                </a:lnTo>
                <a:lnTo>
                  <a:pt x="76229" y="1581150"/>
                </a:lnTo>
                <a:lnTo>
                  <a:pt x="114338" y="1581150"/>
                </a:lnTo>
                <a:lnTo>
                  <a:pt x="152448" y="1581150"/>
                </a:lnTo>
                <a:lnTo>
                  <a:pt x="190557" y="1581150"/>
                </a:lnTo>
                <a:lnTo>
                  <a:pt x="228676" y="1581150"/>
                </a:lnTo>
                <a:lnTo>
                  <a:pt x="266786" y="1581150"/>
                </a:lnTo>
                <a:lnTo>
                  <a:pt x="304895" y="1581150"/>
                </a:lnTo>
                <a:lnTo>
                  <a:pt x="343014" y="1581150"/>
                </a:lnTo>
                <a:lnTo>
                  <a:pt x="381124" y="1581150"/>
                </a:lnTo>
                <a:lnTo>
                  <a:pt x="419233" y="1581150"/>
                </a:lnTo>
                <a:lnTo>
                  <a:pt x="457343" y="1581150"/>
                </a:lnTo>
                <a:lnTo>
                  <a:pt x="495462" y="1581150"/>
                </a:lnTo>
                <a:lnTo>
                  <a:pt x="533571" y="1581150"/>
                </a:lnTo>
                <a:lnTo>
                  <a:pt x="571681" y="1581150"/>
                </a:lnTo>
                <a:lnTo>
                  <a:pt x="609800" y="1581150"/>
                </a:lnTo>
                <a:lnTo>
                  <a:pt x="647910" y="1581150"/>
                </a:lnTo>
                <a:lnTo>
                  <a:pt x="686019" y="1581150"/>
                </a:lnTo>
                <a:lnTo>
                  <a:pt x="724138" y="1581150"/>
                </a:lnTo>
                <a:lnTo>
                  <a:pt x="762248" y="1581150"/>
                </a:lnTo>
                <a:lnTo>
                  <a:pt x="800357" y="1581150"/>
                </a:lnTo>
                <a:lnTo>
                  <a:pt x="838467" y="1581150"/>
                </a:lnTo>
                <a:lnTo>
                  <a:pt x="876586" y="1581150"/>
                </a:lnTo>
                <a:lnTo>
                  <a:pt x="914695" y="1581150"/>
                </a:lnTo>
                <a:lnTo>
                  <a:pt x="952805" y="1581150"/>
                </a:lnTo>
                <a:lnTo>
                  <a:pt x="990924" y="1581150"/>
                </a:lnTo>
                <a:lnTo>
                  <a:pt x="1029033" y="1581150"/>
                </a:lnTo>
                <a:lnTo>
                  <a:pt x="1067143" y="1581150"/>
                </a:lnTo>
                <a:lnTo>
                  <a:pt x="1105252" y="1581150"/>
                </a:lnTo>
                <a:lnTo>
                  <a:pt x="1143371" y="1581150"/>
                </a:lnTo>
                <a:lnTo>
                  <a:pt x="1181481" y="1581150"/>
                </a:lnTo>
                <a:lnTo>
                  <a:pt x="1219591" y="1581150"/>
                </a:lnTo>
                <a:lnTo>
                  <a:pt x="1257710" y="1581150"/>
                </a:lnTo>
                <a:lnTo>
                  <a:pt x="1295819" y="1581150"/>
                </a:lnTo>
                <a:lnTo>
                  <a:pt x="1333929" y="1581150"/>
                </a:lnTo>
                <a:lnTo>
                  <a:pt x="1372038" y="1581150"/>
                </a:lnTo>
                <a:lnTo>
                  <a:pt x="1410157" y="1581150"/>
                </a:lnTo>
                <a:lnTo>
                  <a:pt x="1448267" y="1581150"/>
                </a:lnTo>
                <a:lnTo>
                  <a:pt x="1486376" y="1581150"/>
                </a:lnTo>
                <a:lnTo>
                  <a:pt x="1524495" y="1581150"/>
                </a:lnTo>
                <a:lnTo>
                  <a:pt x="1562605" y="1581150"/>
                </a:lnTo>
                <a:lnTo>
                  <a:pt x="1600714" y="1581150"/>
                </a:lnTo>
                <a:lnTo>
                  <a:pt x="1638833" y="1581150"/>
                </a:lnTo>
                <a:lnTo>
                  <a:pt x="1676943" y="1581150"/>
                </a:lnTo>
                <a:lnTo>
                  <a:pt x="1715052" y="1581150"/>
                </a:lnTo>
                <a:lnTo>
                  <a:pt x="1753162" y="1581150"/>
                </a:lnTo>
                <a:lnTo>
                  <a:pt x="1791281" y="1581150"/>
                </a:lnTo>
                <a:lnTo>
                  <a:pt x="1829391" y="1581150"/>
                </a:lnTo>
                <a:lnTo>
                  <a:pt x="1867500" y="1581150"/>
                </a:lnTo>
                <a:lnTo>
                  <a:pt x="1905619" y="1581150"/>
                </a:lnTo>
                <a:lnTo>
                  <a:pt x="1943729" y="1581150"/>
                </a:lnTo>
                <a:lnTo>
                  <a:pt x="1981838" y="1581150"/>
                </a:lnTo>
                <a:lnTo>
                  <a:pt x="2019948" y="1581150"/>
                </a:lnTo>
                <a:lnTo>
                  <a:pt x="2058067" y="1581150"/>
                </a:lnTo>
                <a:lnTo>
                  <a:pt x="2096176" y="1581150"/>
                </a:lnTo>
                <a:lnTo>
                  <a:pt x="2134286" y="1581150"/>
                </a:lnTo>
                <a:lnTo>
                  <a:pt x="2172405" y="1581150"/>
                </a:lnTo>
                <a:lnTo>
                  <a:pt x="2210514" y="1581150"/>
                </a:lnTo>
                <a:lnTo>
                  <a:pt x="2248624" y="1581150"/>
                </a:lnTo>
                <a:lnTo>
                  <a:pt x="2286733" y="1581150"/>
                </a:lnTo>
                <a:lnTo>
                  <a:pt x="2324852" y="1581150"/>
                </a:lnTo>
                <a:lnTo>
                  <a:pt x="2362962" y="1581150"/>
                </a:lnTo>
                <a:lnTo>
                  <a:pt x="2400795" y="1577359"/>
                </a:lnTo>
                <a:lnTo>
                  <a:pt x="2438495" y="1571787"/>
                </a:lnTo>
                <a:lnTo>
                  <a:pt x="2476205" y="1566215"/>
                </a:lnTo>
                <a:lnTo>
                  <a:pt x="2513905" y="1560633"/>
                </a:lnTo>
                <a:lnTo>
                  <a:pt x="2551605" y="1555061"/>
                </a:lnTo>
                <a:lnTo>
                  <a:pt x="2589305" y="1549489"/>
                </a:lnTo>
                <a:lnTo>
                  <a:pt x="2627014" y="1543917"/>
                </a:lnTo>
                <a:lnTo>
                  <a:pt x="2663276" y="1535211"/>
                </a:lnTo>
                <a:lnTo>
                  <a:pt x="2692108" y="1510284"/>
                </a:lnTo>
                <a:lnTo>
                  <a:pt x="2720931" y="1485348"/>
                </a:lnTo>
                <a:lnTo>
                  <a:pt x="2749763" y="1460421"/>
                </a:lnTo>
                <a:lnTo>
                  <a:pt x="2778595" y="1435494"/>
                </a:lnTo>
                <a:lnTo>
                  <a:pt x="2807418" y="1410557"/>
                </a:lnTo>
                <a:lnTo>
                  <a:pt x="2836250" y="1385630"/>
                </a:lnTo>
                <a:lnTo>
                  <a:pt x="2865072" y="1360703"/>
                </a:lnTo>
                <a:lnTo>
                  <a:pt x="2893905" y="1335767"/>
                </a:lnTo>
                <a:lnTo>
                  <a:pt x="2922727" y="1310840"/>
                </a:lnTo>
                <a:lnTo>
                  <a:pt x="2951559" y="1285913"/>
                </a:lnTo>
                <a:lnTo>
                  <a:pt x="2980382" y="1260986"/>
                </a:lnTo>
                <a:lnTo>
                  <a:pt x="3009214" y="1236050"/>
                </a:lnTo>
                <a:lnTo>
                  <a:pt x="3038046" y="1211123"/>
                </a:lnTo>
                <a:lnTo>
                  <a:pt x="3066869" y="1186196"/>
                </a:lnTo>
                <a:lnTo>
                  <a:pt x="3095701" y="1161259"/>
                </a:lnTo>
                <a:lnTo>
                  <a:pt x="3124524" y="1136333"/>
                </a:lnTo>
                <a:lnTo>
                  <a:pt x="3143250" y="1106786"/>
                </a:lnTo>
                <a:lnTo>
                  <a:pt x="3143250" y="1068667"/>
                </a:lnTo>
                <a:lnTo>
                  <a:pt x="3143250" y="1030557"/>
                </a:lnTo>
                <a:lnTo>
                  <a:pt x="3143250" y="992448"/>
                </a:lnTo>
                <a:lnTo>
                  <a:pt x="3143250" y="954329"/>
                </a:lnTo>
                <a:lnTo>
                  <a:pt x="3143250" y="916219"/>
                </a:lnTo>
                <a:lnTo>
                  <a:pt x="3143250" y="878110"/>
                </a:lnTo>
                <a:lnTo>
                  <a:pt x="3143250" y="840000"/>
                </a:lnTo>
                <a:lnTo>
                  <a:pt x="3143250" y="801881"/>
                </a:lnTo>
                <a:lnTo>
                  <a:pt x="3143250" y="763772"/>
                </a:lnTo>
                <a:lnTo>
                  <a:pt x="3143250" y="725662"/>
                </a:lnTo>
                <a:lnTo>
                  <a:pt x="3143250" y="687543"/>
                </a:lnTo>
                <a:lnTo>
                  <a:pt x="3143250" y="649434"/>
                </a:lnTo>
                <a:lnTo>
                  <a:pt x="3143250" y="611324"/>
                </a:lnTo>
                <a:lnTo>
                  <a:pt x="3143250" y="573215"/>
                </a:lnTo>
                <a:lnTo>
                  <a:pt x="3143250" y="535095"/>
                </a:lnTo>
                <a:lnTo>
                  <a:pt x="3143250" y="496986"/>
                </a:lnTo>
                <a:lnTo>
                  <a:pt x="3143250" y="458876"/>
                </a:lnTo>
                <a:lnTo>
                  <a:pt x="3143250" y="420757"/>
                </a:lnTo>
                <a:lnTo>
                  <a:pt x="3143250" y="382648"/>
                </a:lnTo>
                <a:lnTo>
                  <a:pt x="3143250" y="344538"/>
                </a:lnTo>
                <a:lnTo>
                  <a:pt x="3143250" y="306429"/>
                </a:lnTo>
                <a:lnTo>
                  <a:pt x="3143250" y="268310"/>
                </a:lnTo>
                <a:lnTo>
                  <a:pt x="3143250" y="230200"/>
                </a:lnTo>
                <a:lnTo>
                  <a:pt x="3143250" y="192091"/>
                </a:lnTo>
                <a:lnTo>
                  <a:pt x="3143250" y="153972"/>
                </a:lnTo>
                <a:lnTo>
                  <a:pt x="3143250" y="115862"/>
                </a:lnTo>
                <a:lnTo>
                  <a:pt x="3143250" y="77753"/>
                </a:lnTo>
                <a:lnTo>
                  <a:pt x="3143250" y="39634"/>
                </a:lnTo>
                <a:lnTo>
                  <a:pt x="3143250" y="1524"/>
                </a:lnTo>
                <a:lnTo>
                  <a:pt x="3106664" y="0"/>
                </a:lnTo>
                <a:lnTo>
                  <a:pt x="3068555" y="0"/>
                </a:lnTo>
                <a:lnTo>
                  <a:pt x="3030436" y="0"/>
                </a:lnTo>
                <a:lnTo>
                  <a:pt x="2992326" y="0"/>
                </a:lnTo>
                <a:lnTo>
                  <a:pt x="2954217" y="0"/>
                </a:lnTo>
                <a:lnTo>
                  <a:pt x="2916098" y="0"/>
                </a:lnTo>
                <a:lnTo>
                  <a:pt x="2877988" y="0"/>
                </a:lnTo>
                <a:lnTo>
                  <a:pt x="2839879" y="0"/>
                </a:lnTo>
                <a:lnTo>
                  <a:pt x="2801760" y="0"/>
                </a:lnTo>
                <a:lnTo>
                  <a:pt x="2763650" y="0"/>
                </a:lnTo>
                <a:lnTo>
                  <a:pt x="2725541" y="0"/>
                </a:lnTo>
                <a:lnTo>
                  <a:pt x="2687431" y="0"/>
                </a:lnTo>
                <a:lnTo>
                  <a:pt x="2649312" y="0"/>
                </a:lnTo>
                <a:lnTo>
                  <a:pt x="2611203" y="0"/>
                </a:lnTo>
                <a:lnTo>
                  <a:pt x="2573093" y="0"/>
                </a:lnTo>
                <a:lnTo>
                  <a:pt x="2534974" y="0"/>
                </a:lnTo>
                <a:lnTo>
                  <a:pt x="2496864" y="0"/>
                </a:lnTo>
                <a:lnTo>
                  <a:pt x="2458755" y="0"/>
                </a:lnTo>
                <a:lnTo>
                  <a:pt x="2420645" y="0"/>
                </a:lnTo>
                <a:lnTo>
                  <a:pt x="2382526" y="0"/>
                </a:lnTo>
                <a:lnTo>
                  <a:pt x="2344417" y="0"/>
                </a:lnTo>
                <a:lnTo>
                  <a:pt x="2306307" y="0"/>
                </a:lnTo>
                <a:lnTo>
                  <a:pt x="2268188" y="0"/>
                </a:lnTo>
                <a:lnTo>
                  <a:pt x="2230079" y="0"/>
                </a:lnTo>
                <a:lnTo>
                  <a:pt x="2191969" y="0"/>
                </a:lnTo>
                <a:lnTo>
                  <a:pt x="2153860" y="0"/>
                </a:lnTo>
                <a:lnTo>
                  <a:pt x="2115741" y="0"/>
                </a:lnTo>
                <a:lnTo>
                  <a:pt x="2077631" y="0"/>
                </a:lnTo>
                <a:lnTo>
                  <a:pt x="2039522" y="0"/>
                </a:lnTo>
                <a:lnTo>
                  <a:pt x="2001403" y="0"/>
                </a:lnTo>
                <a:lnTo>
                  <a:pt x="1963293" y="0"/>
                </a:lnTo>
                <a:lnTo>
                  <a:pt x="1925183" y="0"/>
                </a:lnTo>
                <a:lnTo>
                  <a:pt x="1887064" y="0"/>
                </a:lnTo>
                <a:lnTo>
                  <a:pt x="1848955" y="0"/>
                </a:lnTo>
                <a:lnTo>
                  <a:pt x="1810845" y="0"/>
                </a:lnTo>
                <a:lnTo>
                  <a:pt x="1772736" y="0"/>
                </a:lnTo>
                <a:lnTo>
                  <a:pt x="1734617" y="0"/>
                </a:lnTo>
                <a:lnTo>
                  <a:pt x="1696507" y="0"/>
                </a:lnTo>
                <a:lnTo>
                  <a:pt x="1658398" y="0"/>
                </a:lnTo>
                <a:lnTo>
                  <a:pt x="1620279" y="0"/>
                </a:lnTo>
                <a:lnTo>
                  <a:pt x="1582169" y="0"/>
                </a:lnTo>
                <a:lnTo>
                  <a:pt x="1544060" y="0"/>
                </a:lnTo>
                <a:lnTo>
                  <a:pt x="1505950" y="0"/>
                </a:lnTo>
                <a:lnTo>
                  <a:pt x="1467831" y="0"/>
                </a:lnTo>
                <a:lnTo>
                  <a:pt x="1429722" y="0"/>
                </a:lnTo>
                <a:lnTo>
                  <a:pt x="1391612" y="0"/>
                </a:lnTo>
                <a:lnTo>
                  <a:pt x="1353493" y="0"/>
                </a:lnTo>
                <a:lnTo>
                  <a:pt x="1315383" y="0"/>
                </a:lnTo>
                <a:lnTo>
                  <a:pt x="1277274" y="0"/>
                </a:lnTo>
                <a:lnTo>
                  <a:pt x="1239164" y="0"/>
                </a:lnTo>
                <a:lnTo>
                  <a:pt x="1201045" y="0"/>
                </a:lnTo>
                <a:lnTo>
                  <a:pt x="1162936" y="0"/>
                </a:lnTo>
                <a:lnTo>
                  <a:pt x="1124826" y="0"/>
                </a:lnTo>
                <a:lnTo>
                  <a:pt x="1086707" y="0"/>
                </a:lnTo>
                <a:lnTo>
                  <a:pt x="1048598" y="0"/>
                </a:lnTo>
                <a:lnTo>
                  <a:pt x="1010488" y="0"/>
                </a:lnTo>
                <a:lnTo>
                  <a:pt x="972379" y="0"/>
                </a:lnTo>
                <a:lnTo>
                  <a:pt x="934260" y="0"/>
                </a:lnTo>
                <a:lnTo>
                  <a:pt x="896150" y="0"/>
                </a:lnTo>
                <a:lnTo>
                  <a:pt x="858041" y="0"/>
                </a:lnTo>
                <a:lnTo>
                  <a:pt x="819922" y="0"/>
                </a:lnTo>
                <a:lnTo>
                  <a:pt x="781812" y="0"/>
                </a:lnTo>
                <a:lnTo>
                  <a:pt x="743702" y="0"/>
                </a:lnTo>
                <a:lnTo>
                  <a:pt x="705593" y="0"/>
                </a:lnTo>
                <a:lnTo>
                  <a:pt x="667474" y="0"/>
                </a:lnTo>
                <a:lnTo>
                  <a:pt x="629364" y="0"/>
                </a:lnTo>
                <a:lnTo>
                  <a:pt x="591255" y="0"/>
                </a:lnTo>
                <a:lnTo>
                  <a:pt x="553136" y="0"/>
                </a:lnTo>
                <a:lnTo>
                  <a:pt x="515026" y="0"/>
                </a:lnTo>
                <a:lnTo>
                  <a:pt x="476917" y="0"/>
                </a:lnTo>
                <a:lnTo>
                  <a:pt x="438798" y="0"/>
                </a:lnTo>
                <a:lnTo>
                  <a:pt x="400688" y="0"/>
                </a:lnTo>
                <a:lnTo>
                  <a:pt x="362579" y="0"/>
                </a:lnTo>
                <a:lnTo>
                  <a:pt x="324469" y="0"/>
                </a:lnTo>
                <a:lnTo>
                  <a:pt x="286350" y="0"/>
                </a:lnTo>
                <a:lnTo>
                  <a:pt x="248241" y="0"/>
                </a:lnTo>
                <a:lnTo>
                  <a:pt x="210131" y="0"/>
                </a:lnTo>
                <a:lnTo>
                  <a:pt x="172012" y="0"/>
                </a:lnTo>
                <a:lnTo>
                  <a:pt x="133902" y="0"/>
                </a:lnTo>
                <a:lnTo>
                  <a:pt x="95793" y="0"/>
                </a:lnTo>
                <a:lnTo>
                  <a:pt x="57683" y="0"/>
                </a:lnTo>
                <a:lnTo>
                  <a:pt x="19564" y="0"/>
                </a:lnTo>
                <a:lnTo>
                  <a:pt x="0" y="18545"/>
                </a:lnTo>
                <a:lnTo>
                  <a:pt x="0" y="56655"/>
                </a:lnTo>
                <a:lnTo>
                  <a:pt x="0" y="94774"/>
                </a:lnTo>
                <a:lnTo>
                  <a:pt x="0" y="132883"/>
                </a:lnTo>
                <a:lnTo>
                  <a:pt x="0" y="170993"/>
                </a:lnTo>
                <a:lnTo>
                  <a:pt x="0" y="209102"/>
                </a:lnTo>
                <a:lnTo>
                  <a:pt x="0" y="247221"/>
                </a:lnTo>
                <a:lnTo>
                  <a:pt x="0" y="285331"/>
                </a:lnTo>
                <a:lnTo>
                  <a:pt x="0" y="323440"/>
                </a:lnTo>
                <a:lnTo>
                  <a:pt x="0" y="361559"/>
                </a:lnTo>
                <a:lnTo>
                  <a:pt x="0" y="399669"/>
                </a:lnTo>
                <a:lnTo>
                  <a:pt x="0" y="437779"/>
                </a:lnTo>
                <a:lnTo>
                  <a:pt x="0" y="475898"/>
                </a:lnTo>
                <a:lnTo>
                  <a:pt x="0" y="514007"/>
                </a:lnTo>
                <a:lnTo>
                  <a:pt x="0" y="552117"/>
                </a:lnTo>
                <a:lnTo>
                  <a:pt x="0" y="590226"/>
                </a:lnTo>
                <a:lnTo>
                  <a:pt x="0" y="628345"/>
                </a:lnTo>
                <a:lnTo>
                  <a:pt x="0" y="666455"/>
                </a:lnTo>
                <a:lnTo>
                  <a:pt x="0" y="704564"/>
                </a:lnTo>
                <a:lnTo>
                  <a:pt x="0" y="742683"/>
                </a:lnTo>
                <a:lnTo>
                  <a:pt x="0" y="780793"/>
                </a:lnTo>
                <a:lnTo>
                  <a:pt x="0" y="818902"/>
                </a:lnTo>
                <a:lnTo>
                  <a:pt x="0" y="857012"/>
                </a:lnTo>
                <a:lnTo>
                  <a:pt x="0" y="895131"/>
                </a:lnTo>
                <a:lnTo>
                  <a:pt x="0" y="933240"/>
                </a:lnTo>
                <a:lnTo>
                  <a:pt x="0" y="971350"/>
                </a:lnTo>
                <a:lnTo>
                  <a:pt x="0" y="1009469"/>
                </a:lnTo>
                <a:lnTo>
                  <a:pt x="0" y="1047579"/>
                </a:lnTo>
                <a:lnTo>
                  <a:pt x="0" y="1085688"/>
                </a:lnTo>
                <a:lnTo>
                  <a:pt x="0" y="1123798"/>
                </a:lnTo>
                <a:lnTo>
                  <a:pt x="0" y="1161917"/>
                </a:lnTo>
                <a:lnTo>
                  <a:pt x="0" y="1200026"/>
                </a:lnTo>
                <a:lnTo>
                  <a:pt x="0" y="1238136"/>
                </a:lnTo>
                <a:lnTo>
                  <a:pt x="0" y="1276255"/>
                </a:lnTo>
                <a:lnTo>
                  <a:pt x="0" y="1314364"/>
                </a:lnTo>
                <a:lnTo>
                  <a:pt x="0" y="1352474"/>
                </a:lnTo>
                <a:lnTo>
                  <a:pt x="0" y="1390593"/>
                </a:lnTo>
                <a:lnTo>
                  <a:pt x="0" y="1428702"/>
                </a:lnTo>
                <a:lnTo>
                  <a:pt x="0" y="1466812"/>
                </a:lnTo>
                <a:lnTo>
                  <a:pt x="0" y="1504921"/>
                </a:lnTo>
                <a:lnTo>
                  <a:pt x="0" y="1543040"/>
                </a:lnTo>
                <a:lnTo>
                  <a:pt x="0" y="1581150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140481BA-CDCF-4A56-8640-6909F7A3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19050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36466F64-77A9-49BF-9243-5DE180BF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1854" y="3025140"/>
            <a:ext cx="842896" cy="461362"/>
          </a:xfrm>
          <a:custGeom xmlns:a="http://schemas.openxmlformats.org/drawingml/2006/main">
            <a:pathLst>
              <a:path w="842896" h="461362">
                <a:moveTo>
                  <a:pt x="842896" y="0"/>
                </a:moveTo>
                <a:lnTo>
                  <a:pt x="839895" y="18793"/>
                </a:lnTo>
                <a:lnTo>
                  <a:pt x="835571" y="37328"/>
                </a:lnTo>
                <a:lnTo>
                  <a:pt x="830266" y="55616"/>
                </a:lnTo>
                <a:lnTo>
                  <a:pt x="824103" y="73628"/>
                </a:lnTo>
                <a:lnTo>
                  <a:pt x="817121" y="91335"/>
                </a:lnTo>
                <a:lnTo>
                  <a:pt x="809387" y="108737"/>
                </a:lnTo>
                <a:lnTo>
                  <a:pt x="800938" y="125787"/>
                </a:lnTo>
                <a:lnTo>
                  <a:pt x="791785" y="142484"/>
                </a:lnTo>
                <a:lnTo>
                  <a:pt x="781974" y="158801"/>
                </a:lnTo>
                <a:lnTo>
                  <a:pt x="771515" y="174708"/>
                </a:lnTo>
                <a:lnTo>
                  <a:pt x="760447" y="190195"/>
                </a:lnTo>
                <a:lnTo>
                  <a:pt x="748798" y="205254"/>
                </a:lnTo>
                <a:lnTo>
                  <a:pt x="736578" y="219856"/>
                </a:lnTo>
                <a:lnTo>
                  <a:pt x="723833" y="233991"/>
                </a:lnTo>
                <a:lnTo>
                  <a:pt x="710575" y="247660"/>
                </a:lnTo>
                <a:lnTo>
                  <a:pt x="696849" y="260852"/>
                </a:lnTo>
                <a:lnTo>
                  <a:pt x="682666" y="273548"/>
                </a:lnTo>
                <a:lnTo>
                  <a:pt x="668055" y="285760"/>
                </a:lnTo>
                <a:lnTo>
                  <a:pt x="653053" y="297475"/>
                </a:lnTo>
                <a:lnTo>
                  <a:pt x="637680" y="308705"/>
                </a:lnTo>
                <a:lnTo>
                  <a:pt x="621963" y="319449"/>
                </a:lnTo>
                <a:lnTo>
                  <a:pt x="605923" y="329708"/>
                </a:lnTo>
                <a:lnTo>
                  <a:pt x="589598" y="339500"/>
                </a:lnTo>
                <a:lnTo>
                  <a:pt x="572986" y="348806"/>
                </a:lnTo>
                <a:lnTo>
                  <a:pt x="556136" y="357664"/>
                </a:lnTo>
                <a:lnTo>
                  <a:pt x="539048" y="366065"/>
                </a:lnTo>
                <a:lnTo>
                  <a:pt x="521760" y="374028"/>
                </a:lnTo>
                <a:lnTo>
                  <a:pt x="504273" y="381562"/>
                </a:lnTo>
                <a:lnTo>
                  <a:pt x="486613" y="388677"/>
                </a:lnTo>
                <a:lnTo>
                  <a:pt x="468792" y="395373"/>
                </a:lnTo>
                <a:lnTo>
                  <a:pt x="450828" y="401679"/>
                </a:lnTo>
                <a:lnTo>
                  <a:pt x="432730" y="407603"/>
                </a:lnTo>
                <a:lnTo>
                  <a:pt x="414518" y="413147"/>
                </a:lnTo>
                <a:lnTo>
                  <a:pt x="396202" y="418328"/>
                </a:lnTo>
                <a:lnTo>
                  <a:pt x="377790" y="423158"/>
                </a:lnTo>
                <a:lnTo>
                  <a:pt x="359283" y="427653"/>
                </a:lnTo>
                <a:lnTo>
                  <a:pt x="340709" y="431816"/>
                </a:lnTo>
                <a:lnTo>
                  <a:pt x="322059" y="435654"/>
                </a:lnTo>
                <a:lnTo>
                  <a:pt x="303352" y="439198"/>
                </a:lnTo>
                <a:lnTo>
                  <a:pt x="284588" y="442427"/>
                </a:lnTo>
                <a:lnTo>
                  <a:pt x="265786" y="445379"/>
                </a:lnTo>
                <a:lnTo>
                  <a:pt x="246926" y="448046"/>
                </a:lnTo>
                <a:lnTo>
                  <a:pt x="228048" y="450447"/>
                </a:lnTo>
                <a:lnTo>
                  <a:pt x="209121" y="452580"/>
                </a:lnTo>
                <a:lnTo>
                  <a:pt x="190176" y="454466"/>
                </a:lnTo>
                <a:lnTo>
                  <a:pt x="171212" y="456114"/>
                </a:lnTo>
                <a:lnTo>
                  <a:pt x="152229" y="457514"/>
                </a:lnTo>
                <a:lnTo>
                  <a:pt x="133226" y="458686"/>
                </a:lnTo>
                <a:lnTo>
                  <a:pt x="114205" y="459638"/>
                </a:lnTo>
                <a:lnTo>
                  <a:pt x="95183" y="460381"/>
                </a:lnTo>
                <a:lnTo>
                  <a:pt x="76152" y="460905"/>
                </a:lnTo>
                <a:lnTo>
                  <a:pt x="57112" y="461229"/>
                </a:lnTo>
                <a:lnTo>
                  <a:pt x="38071" y="461362"/>
                </a:lnTo>
                <a:lnTo>
                  <a:pt x="19040" y="461305"/>
                </a:lnTo>
                <a:lnTo>
                  <a:pt x="0" y="461058"/>
                </a:lnTo>
                <a:lnTo>
                  <a:pt x="13192" y="460686"/>
                </a:lnTo>
                <a:lnTo>
                  <a:pt x="32214" y="459848"/>
                </a:lnTo>
                <a:lnTo>
                  <a:pt x="51216" y="458610"/>
                </a:lnTo>
                <a:lnTo>
                  <a:pt x="70180" y="457019"/>
                </a:lnTo>
                <a:lnTo>
                  <a:pt x="89125" y="455085"/>
                </a:lnTo>
                <a:lnTo>
                  <a:pt x="108023" y="452799"/>
                </a:lnTo>
                <a:lnTo>
                  <a:pt x="126883" y="450161"/>
                </a:lnTo>
                <a:lnTo>
                  <a:pt x="145685" y="447161"/>
                </a:lnTo>
                <a:lnTo>
                  <a:pt x="164421" y="443779"/>
                </a:lnTo>
                <a:lnTo>
                  <a:pt x="183080" y="440007"/>
                </a:lnTo>
                <a:lnTo>
                  <a:pt x="201654" y="435816"/>
                </a:lnTo>
                <a:lnTo>
                  <a:pt x="220113" y="431187"/>
                </a:lnTo>
                <a:lnTo>
                  <a:pt x="238458" y="426091"/>
                </a:lnTo>
                <a:lnTo>
                  <a:pt x="256651" y="420491"/>
                </a:lnTo>
                <a:lnTo>
                  <a:pt x="274682" y="414347"/>
                </a:lnTo>
                <a:lnTo>
                  <a:pt x="292494" y="407641"/>
                </a:lnTo>
                <a:lnTo>
                  <a:pt x="310058" y="400307"/>
                </a:lnTo>
                <a:lnTo>
                  <a:pt x="327336" y="392306"/>
                </a:lnTo>
                <a:lnTo>
                  <a:pt x="344262" y="383581"/>
                </a:lnTo>
                <a:lnTo>
                  <a:pt x="360750" y="374075"/>
                </a:lnTo>
                <a:lnTo>
                  <a:pt x="376742" y="363741"/>
                </a:lnTo>
                <a:lnTo>
                  <a:pt x="392106" y="352511"/>
                </a:lnTo>
                <a:lnTo>
                  <a:pt x="406746" y="340338"/>
                </a:lnTo>
                <a:lnTo>
                  <a:pt x="420510" y="327193"/>
                </a:lnTo>
                <a:lnTo>
                  <a:pt x="433235" y="313039"/>
                </a:lnTo>
                <a:lnTo>
                  <a:pt x="444779" y="297904"/>
                </a:lnTo>
                <a:lnTo>
                  <a:pt x="454971" y="281826"/>
                </a:lnTo>
                <a:lnTo>
                  <a:pt x="463667" y="264900"/>
                </a:lnTo>
                <a:lnTo>
                  <a:pt x="470764" y="247240"/>
                </a:lnTo>
                <a:lnTo>
                  <a:pt x="476221" y="229010"/>
                </a:lnTo>
                <a:lnTo>
                  <a:pt x="480031" y="210360"/>
                </a:lnTo>
                <a:lnTo>
                  <a:pt x="482241" y="191462"/>
                </a:lnTo>
                <a:lnTo>
                  <a:pt x="482946" y="172441"/>
                </a:lnTo>
                <a:lnTo>
                  <a:pt x="482260" y="153410"/>
                </a:lnTo>
                <a:lnTo>
                  <a:pt x="493805" y="144532"/>
                </a:lnTo>
                <a:lnTo>
                  <a:pt x="512464" y="140741"/>
                </a:lnTo>
                <a:lnTo>
                  <a:pt x="531038" y="136541"/>
                </a:lnTo>
                <a:lnTo>
                  <a:pt x="549526" y="131988"/>
                </a:lnTo>
                <a:lnTo>
                  <a:pt x="567919" y="127102"/>
                </a:lnTo>
                <a:lnTo>
                  <a:pt x="586235" y="121882"/>
                </a:lnTo>
                <a:lnTo>
                  <a:pt x="604447" y="116338"/>
                </a:lnTo>
                <a:lnTo>
                  <a:pt x="622554" y="110471"/>
                </a:lnTo>
                <a:lnTo>
                  <a:pt x="640556" y="104270"/>
                </a:lnTo>
                <a:lnTo>
                  <a:pt x="658435" y="97727"/>
                </a:lnTo>
                <a:lnTo>
                  <a:pt x="676189" y="90840"/>
                </a:lnTo>
                <a:lnTo>
                  <a:pt x="693791" y="83601"/>
                </a:lnTo>
                <a:lnTo>
                  <a:pt x="711241" y="75990"/>
                </a:lnTo>
                <a:lnTo>
                  <a:pt x="728520" y="67989"/>
                </a:lnTo>
                <a:lnTo>
                  <a:pt x="745617" y="59607"/>
                </a:lnTo>
                <a:lnTo>
                  <a:pt x="762495" y="50797"/>
                </a:lnTo>
                <a:lnTo>
                  <a:pt x="779145" y="41577"/>
                </a:lnTo>
                <a:lnTo>
                  <a:pt x="795547" y="31899"/>
                </a:lnTo>
                <a:lnTo>
                  <a:pt x="811654" y="21755"/>
                </a:lnTo>
                <a:lnTo>
                  <a:pt x="827456" y="11125"/>
                </a:lnTo>
                <a:lnTo>
                  <a:pt x="84289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16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35D37EAC-13F4-4434-B907-7255F4B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764" y="5076825"/>
            <a:ext cx="3143374" cy="506492"/>
          </a:xfrm>
          <a:custGeom xmlns:a="http://schemas.openxmlformats.org/drawingml/2006/main">
            <a:pathLst>
              <a:path w="3143374" h="506492">
                <a:moveTo>
                  <a:pt x="3142736" y="0"/>
                </a:moveTo>
                <a:lnTo>
                  <a:pt x="3143374" y="28813"/>
                </a:lnTo>
                <a:lnTo>
                  <a:pt x="3141888" y="57607"/>
                </a:lnTo>
                <a:lnTo>
                  <a:pt x="3138649" y="86249"/>
                </a:lnTo>
                <a:lnTo>
                  <a:pt x="3133754" y="114662"/>
                </a:lnTo>
                <a:lnTo>
                  <a:pt x="3127210" y="142732"/>
                </a:lnTo>
                <a:lnTo>
                  <a:pt x="3119009" y="170374"/>
                </a:lnTo>
                <a:lnTo>
                  <a:pt x="3109141" y="197453"/>
                </a:lnTo>
                <a:lnTo>
                  <a:pt x="3097587" y="223866"/>
                </a:lnTo>
                <a:lnTo>
                  <a:pt x="3084347" y="249469"/>
                </a:lnTo>
                <a:lnTo>
                  <a:pt x="3069450" y="274149"/>
                </a:lnTo>
                <a:lnTo>
                  <a:pt x="3052915" y="297761"/>
                </a:lnTo>
                <a:lnTo>
                  <a:pt x="3034817" y="320202"/>
                </a:lnTo>
                <a:lnTo>
                  <a:pt x="3015244" y="341366"/>
                </a:lnTo>
                <a:lnTo>
                  <a:pt x="2994289" y="361159"/>
                </a:lnTo>
                <a:lnTo>
                  <a:pt x="2972086" y="379552"/>
                </a:lnTo>
                <a:lnTo>
                  <a:pt x="2948759" y="396488"/>
                </a:lnTo>
                <a:lnTo>
                  <a:pt x="2924442" y="411975"/>
                </a:lnTo>
                <a:lnTo>
                  <a:pt x="2899277" y="426025"/>
                </a:lnTo>
                <a:lnTo>
                  <a:pt x="2873369" y="438664"/>
                </a:lnTo>
                <a:lnTo>
                  <a:pt x="2846842" y="449961"/>
                </a:lnTo>
                <a:lnTo>
                  <a:pt x="2819800" y="459953"/>
                </a:lnTo>
                <a:lnTo>
                  <a:pt x="2792330" y="468716"/>
                </a:lnTo>
                <a:lnTo>
                  <a:pt x="2764526" y="476317"/>
                </a:lnTo>
                <a:lnTo>
                  <a:pt x="2736437" y="482822"/>
                </a:lnTo>
                <a:lnTo>
                  <a:pt x="2708129" y="488299"/>
                </a:lnTo>
                <a:lnTo>
                  <a:pt x="2679659" y="492814"/>
                </a:lnTo>
                <a:lnTo>
                  <a:pt x="2651055" y="496424"/>
                </a:lnTo>
                <a:lnTo>
                  <a:pt x="2622356" y="499196"/>
                </a:lnTo>
                <a:lnTo>
                  <a:pt x="2593591" y="501177"/>
                </a:lnTo>
                <a:lnTo>
                  <a:pt x="2564768" y="501920"/>
                </a:lnTo>
                <a:lnTo>
                  <a:pt x="2535936" y="502349"/>
                </a:lnTo>
                <a:lnTo>
                  <a:pt x="2507113" y="502682"/>
                </a:lnTo>
                <a:lnTo>
                  <a:pt x="2478281" y="502958"/>
                </a:lnTo>
                <a:lnTo>
                  <a:pt x="2449449" y="503206"/>
                </a:lnTo>
                <a:lnTo>
                  <a:pt x="2420617" y="503434"/>
                </a:lnTo>
                <a:lnTo>
                  <a:pt x="2391785" y="503634"/>
                </a:lnTo>
                <a:lnTo>
                  <a:pt x="2362952" y="503815"/>
                </a:lnTo>
                <a:lnTo>
                  <a:pt x="2334120" y="503987"/>
                </a:lnTo>
                <a:lnTo>
                  <a:pt x="2305288" y="504139"/>
                </a:lnTo>
                <a:lnTo>
                  <a:pt x="2276456" y="504301"/>
                </a:lnTo>
                <a:lnTo>
                  <a:pt x="2247624" y="504434"/>
                </a:lnTo>
                <a:lnTo>
                  <a:pt x="2218792" y="504568"/>
                </a:lnTo>
                <a:lnTo>
                  <a:pt x="2189959" y="504701"/>
                </a:lnTo>
                <a:lnTo>
                  <a:pt x="2161127" y="504815"/>
                </a:lnTo>
                <a:lnTo>
                  <a:pt x="2132295" y="504930"/>
                </a:lnTo>
                <a:lnTo>
                  <a:pt x="2103463" y="505044"/>
                </a:lnTo>
                <a:lnTo>
                  <a:pt x="2074640" y="505139"/>
                </a:lnTo>
                <a:lnTo>
                  <a:pt x="2045808" y="505235"/>
                </a:lnTo>
                <a:lnTo>
                  <a:pt x="2016976" y="505330"/>
                </a:lnTo>
                <a:lnTo>
                  <a:pt x="1988144" y="505425"/>
                </a:lnTo>
                <a:lnTo>
                  <a:pt x="1959312" y="505501"/>
                </a:lnTo>
                <a:lnTo>
                  <a:pt x="1930479" y="505587"/>
                </a:lnTo>
                <a:lnTo>
                  <a:pt x="1901647" y="505663"/>
                </a:lnTo>
                <a:lnTo>
                  <a:pt x="1872815" y="505739"/>
                </a:lnTo>
                <a:lnTo>
                  <a:pt x="1843983" y="505806"/>
                </a:lnTo>
                <a:lnTo>
                  <a:pt x="1815151" y="505873"/>
                </a:lnTo>
                <a:lnTo>
                  <a:pt x="1786319" y="505939"/>
                </a:lnTo>
                <a:lnTo>
                  <a:pt x="1757486" y="505987"/>
                </a:lnTo>
                <a:lnTo>
                  <a:pt x="1728654" y="506044"/>
                </a:lnTo>
                <a:lnTo>
                  <a:pt x="1699822" y="506101"/>
                </a:lnTo>
                <a:lnTo>
                  <a:pt x="1670990" y="506149"/>
                </a:lnTo>
                <a:lnTo>
                  <a:pt x="1642158" y="506197"/>
                </a:lnTo>
                <a:lnTo>
                  <a:pt x="1613325" y="506235"/>
                </a:lnTo>
                <a:lnTo>
                  <a:pt x="1584493" y="506273"/>
                </a:lnTo>
                <a:lnTo>
                  <a:pt x="1555661" y="506311"/>
                </a:lnTo>
                <a:lnTo>
                  <a:pt x="1526829" y="506339"/>
                </a:lnTo>
                <a:lnTo>
                  <a:pt x="1497997" y="506368"/>
                </a:lnTo>
                <a:lnTo>
                  <a:pt x="1469165" y="506406"/>
                </a:lnTo>
                <a:lnTo>
                  <a:pt x="1440332" y="506425"/>
                </a:lnTo>
                <a:lnTo>
                  <a:pt x="1411500" y="506444"/>
                </a:lnTo>
                <a:lnTo>
                  <a:pt x="1382668" y="506463"/>
                </a:lnTo>
                <a:lnTo>
                  <a:pt x="1353836" y="506482"/>
                </a:lnTo>
                <a:lnTo>
                  <a:pt x="1325004" y="506492"/>
                </a:lnTo>
                <a:lnTo>
                  <a:pt x="1296172" y="506492"/>
                </a:lnTo>
                <a:lnTo>
                  <a:pt x="1267339" y="506492"/>
                </a:lnTo>
                <a:lnTo>
                  <a:pt x="1238507" y="506482"/>
                </a:lnTo>
                <a:lnTo>
                  <a:pt x="1209675" y="506482"/>
                </a:lnTo>
                <a:lnTo>
                  <a:pt x="1180843" y="506482"/>
                </a:lnTo>
                <a:lnTo>
                  <a:pt x="1152011" y="506482"/>
                </a:lnTo>
                <a:lnTo>
                  <a:pt x="1123178" y="506482"/>
                </a:lnTo>
                <a:lnTo>
                  <a:pt x="1094346" y="506473"/>
                </a:lnTo>
                <a:lnTo>
                  <a:pt x="1065514" y="506444"/>
                </a:lnTo>
                <a:lnTo>
                  <a:pt x="1036682" y="506425"/>
                </a:lnTo>
                <a:lnTo>
                  <a:pt x="1007850" y="506406"/>
                </a:lnTo>
                <a:lnTo>
                  <a:pt x="979018" y="506378"/>
                </a:lnTo>
                <a:lnTo>
                  <a:pt x="950185" y="506339"/>
                </a:lnTo>
                <a:lnTo>
                  <a:pt x="921353" y="506301"/>
                </a:lnTo>
                <a:lnTo>
                  <a:pt x="892521" y="506263"/>
                </a:lnTo>
                <a:lnTo>
                  <a:pt x="863689" y="506216"/>
                </a:lnTo>
                <a:lnTo>
                  <a:pt x="834857" y="506159"/>
                </a:lnTo>
                <a:lnTo>
                  <a:pt x="806025" y="506111"/>
                </a:lnTo>
                <a:lnTo>
                  <a:pt x="777192" y="506054"/>
                </a:lnTo>
                <a:lnTo>
                  <a:pt x="748360" y="505987"/>
                </a:lnTo>
                <a:lnTo>
                  <a:pt x="719528" y="505911"/>
                </a:lnTo>
                <a:lnTo>
                  <a:pt x="690696" y="505835"/>
                </a:lnTo>
                <a:lnTo>
                  <a:pt x="661864" y="505758"/>
                </a:lnTo>
                <a:lnTo>
                  <a:pt x="633031" y="505663"/>
                </a:lnTo>
                <a:lnTo>
                  <a:pt x="604199" y="505568"/>
                </a:lnTo>
                <a:lnTo>
                  <a:pt x="575367" y="505473"/>
                </a:lnTo>
                <a:lnTo>
                  <a:pt x="546535" y="505358"/>
                </a:lnTo>
                <a:lnTo>
                  <a:pt x="517703" y="505235"/>
                </a:lnTo>
                <a:lnTo>
                  <a:pt x="488871" y="505111"/>
                </a:lnTo>
                <a:lnTo>
                  <a:pt x="460038" y="504977"/>
                </a:lnTo>
                <a:lnTo>
                  <a:pt x="431206" y="504825"/>
                </a:lnTo>
                <a:lnTo>
                  <a:pt x="402374" y="504673"/>
                </a:lnTo>
                <a:lnTo>
                  <a:pt x="373542" y="504511"/>
                </a:lnTo>
                <a:lnTo>
                  <a:pt x="344710" y="504330"/>
                </a:lnTo>
                <a:lnTo>
                  <a:pt x="315878" y="504130"/>
                </a:lnTo>
                <a:lnTo>
                  <a:pt x="287045" y="503920"/>
                </a:lnTo>
                <a:lnTo>
                  <a:pt x="258223" y="503682"/>
                </a:lnTo>
                <a:lnTo>
                  <a:pt x="229391" y="503425"/>
                </a:lnTo>
                <a:lnTo>
                  <a:pt x="200558" y="503139"/>
                </a:lnTo>
                <a:lnTo>
                  <a:pt x="171726" y="502815"/>
                </a:lnTo>
                <a:lnTo>
                  <a:pt x="142894" y="502453"/>
                </a:lnTo>
                <a:lnTo>
                  <a:pt x="114071" y="502044"/>
                </a:lnTo>
                <a:lnTo>
                  <a:pt x="85239" y="501558"/>
                </a:lnTo>
                <a:lnTo>
                  <a:pt x="56417" y="500939"/>
                </a:lnTo>
                <a:lnTo>
                  <a:pt x="27594" y="500110"/>
                </a:lnTo>
                <a:lnTo>
                  <a:pt x="6610" y="491080"/>
                </a:lnTo>
                <a:lnTo>
                  <a:pt x="5877" y="462258"/>
                </a:lnTo>
                <a:lnTo>
                  <a:pt x="5144" y="433435"/>
                </a:lnTo>
                <a:lnTo>
                  <a:pt x="4410" y="404612"/>
                </a:lnTo>
                <a:lnTo>
                  <a:pt x="3677" y="375790"/>
                </a:lnTo>
                <a:lnTo>
                  <a:pt x="2943" y="346967"/>
                </a:lnTo>
                <a:lnTo>
                  <a:pt x="2200" y="318145"/>
                </a:lnTo>
                <a:lnTo>
                  <a:pt x="1467" y="289322"/>
                </a:lnTo>
                <a:lnTo>
                  <a:pt x="733" y="260499"/>
                </a:lnTo>
                <a:lnTo>
                  <a:pt x="0" y="231677"/>
                </a:lnTo>
                <a:lnTo>
                  <a:pt x="8077" y="211084"/>
                </a:lnTo>
                <a:lnTo>
                  <a:pt x="36890" y="209941"/>
                </a:lnTo>
                <a:lnTo>
                  <a:pt x="65703" y="208940"/>
                </a:lnTo>
                <a:lnTo>
                  <a:pt x="94526" y="208064"/>
                </a:lnTo>
                <a:lnTo>
                  <a:pt x="123349" y="207312"/>
                </a:lnTo>
                <a:lnTo>
                  <a:pt x="152171" y="206673"/>
                </a:lnTo>
                <a:lnTo>
                  <a:pt x="180994" y="206140"/>
                </a:lnTo>
                <a:lnTo>
                  <a:pt x="209826" y="205702"/>
                </a:lnTo>
                <a:lnTo>
                  <a:pt x="238658" y="205359"/>
                </a:lnTo>
                <a:lnTo>
                  <a:pt x="267491" y="205102"/>
                </a:lnTo>
                <a:lnTo>
                  <a:pt x="296323" y="204921"/>
                </a:lnTo>
                <a:lnTo>
                  <a:pt x="325155" y="204826"/>
                </a:lnTo>
                <a:lnTo>
                  <a:pt x="353987" y="204788"/>
                </a:lnTo>
                <a:lnTo>
                  <a:pt x="382819" y="204816"/>
                </a:lnTo>
                <a:lnTo>
                  <a:pt x="411651" y="204911"/>
                </a:lnTo>
                <a:lnTo>
                  <a:pt x="440484" y="205054"/>
                </a:lnTo>
                <a:lnTo>
                  <a:pt x="469306" y="205264"/>
                </a:lnTo>
                <a:lnTo>
                  <a:pt x="498138" y="205521"/>
                </a:lnTo>
                <a:lnTo>
                  <a:pt x="526971" y="205826"/>
                </a:lnTo>
                <a:lnTo>
                  <a:pt x="555803" y="206178"/>
                </a:lnTo>
                <a:lnTo>
                  <a:pt x="584635" y="206569"/>
                </a:lnTo>
                <a:lnTo>
                  <a:pt x="613458" y="207007"/>
                </a:lnTo>
                <a:lnTo>
                  <a:pt x="642290" y="207483"/>
                </a:lnTo>
                <a:lnTo>
                  <a:pt x="671112" y="207988"/>
                </a:lnTo>
                <a:lnTo>
                  <a:pt x="699945" y="208531"/>
                </a:lnTo>
                <a:lnTo>
                  <a:pt x="728767" y="209112"/>
                </a:lnTo>
                <a:lnTo>
                  <a:pt x="757599" y="209721"/>
                </a:lnTo>
                <a:lnTo>
                  <a:pt x="786422" y="210350"/>
                </a:lnTo>
                <a:lnTo>
                  <a:pt x="815245" y="211026"/>
                </a:lnTo>
                <a:lnTo>
                  <a:pt x="844067" y="211703"/>
                </a:lnTo>
                <a:lnTo>
                  <a:pt x="872890" y="212417"/>
                </a:lnTo>
                <a:lnTo>
                  <a:pt x="901713" y="213141"/>
                </a:lnTo>
                <a:lnTo>
                  <a:pt x="930535" y="213893"/>
                </a:lnTo>
                <a:lnTo>
                  <a:pt x="959358" y="214655"/>
                </a:lnTo>
                <a:lnTo>
                  <a:pt x="988181" y="215446"/>
                </a:lnTo>
                <a:lnTo>
                  <a:pt x="1017003" y="216246"/>
                </a:lnTo>
                <a:lnTo>
                  <a:pt x="1045826" y="217056"/>
                </a:lnTo>
                <a:lnTo>
                  <a:pt x="1074639" y="217884"/>
                </a:lnTo>
                <a:lnTo>
                  <a:pt x="1103462" y="218732"/>
                </a:lnTo>
                <a:lnTo>
                  <a:pt x="1132284" y="219580"/>
                </a:lnTo>
                <a:lnTo>
                  <a:pt x="1161107" y="220437"/>
                </a:lnTo>
                <a:lnTo>
                  <a:pt x="1189920" y="221294"/>
                </a:lnTo>
                <a:lnTo>
                  <a:pt x="1218743" y="222161"/>
                </a:lnTo>
                <a:lnTo>
                  <a:pt x="1247556" y="223028"/>
                </a:lnTo>
                <a:lnTo>
                  <a:pt x="1276379" y="223904"/>
                </a:lnTo>
                <a:lnTo>
                  <a:pt x="1305201" y="224780"/>
                </a:lnTo>
                <a:lnTo>
                  <a:pt x="1334014" y="225657"/>
                </a:lnTo>
                <a:lnTo>
                  <a:pt x="1362837" y="226533"/>
                </a:lnTo>
                <a:lnTo>
                  <a:pt x="1391650" y="227409"/>
                </a:lnTo>
                <a:lnTo>
                  <a:pt x="1420473" y="228286"/>
                </a:lnTo>
                <a:lnTo>
                  <a:pt x="1449295" y="229152"/>
                </a:lnTo>
                <a:lnTo>
                  <a:pt x="1478109" y="230010"/>
                </a:lnTo>
                <a:lnTo>
                  <a:pt x="1506931" y="230867"/>
                </a:lnTo>
                <a:lnTo>
                  <a:pt x="1535754" y="231715"/>
                </a:lnTo>
                <a:lnTo>
                  <a:pt x="1564567" y="232543"/>
                </a:lnTo>
                <a:lnTo>
                  <a:pt x="1593390" y="233363"/>
                </a:lnTo>
                <a:lnTo>
                  <a:pt x="1622212" y="234172"/>
                </a:lnTo>
                <a:lnTo>
                  <a:pt x="1651035" y="234963"/>
                </a:lnTo>
                <a:lnTo>
                  <a:pt x="1679858" y="235734"/>
                </a:lnTo>
                <a:lnTo>
                  <a:pt x="1708680" y="236487"/>
                </a:lnTo>
                <a:lnTo>
                  <a:pt x="1737503" y="237230"/>
                </a:lnTo>
                <a:lnTo>
                  <a:pt x="1766326" y="237935"/>
                </a:lnTo>
                <a:lnTo>
                  <a:pt x="1795148" y="238620"/>
                </a:lnTo>
                <a:lnTo>
                  <a:pt x="1823971" y="239278"/>
                </a:lnTo>
                <a:lnTo>
                  <a:pt x="1852793" y="239906"/>
                </a:lnTo>
                <a:lnTo>
                  <a:pt x="1881626" y="240506"/>
                </a:lnTo>
                <a:lnTo>
                  <a:pt x="1910448" y="241059"/>
                </a:lnTo>
                <a:lnTo>
                  <a:pt x="1939280" y="241583"/>
                </a:lnTo>
                <a:lnTo>
                  <a:pt x="1968103" y="242068"/>
                </a:lnTo>
                <a:lnTo>
                  <a:pt x="1996935" y="242507"/>
                </a:lnTo>
                <a:lnTo>
                  <a:pt x="2025767" y="242907"/>
                </a:lnTo>
                <a:lnTo>
                  <a:pt x="2054590" y="243240"/>
                </a:lnTo>
                <a:lnTo>
                  <a:pt x="2083422" y="243526"/>
                </a:lnTo>
                <a:lnTo>
                  <a:pt x="2112254" y="243754"/>
                </a:lnTo>
                <a:lnTo>
                  <a:pt x="2141087" y="243916"/>
                </a:lnTo>
                <a:lnTo>
                  <a:pt x="2169919" y="244011"/>
                </a:lnTo>
                <a:lnTo>
                  <a:pt x="2198751" y="244031"/>
                </a:lnTo>
                <a:lnTo>
                  <a:pt x="2227583" y="243964"/>
                </a:lnTo>
                <a:lnTo>
                  <a:pt x="2256415" y="243811"/>
                </a:lnTo>
                <a:lnTo>
                  <a:pt x="2285248" y="243564"/>
                </a:lnTo>
                <a:lnTo>
                  <a:pt x="2314080" y="243211"/>
                </a:lnTo>
                <a:lnTo>
                  <a:pt x="2342902" y="242735"/>
                </a:lnTo>
                <a:lnTo>
                  <a:pt x="2371735" y="242145"/>
                </a:lnTo>
                <a:lnTo>
                  <a:pt x="2400557" y="241402"/>
                </a:lnTo>
                <a:lnTo>
                  <a:pt x="2429370" y="240497"/>
                </a:lnTo>
                <a:lnTo>
                  <a:pt x="2458183" y="239430"/>
                </a:lnTo>
                <a:lnTo>
                  <a:pt x="2486987" y="238154"/>
                </a:lnTo>
                <a:lnTo>
                  <a:pt x="2515781" y="236658"/>
                </a:lnTo>
                <a:lnTo>
                  <a:pt x="2544556" y="234906"/>
                </a:lnTo>
                <a:lnTo>
                  <a:pt x="2573322" y="232858"/>
                </a:lnTo>
                <a:lnTo>
                  <a:pt x="2602049" y="230457"/>
                </a:lnTo>
                <a:lnTo>
                  <a:pt x="2630748" y="227657"/>
                </a:lnTo>
                <a:lnTo>
                  <a:pt x="2659390" y="224342"/>
                </a:lnTo>
                <a:lnTo>
                  <a:pt x="2687945" y="220409"/>
                </a:lnTo>
                <a:lnTo>
                  <a:pt x="2716387" y="215665"/>
                </a:lnTo>
                <a:lnTo>
                  <a:pt x="2744619" y="209845"/>
                </a:lnTo>
                <a:lnTo>
                  <a:pt x="2772489" y="202482"/>
                </a:lnTo>
                <a:lnTo>
                  <a:pt x="2799588" y="192681"/>
                </a:lnTo>
                <a:lnTo>
                  <a:pt x="2824544" y="178394"/>
                </a:lnTo>
                <a:lnTo>
                  <a:pt x="2840565" y="155162"/>
                </a:lnTo>
                <a:lnTo>
                  <a:pt x="2860615" y="141494"/>
                </a:lnTo>
                <a:lnTo>
                  <a:pt x="2888142" y="132902"/>
                </a:lnTo>
                <a:lnTo>
                  <a:pt x="2915307" y="123263"/>
                </a:lnTo>
                <a:lnTo>
                  <a:pt x="2942149" y="112728"/>
                </a:lnTo>
                <a:lnTo>
                  <a:pt x="2968628" y="101336"/>
                </a:lnTo>
                <a:lnTo>
                  <a:pt x="2994755" y="89144"/>
                </a:lnTo>
                <a:lnTo>
                  <a:pt x="3020501" y="76171"/>
                </a:lnTo>
                <a:lnTo>
                  <a:pt x="3045847" y="62436"/>
                </a:lnTo>
                <a:lnTo>
                  <a:pt x="3070774" y="47939"/>
                </a:lnTo>
                <a:lnTo>
                  <a:pt x="3095244" y="32699"/>
                </a:lnTo>
                <a:lnTo>
                  <a:pt x="3119247" y="16716"/>
                </a:lnTo>
                <a:lnTo>
                  <a:pt x="3142736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03B5AAA8-0C7A-421C-970B-337FC716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00500"/>
            <a:ext cx="3143250" cy="1581150"/>
          </a:xfrm>
          <a:custGeom xmlns:a="http://schemas.openxmlformats.org/drawingml/2006/main">
            <a:pathLst>
              <a:path w="3143250" h="1581150">
                <a:moveTo>
                  <a:pt x="0" y="1581150"/>
                </a:moveTo>
                <a:lnTo>
                  <a:pt x="38110" y="1581150"/>
                </a:lnTo>
                <a:lnTo>
                  <a:pt x="76229" y="1581150"/>
                </a:lnTo>
                <a:lnTo>
                  <a:pt x="114338" y="1581150"/>
                </a:lnTo>
                <a:lnTo>
                  <a:pt x="152448" y="1581150"/>
                </a:lnTo>
                <a:lnTo>
                  <a:pt x="190557" y="1581150"/>
                </a:lnTo>
                <a:lnTo>
                  <a:pt x="228676" y="1581150"/>
                </a:lnTo>
                <a:lnTo>
                  <a:pt x="266786" y="1581150"/>
                </a:lnTo>
                <a:lnTo>
                  <a:pt x="304895" y="1581150"/>
                </a:lnTo>
                <a:lnTo>
                  <a:pt x="343014" y="1581150"/>
                </a:lnTo>
                <a:lnTo>
                  <a:pt x="381124" y="1581150"/>
                </a:lnTo>
                <a:lnTo>
                  <a:pt x="419233" y="1581150"/>
                </a:lnTo>
                <a:lnTo>
                  <a:pt x="457343" y="1581150"/>
                </a:lnTo>
                <a:lnTo>
                  <a:pt x="495462" y="1581150"/>
                </a:lnTo>
                <a:lnTo>
                  <a:pt x="533571" y="1581150"/>
                </a:lnTo>
                <a:lnTo>
                  <a:pt x="571681" y="1581150"/>
                </a:lnTo>
                <a:lnTo>
                  <a:pt x="609800" y="1581150"/>
                </a:lnTo>
                <a:lnTo>
                  <a:pt x="647910" y="1581150"/>
                </a:lnTo>
                <a:lnTo>
                  <a:pt x="686019" y="1581150"/>
                </a:lnTo>
                <a:lnTo>
                  <a:pt x="724138" y="1581150"/>
                </a:lnTo>
                <a:lnTo>
                  <a:pt x="762248" y="1581150"/>
                </a:lnTo>
                <a:lnTo>
                  <a:pt x="800357" y="1581150"/>
                </a:lnTo>
                <a:lnTo>
                  <a:pt x="838467" y="1581150"/>
                </a:lnTo>
                <a:lnTo>
                  <a:pt x="876586" y="1581150"/>
                </a:lnTo>
                <a:lnTo>
                  <a:pt x="914695" y="1581150"/>
                </a:lnTo>
                <a:lnTo>
                  <a:pt x="952805" y="1581150"/>
                </a:lnTo>
                <a:lnTo>
                  <a:pt x="990924" y="1581150"/>
                </a:lnTo>
                <a:lnTo>
                  <a:pt x="1029033" y="1581150"/>
                </a:lnTo>
                <a:lnTo>
                  <a:pt x="1067143" y="1581150"/>
                </a:lnTo>
                <a:lnTo>
                  <a:pt x="1105252" y="1581150"/>
                </a:lnTo>
                <a:lnTo>
                  <a:pt x="1143371" y="1581150"/>
                </a:lnTo>
                <a:lnTo>
                  <a:pt x="1181481" y="1581150"/>
                </a:lnTo>
                <a:lnTo>
                  <a:pt x="1219591" y="1581150"/>
                </a:lnTo>
                <a:lnTo>
                  <a:pt x="1257710" y="1581150"/>
                </a:lnTo>
                <a:lnTo>
                  <a:pt x="1295819" y="1581150"/>
                </a:lnTo>
                <a:lnTo>
                  <a:pt x="1333929" y="1581150"/>
                </a:lnTo>
                <a:lnTo>
                  <a:pt x="1372038" y="1581150"/>
                </a:lnTo>
                <a:lnTo>
                  <a:pt x="1410157" y="1581150"/>
                </a:lnTo>
                <a:lnTo>
                  <a:pt x="1448267" y="1581150"/>
                </a:lnTo>
                <a:lnTo>
                  <a:pt x="1486376" y="1581150"/>
                </a:lnTo>
                <a:lnTo>
                  <a:pt x="1524495" y="1581150"/>
                </a:lnTo>
                <a:lnTo>
                  <a:pt x="1562605" y="1581150"/>
                </a:lnTo>
                <a:lnTo>
                  <a:pt x="1600714" y="1581150"/>
                </a:lnTo>
                <a:lnTo>
                  <a:pt x="1638833" y="1581150"/>
                </a:lnTo>
                <a:lnTo>
                  <a:pt x="1676943" y="1581150"/>
                </a:lnTo>
                <a:lnTo>
                  <a:pt x="1715052" y="1581150"/>
                </a:lnTo>
                <a:lnTo>
                  <a:pt x="1753162" y="1581150"/>
                </a:lnTo>
                <a:lnTo>
                  <a:pt x="1791281" y="1581150"/>
                </a:lnTo>
                <a:lnTo>
                  <a:pt x="1829391" y="1581150"/>
                </a:lnTo>
                <a:lnTo>
                  <a:pt x="1867500" y="1581150"/>
                </a:lnTo>
                <a:lnTo>
                  <a:pt x="1905619" y="1581150"/>
                </a:lnTo>
                <a:lnTo>
                  <a:pt x="1943729" y="1581150"/>
                </a:lnTo>
                <a:lnTo>
                  <a:pt x="1981838" y="1581150"/>
                </a:lnTo>
                <a:lnTo>
                  <a:pt x="2019948" y="1581150"/>
                </a:lnTo>
                <a:lnTo>
                  <a:pt x="2058067" y="1581150"/>
                </a:lnTo>
                <a:lnTo>
                  <a:pt x="2096176" y="1581150"/>
                </a:lnTo>
                <a:lnTo>
                  <a:pt x="2134286" y="1581150"/>
                </a:lnTo>
                <a:lnTo>
                  <a:pt x="2172405" y="1581150"/>
                </a:lnTo>
                <a:lnTo>
                  <a:pt x="2210514" y="1581150"/>
                </a:lnTo>
                <a:lnTo>
                  <a:pt x="2248624" y="1581150"/>
                </a:lnTo>
                <a:lnTo>
                  <a:pt x="2286733" y="1581150"/>
                </a:lnTo>
                <a:lnTo>
                  <a:pt x="2324852" y="1581150"/>
                </a:lnTo>
                <a:lnTo>
                  <a:pt x="2362962" y="1581150"/>
                </a:lnTo>
                <a:lnTo>
                  <a:pt x="2400795" y="1577359"/>
                </a:lnTo>
                <a:lnTo>
                  <a:pt x="2438495" y="1571787"/>
                </a:lnTo>
                <a:lnTo>
                  <a:pt x="2476205" y="1566215"/>
                </a:lnTo>
                <a:lnTo>
                  <a:pt x="2513905" y="1560633"/>
                </a:lnTo>
                <a:lnTo>
                  <a:pt x="2551605" y="1555061"/>
                </a:lnTo>
                <a:lnTo>
                  <a:pt x="2589305" y="1549489"/>
                </a:lnTo>
                <a:lnTo>
                  <a:pt x="2627014" y="1543917"/>
                </a:lnTo>
                <a:lnTo>
                  <a:pt x="2663276" y="1535211"/>
                </a:lnTo>
                <a:lnTo>
                  <a:pt x="2692108" y="1510284"/>
                </a:lnTo>
                <a:lnTo>
                  <a:pt x="2720931" y="1485348"/>
                </a:lnTo>
                <a:lnTo>
                  <a:pt x="2749763" y="1460421"/>
                </a:lnTo>
                <a:lnTo>
                  <a:pt x="2778595" y="1435494"/>
                </a:lnTo>
                <a:lnTo>
                  <a:pt x="2807418" y="1410557"/>
                </a:lnTo>
                <a:lnTo>
                  <a:pt x="2836250" y="1385630"/>
                </a:lnTo>
                <a:lnTo>
                  <a:pt x="2865072" y="1360703"/>
                </a:lnTo>
                <a:lnTo>
                  <a:pt x="2893905" y="1335767"/>
                </a:lnTo>
                <a:lnTo>
                  <a:pt x="2922727" y="1310840"/>
                </a:lnTo>
                <a:lnTo>
                  <a:pt x="2951559" y="1285913"/>
                </a:lnTo>
                <a:lnTo>
                  <a:pt x="2980382" y="1260986"/>
                </a:lnTo>
                <a:lnTo>
                  <a:pt x="3009214" y="1236050"/>
                </a:lnTo>
                <a:lnTo>
                  <a:pt x="3038046" y="1211123"/>
                </a:lnTo>
                <a:lnTo>
                  <a:pt x="3066869" y="1186196"/>
                </a:lnTo>
                <a:lnTo>
                  <a:pt x="3095701" y="1161259"/>
                </a:lnTo>
                <a:lnTo>
                  <a:pt x="3124524" y="1136333"/>
                </a:lnTo>
                <a:lnTo>
                  <a:pt x="3143250" y="1106786"/>
                </a:lnTo>
                <a:lnTo>
                  <a:pt x="3143250" y="1068667"/>
                </a:lnTo>
                <a:lnTo>
                  <a:pt x="3143250" y="1030557"/>
                </a:lnTo>
                <a:lnTo>
                  <a:pt x="3143250" y="992448"/>
                </a:lnTo>
                <a:lnTo>
                  <a:pt x="3143250" y="954329"/>
                </a:lnTo>
                <a:lnTo>
                  <a:pt x="3143250" y="916219"/>
                </a:lnTo>
                <a:lnTo>
                  <a:pt x="3143250" y="878110"/>
                </a:lnTo>
                <a:lnTo>
                  <a:pt x="3143250" y="840000"/>
                </a:lnTo>
                <a:lnTo>
                  <a:pt x="3143250" y="801881"/>
                </a:lnTo>
                <a:lnTo>
                  <a:pt x="3143250" y="763772"/>
                </a:lnTo>
                <a:lnTo>
                  <a:pt x="3143250" y="725662"/>
                </a:lnTo>
                <a:lnTo>
                  <a:pt x="3143250" y="687543"/>
                </a:lnTo>
                <a:lnTo>
                  <a:pt x="3143250" y="649434"/>
                </a:lnTo>
                <a:lnTo>
                  <a:pt x="3143250" y="611324"/>
                </a:lnTo>
                <a:lnTo>
                  <a:pt x="3143250" y="573215"/>
                </a:lnTo>
                <a:lnTo>
                  <a:pt x="3143250" y="535095"/>
                </a:lnTo>
                <a:lnTo>
                  <a:pt x="3143250" y="496986"/>
                </a:lnTo>
                <a:lnTo>
                  <a:pt x="3143250" y="458876"/>
                </a:lnTo>
                <a:lnTo>
                  <a:pt x="3143250" y="420757"/>
                </a:lnTo>
                <a:lnTo>
                  <a:pt x="3143250" y="382648"/>
                </a:lnTo>
                <a:lnTo>
                  <a:pt x="3143250" y="344538"/>
                </a:lnTo>
                <a:lnTo>
                  <a:pt x="3143250" y="306429"/>
                </a:lnTo>
                <a:lnTo>
                  <a:pt x="3143250" y="268310"/>
                </a:lnTo>
                <a:lnTo>
                  <a:pt x="3143250" y="230200"/>
                </a:lnTo>
                <a:lnTo>
                  <a:pt x="3143250" y="192091"/>
                </a:lnTo>
                <a:lnTo>
                  <a:pt x="3143250" y="153972"/>
                </a:lnTo>
                <a:lnTo>
                  <a:pt x="3143250" y="115862"/>
                </a:lnTo>
                <a:lnTo>
                  <a:pt x="3143250" y="77753"/>
                </a:lnTo>
                <a:lnTo>
                  <a:pt x="3143250" y="39634"/>
                </a:lnTo>
                <a:lnTo>
                  <a:pt x="3143250" y="1524"/>
                </a:lnTo>
                <a:lnTo>
                  <a:pt x="3106664" y="0"/>
                </a:lnTo>
                <a:lnTo>
                  <a:pt x="3068555" y="0"/>
                </a:lnTo>
                <a:lnTo>
                  <a:pt x="3030436" y="0"/>
                </a:lnTo>
                <a:lnTo>
                  <a:pt x="2992326" y="0"/>
                </a:lnTo>
                <a:lnTo>
                  <a:pt x="2954217" y="0"/>
                </a:lnTo>
                <a:lnTo>
                  <a:pt x="2916098" y="0"/>
                </a:lnTo>
                <a:lnTo>
                  <a:pt x="2877988" y="0"/>
                </a:lnTo>
                <a:lnTo>
                  <a:pt x="2839879" y="0"/>
                </a:lnTo>
                <a:lnTo>
                  <a:pt x="2801760" y="0"/>
                </a:lnTo>
                <a:lnTo>
                  <a:pt x="2763650" y="0"/>
                </a:lnTo>
                <a:lnTo>
                  <a:pt x="2725541" y="0"/>
                </a:lnTo>
                <a:lnTo>
                  <a:pt x="2687431" y="0"/>
                </a:lnTo>
                <a:lnTo>
                  <a:pt x="2649312" y="0"/>
                </a:lnTo>
                <a:lnTo>
                  <a:pt x="2611203" y="0"/>
                </a:lnTo>
                <a:lnTo>
                  <a:pt x="2573093" y="0"/>
                </a:lnTo>
                <a:lnTo>
                  <a:pt x="2534974" y="0"/>
                </a:lnTo>
                <a:lnTo>
                  <a:pt x="2496864" y="0"/>
                </a:lnTo>
                <a:lnTo>
                  <a:pt x="2458755" y="0"/>
                </a:lnTo>
                <a:lnTo>
                  <a:pt x="2420645" y="0"/>
                </a:lnTo>
                <a:lnTo>
                  <a:pt x="2382526" y="0"/>
                </a:lnTo>
                <a:lnTo>
                  <a:pt x="2344417" y="0"/>
                </a:lnTo>
                <a:lnTo>
                  <a:pt x="2306307" y="0"/>
                </a:lnTo>
                <a:lnTo>
                  <a:pt x="2268188" y="0"/>
                </a:lnTo>
                <a:lnTo>
                  <a:pt x="2230079" y="0"/>
                </a:lnTo>
                <a:lnTo>
                  <a:pt x="2191969" y="0"/>
                </a:lnTo>
                <a:lnTo>
                  <a:pt x="2153860" y="0"/>
                </a:lnTo>
                <a:lnTo>
                  <a:pt x="2115741" y="0"/>
                </a:lnTo>
                <a:lnTo>
                  <a:pt x="2077631" y="0"/>
                </a:lnTo>
                <a:lnTo>
                  <a:pt x="2039522" y="0"/>
                </a:lnTo>
                <a:lnTo>
                  <a:pt x="2001403" y="0"/>
                </a:lnTo>
                <a:lnTo>
                  <a:pt x="1963293" y="0"/>
                </a:lnTo>
                <a:lnTo>
                  <a:pt x="1925183" y="0"/>
                </a:lnTo>
                <a:lnTo>
                  <a:pt x="1887064" y="0"/>
                </a:lnTo>
                <a:lnTo>
                  <a:pt x="1848955" y="0"/>
                </a:lnTo>
                <a:lnTo>
                  <a:pt x="1810845" y="0"/>
                </a:lnTo>
                <a:lnTo>
                  <a:pt x="1772736" y="0"/>
                </a:lnTo>
                <a:lnTo>
                  <a:pt x="1734617" y="0"/>
                </a:lnTo>
                <a:lnTo>
                  <a:pt x="1696507" y="0"/>
                </a:lnTo>
                <a:lnTo>
                  <a:pt x="1658398" y="0"/>
                </a:lnTo>
                <a:lnTo>
                  <a:pt x="1620279" y="0"/>
                </a:lnTo>
                <a:lnTo>
                  <a:pt x="1582169" y="0"/>
                </a:lnTo>
                <a:lnTo>
                  <a:pt x="1544060" y="0"/>
                </a:lnTo>
                <a:lnTo>
                  <a:pt x="1505950" y="0"/>
                </a:lnTo>
                <a:lnTo>
                  <a:pt x="1467831" y="0"/>
                </a:lnTo>
                <a:lnTo>
                  <a:pt x="1429722" y="0"/>
                </a:lnTo>
                <a:lnTo>
                  <a:pt x="1391612" y="0"/>
                </a:lnTo>
                <a:lnTo>
                  <a:pt x="1353493" y="0"/>
                </a:lnTo>
                <a:lnTo>
                  <a:pt x="1315383" y="0"/>
                </a:lnTo>
                <a:lnTo>
                  <a:pt x="1277274" y="0"/>
                </a:lnTo>
                <a:lnTo>
                  <a:pt x="1239164" y="0"/>
                </a:lnTo>
                <a:lnTo>
                  <a:pt x="1201045" y="0"/>
                </a:lnTo>
                <a:lnTo>
                  <a:pt x="1162936" y="0"/>
                </a:lnTo>
                <a:lnTo>
                  <a:pt x="1124826" y="0"/>
                </a:lnTo>
                <a:lnTo>
                  <a:pt x="1086707" y="0"/>
                </a:lnTo>
                <a:lnTo>
                  <a:pt x="1048598" y="0"/>
                </a:lnTo>
                <a:lnTo>
                  <a:pt x="1010488" y="0"/>
                </a:lnTo>
                <a:lnTo>
                  <a:pt x="972379" y="0"/>
                </a:lnTo>
                <a:lnTo>
                  <a:pt x="934260" y="0"/>
                </a:lnTo>
                <a:lnTo>
                  <a:pt x="896150" y="0"/>
                </a:lnTo>
                <a:lnTo>
                  <a:pt x="858041" y="0"/>
                </a:lnTo>
                <a:lnTo>
                  <a:pt x="819922" y="0"/>
                </a:lnTo>
                <a:lnTo>
                  <a:pt x="781812" y="0"/>
                </a:lnTo>
                <a:lnTo>
                  <a:pt x="743702" y="0"/>
                </a:lnTo>
                <a:lnTo>
                  <a:pt x="705593" y="0"/>
                </a:lnTo>
                <a:lnTo>
                  <a:pt x="667474" y="0"/>
                </a:lnTo>
                <a:lnTo>
                  <a:pt x="629364" y="0"/>
                </a:lnTo>
                <a:lnTo>
                  <a:pt x="591255" y="0"/>
                </a:lnTo>
                <a:lnTo>
                  <a:pt x="553136" y="0"/>
                </a:lnTo>
                <a:lnTo>
                  <a:pt x="515026" y="0"/>
                </a:lnTo>
                <a:lnTo>
                  <a:pt x="476917" y="0"/>
                </a:lnTo>
                <a:lnTo>
                  <a:pt x="438798" y="0"/>
                </a:lnTo>
                <a:lnTo>
                  <a:pt x="400688" y="0"/>
                </a:lnTo>
                <a:lnTo>
                  <a:pt x="362579" y="0"/>
                </a:lnTo>
                <a:lnTo>
                  <a:pt x="324469" y="0"/>
                </a:lnTo>
                <a:lnTo>
                  <a:pt x="286350" y="0"/>
                </a:lnTo>
                <a:lnTo>
                  <a:pt x="248241" y="0"/>
                </a:lnTo>
                <a:lnTo>
                  <a:pt x="210131" y="0"/>
                </a:lnTo>
                <a:lnTo>
                  <a:pt x="172012" y="0"/>
                </a:lnTo>
                <a:lnTo>
                  <a:pt x="133902" y="0"/>
                </a:lnTo>
                <a:lnTo>
                  <a:pt x="95793" y="0"/>
                </a:lnTo>
                <a:lnTo>
                  <a:pt x="57683" y="0"/>
                </a:lnTo>
                <a:lnTo>
                  <a:pt x="19564" y="0"/>
                </a:lnTo>
                <a:lnTo>
                  <a:pt x="0" y="18545"/>
                </a:lnTo>
                <a:lnTo>
                  <a:pt x="0" y="56655"/>
                </a:lnTo>
                <a:lnTo>
                  <a:pt x="0" y="94774"/>
                </a:lnTo>
                <a:lnTo>
                  <a:pt x="0" y="132883"/>
                </a:lnTo>
                <a:lnTo>
                  <a:pt x="0" y="170993"/>
                </a:lnTo>
                <a:lnTo>
                  <a:pt x="0" y="209102"/>
                </a:lnTo>
                <a:lnTo>
                  <a:pt x="0" y="247221"/>
                </a:lnTo>
                <a:lnTo>
                  <a:pt x="0" y="285331"/>
                </a:lnTo>
                <a:lnTo>
                  <a:pt x="0" y="323440"/>
                </a:lnTo>
                <a:lnTo>
                  <a:pt x="0" y="361559"/>
                </a:lnTo>
                <a:lnTo>
                  <a:pt x="0" y="399669"/>
                </a:lnTo>
                <a:lnTo>
                  <a:pt x="0" y="437779"/>
                </a:lnTo>
                <a:lnTo>
                  <a:pt x="0" y="475898"/>
                </a:lnTo>
                <a:lnTo>
                  <a:pt x="0" y="514007"/>
                </a:lnTo>
                <a:lnTo>
                  <a:pt x="0" y="552117"/>
                </a:lnTo>
                <a:lnTo>
                  <a:pt x="0" y="590226"/>
                </a:lnTo>
                <a:lnTo>
                  <a:pt x="0" y="628345"/>
                </a:lnTo>
                <a:lnTo>
                  <a:pt x="0" y="666455"/>
                </a:lnTo>
                <a:lnTo>
                  <a:pt x="0" y="704564"/>
                </a:lnTo>
                <a:lnTo>
                  <a:pt x="0" y="742683"/>
                </a:lnTo>
                <a:lnTo>
                  <a:pt x="0" y="780793"/>
                </a:lnTo>
                <a:lnTo>
                  <a:pt x="0" y="818902"/>
                </a:lnTo>
                <a:lnTo>
                  <a:pt x="0" y="857012"/>
                </a:lnTo>
                <a:lnTo>
                  <a:pt x="0" y="895131"/>
                </a:lnTo>
                <a:lnTo>
                  <a:pt x="0" y="933240"/>
                </a:lnTo>
                <a:lnTo>
                  <a:pt x="0" y="971350"/>
                </a:lnTo>
                <a:lnTo>
                  <a:pt x="0" y="1009469"/>
                </a:lnTo>
                <a:lnTo>
                  <a:pt x="0" y="1047579"/>
                </a:lnTo>
                <a:lnTo>
                  <a:pt x="0" y="1085688"/>
                </a:lnTo>
                <a:lnTo>
                  <a:pt x="0" y="1123798"/>
                </a:lnTo>
                <a:lnTo>
                  <a:pt x="0" y="1161917"/>
                </a:lnTo>
                <a:lnTo>
                  <a:pt x="0" y="1200026"/>
                </a:lnTo>
                <a:lnTo>
                  <a:pt x="0" y="1238136"/>
                </a:lnTo>
                <a:lnTo>
                  <a:pt x="0" y="1276255"/>
                </a:lnTo>
                <a:lnTo>
                  <a:pt x="0" y="1314364"/>
                </a:lnTo>
                <a:lnTo>
                  <a:pt x="0" y="1352474"/>
                </a:lnTo>
                <a:lnTo>
                  <a:pt x="0" y="1390593"/>
                </a:lnTo>
                <a:lnTo>
                  <a:pt x="0" y="1428702"/>
                </a:lnTo>
                <a:lnTo>
                  <a:pt x="0" y="1466812"/>
                </a:lnTo>
                <a:lnTo>
                  <a:pt x="0" y="1504921"/>
                </a:lnTo>
                <a:lnTo>
                  <a:pt x="0" y="1543040"/>
                </a:lnTo>
                <a:lnTo>
                  <a:pt x="0" y="1581150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8312C8C7-5E15-4C1F-B349-4B4FF48B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005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DA8ED0EB-F862-4927-AD93-4487459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7604" y="5120640"/>
            <a:ext cx="842896" cy="461362"/>
          </a:xfrm>
          <a:custGeom xmlns:a="http://schemas.openxmlformats.org/drawingml/2006/main">
            <a:pathLst>
              <a:path w="842896" h="461362">
                <a:moveTo>
                  <a:pt x="842896" y="0"/>
                </a:moveTo>
                <a:lnTo>
                  <a:pt x="839895" y="18793"/>
                </a:lnTo>
                <a:lnTo>
                  <a:pt x="835571" y="37328"/>
                </a:lnTo>
                <a:lnTo>
                  <a:pt x="830266" y="55616"/>
                </a:lnTo>
                <a:lnTo>
                  <a:pt x="824103" y="73628"/>
                </a:lnTo>
                <a:lnTo>
                  <a:pt x="817121" y="91335"/>
                </a:lnTo>
                <a:lnTo>
                  <a:pt x="809387" y="108737"/>
                </a:lnTo>
                <a:lnTo>
                  <a:pt x="800938" y="125787"/>
                </a:lnTo>
                <a:lnTo>
                  <a:pt x="791785" y="142484"/>
                </a:lnTo>
                <a:lnTo>
                  <a:pt x="781974" y="158801"/>
                </a:lnTo>
                <a:lnTo>
                  <a:pt x="771515" y="174708"/>
                </a:lnTo>
                <a:lnTo>
                  <a:pt x="760447" y="190195"/>
                </a:lnTo>
                <a:lnTo>
                  <a:pt x="748798" y="205254"/>
                </a:lnTo>
                <a:lnTo>
                  <a:pt x="736578" y="219856"/>
                </a:lnTo>
                <a:lnTo>
                  <a:pt x="723833" y="233991"/>
                </a:lnTo>
                <a:lnTo>
                  <a:pt x="710575" y="247660"/>
                </a:lnTo>
                <a:lnTo>
                  <a:pt x="696849" y="260852"/>
                </a:lnTo>
                <a:lnTo>
                  <a:pt x="682666" y="273548"/>
                </a:lnTo>
                <a:lnTo>
                  <a:pt x="668055" y="285760"/>
                </a:lnTo>
                <a:lnTo>
                  <a:pt x="653053" y="297475"/>
                </a:lnTo>
                <a:lnTo>
                  <a:pt x="637680" y="308705"/>
                </a:lnTo>
                <a:lnTo>
                  <a:pt x="621963" y="319449"/>
                </a:lnTo>
                <a:lnTo>
                  <a:pt x="605923" y="329708"/>
                </a:lnTo>
                <a:lnTo>
                  <a:pt x="589598" y="339500"/>
                </a:lnTo>
                <a:lnTo>
                  <a:pt x="572986" y="348806"/>
                </a:lnTo>
                <a:lnTo>
                  <a:pt x="556136" y="357664"/>
                </a:lnTo>
                <a:lnTo>
                  <a:pt x="539048" y="366065"/>
                </a:lnTo>
                <a:lnTo>
                  <a:pt x="521760" y="374028"/>
                </a:lnTo>
                <a:lnTo>
                  <a:pt x="504273" y="381562"/>
                </a:lnTo>
                <a:lnTo>
                  <a:pt x="486613" y="388677"/>
                </a:lnTo>
                <a:lnTo>
                  <a:pt x="468792" y="395373"/>
                </a:lnTo>
                <a:lnTo>
                  <a:pt x="450828" y="401679"/>
                </a:lnTo>
                <a:lnTo>
                  <a:pt x="432730" y="407603"/>
                </a:lnTo>
                <a:lnTo>
                  <a:pt x="414518" y="413147"/>
                </a:lnTo>
                <a:lnTo>
                  <a:pt x="396202" y="418328"/>
                </a:lnTo>
                <a:lnTo>
                  <a:pt x="377790" y="423158"/>
                </a:lnTo>
                <a:lnTo>
                  <a:pt x="359283" y="427653"/>
                </a:lnTo>
                <a:lnTo>
                  <a:pt x="340709" y="431816"/>
                </a:lnTo>
                <a:lnTo>
                  <a:pt x="322059" y="435654"/>
                </a:lnTo>
                <a:lnTo>
                  <a:pt x="303352" y="439198"/>
                </a:lnTo>
                <a:lnTo>
                  <a:pt x="284588" y="442427"/>
                </a:lnTo>
                <a:lnTo>
                  <a:pt x="265786" y="445379"/>
                </a:lnTo>
                <a:lnTo>
                  <a:pt x="246926" y="448046"/>
                </a:lnTo>
                <a:lnTo>
                  <a:pt x="228048" y="450447"/>
                </a:lnTo>
                <a:lnTo>
                  <a:pt x="209121" y="452580"/>
                </a:lnTo>
                <a:lnTo>
                  <a:pt x="190176" y="454466"/>
                </a:lnTo>
                <a:lnTo>
                  <a:pt x="171212" y="456114"/>
                </a:lnTo>
                <a:lnTo>
                  <a:pt x="152229" y="457514"/>
                </a:lnTo>
                <a:lnTo>
                  <a:pt x="133226" y="458686"/>
                </a:lnTo>
                <a:lnTo>
                  <a:pt x="114205" y="459638"/>
                </a:lnTo>
                <a:lnTo>
                  <a:pt x="95183" y="460381"/>
                </a:lnTo>
                <a:lnTo>
                  <a:pt x="76152" y="460905"/>
                </a:lnTo>
                <a:lnTo>
                  <a:pt x="57112" y="461229"/>
                </a:lnTo>
                <a:lnTo>
                  <a:pt x="38071" y="461362"/>
                </a:lnTo>
                <a:lnTo>
                  <a:pt x="19040" y="461305"/>
                </a:lnTo>
                <a:lnTo>
                  <a:pt x="0" y="461058"/>
                </a:lnTo>
                <a:lnTo>
                  <a:pt x="13192" y="460686"/>
                </a:lnTo>
                <a:lnTo>
                  <a:pt x="32214" y="459848"/>
                </a:lnTo>
                <a:lnTo>
                  <a:pt x="51216" y="458610"/>
                </a:lnTo>
                <a:lnTo>
                  <a:pt x="70180" y="457019"/>
                </a:lnTo>
                <a:lnTo>
                  <a:pt x="89125" y="455085"/>
                </a:lnTo>
                <a:lnTo>
                  <a:pt x="108023" y="452799"/>
                </a:lnTo>
                <a:lnTo>
                  <a:pt x="126883" y="450161"/>
                </a:lnTo>
                <a:lnTo>
                  <a:pt x="145685" y="447161"/>
                </a:lnTo>
                <a:lnTo>
                  <a:pt x="164421" y="443779"/>
                </a:lnTo>
                <a:lnTo>
                  <a:pt x="183080" y="440007"/>
                </a:lnTo>
                <a:lnTo>
                  <a:pt x="201654" y="435816"/>
                </a:lnTo>
                <a:lnTo>
                  <a:pt x="220113" y="431187"/>
                </a:lnTo>
                <a:lnTo>
                  <a:pt x="238458" y="426091"/>
                </a:lnTo>
                <a:lnTo>
                  <a:pt x="256651" y="420491"/>
                </a:lnTo>
                <a:lnTo>
                  <a:pt x="274682" y="414347"/>
                </a:lnTo>
                <a:lnTo>
                  <a:pt x="292494" y="407641"/>
                </a:lnTo>
                <a:lnTo>
                  <a:pt x="310058" y="400307"/>
                </a:lnTo>
                <a:lnTo>
                  <a:pt x="327336" y="392306"/>
                </a:lnTo>
                <a:lnTo>
                  <a:pt x="344262" y="383581"/>
                </a:lnTo>
                <a:lnTo>
                  <a:pt x="360750" y="374075"/>
                </a:lnTo>
                <a:lnTo>
                  <a:pt x="376742" y="363741"/>
                </a:lnTo>
                <a:lnTo>
                  <a:pt x="392106" y="352511"/>
                </a:lnTo>
                <a:lnTo>
                  <a:pt x="406746" y="340338"/>
                </a:lnTo>
                <a:lnTo>
                  <a:pt x="420510" y="327193"/>
                </a:lnTo>
                <a:lnTo>
                  <a:pt x="433235" y="313039"/>
                </a:lnTo>
                <a:lnTo>
                  <a:pt x="444779" y="297904"/>
                </a:lnTo>
                <a:lnTo>
                  <a:pt x="454971" y="281826"/>
                </a:lnTo>
                <a:lnTo>
                  <a:pt x="463667" y="264900"/>
                </a:lnTo>
                <a:lnTo>
                  <a:pt x="470764" y="247240"/>
                </a:lnTo>
                <a:lnTo>
                  <a:pt x="476221" y="229010"/>
                </a:lnTo>
                <a:lnTo>
                  <a:pt x="480031" y="210360"/>
                </a:lnTo>
                <a:lnTo>
                  <a:pt x="482241" y="191462"/>
                </a:lnTo>
                <a:lnTo>
                  <a:pt x="482946" y="172441"/>
                </a:lnTo>
                <a:lnTo>
                  <a:pt x="482260" y="153410"/>
                </a:lnTo>
                <a:lnTo>
                  <a:pt x="493805" y="144532"/>
                </a:lnTo>
                <a:lnTo>
                  <a:pt x="512464" y="140741"/>
                </a:lnTo>
                <a:lnTo>
                  <a:pt x="531038" y="136541"/>
                </a:lnTo>
                <a:lnTo>
                  <a:pt x="549526" y="131988"/>
                </a:lnTo>
                <a:lnTo>
                  <a:pt x="567919" y="127102"/>
                </a:lnTo>
                <a:lnTo>
                  <a:pt x="586235" y="121882"/>
                </a:lnTo>
                <a:lnTo>
                  <a:pt x="604447" y="116338"/>
                </a:lnTo>
                <a:lnTo>
                  <a:pt x="622554" y="110471"/>
                </a:lnTo>
                <a:lnTo>
                  <a:pt x="640556" y="104270"/>
                </a:lnTo>
                <a:lnTo>
                  <a:pt x="658435" y="97727"/>
                </a:lnTo>
                <a:lnTo>
                  <a:pt x="676189" y="90840"/>
                </a:lnTo>
                <a:lnTo>
                  <a:pt x="693791" y="83601"/>
                </a:lnTo>
                <a:lnTo>
                  <a:pt x="711241" y="75990"/>
                </a:lnTo>
                <a:lnTo>
                  <a:pt x="728520" y="67989"/>
                </a:lnTo>
                <a:lnTo>
                  <a:pt x="745617" y="59607"/>
                </a:lnTo>
                <a:lnTo>
                  <a:pt x="762495" y="50797"/>
                </a:lnTo>
                <a:lnTo>
                  <a:pt x="779145" y="41577"/>
                </a:lnTo>
                <a:lnTo>
                  <a:pt x="795547" y="31899"/>
                </a:lnTo>
                <a:lnTo>
                  <a:pt x="811654" y="21755"/>
                </a:lnTo>
                <a:lnTo>
                  <a:pt x="827456" y="11125"/>
                </a:lnTo>
                <a:lnTo>
                  <a:pt x="84289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20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2F296E7A-2791-4393-9369-619E2779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2014" y="5076825"/>
            <a:ext cx="3143374" cy="506492"/>
          </a:xfrm>
          <a:custGeom xmlns:a="http://schemas.openxmlformats.org/drawingml/2006/main">
            <a:pathLst>
              <a:path w="3143374" h="506492">
                <a:moveTo>
                  <a:pt x="3142736" y="0"/>
                </a:moveTo>
                <a:lnTo>
                  <a:pt x="3143374" y="28813"/>
                </a:lnTo>
                <a:lnTo>
                  <a:pt x="3141888" y="57607"/>
                </a:lnTo>
                <a:lnTo>
                  <a:pt x="3138649" y="86249"/>
                </a:lnTo>
                <a:lnTo>
                  <a:pt x="3133754" y="114662"/>
                </a:lnTo>
                <a:lnTo>
                  <a:pt x="3127210" y="142732"/>
                </a:lnTo>
                <a:lnTo>
                  <a:pt x="3119009" y="170374"/>
                </a:lnTo>
                <a:lnTo>
                  <a:pt x="3109141" y="197453"/>
                </a:lnTo>
                <a:lnTo>
                  <a:pt x="3097587" y="223866"/>
                </a:lnTo>
                <a:lnTo>
                  <a:pt x="3084347" y="249469"/>
                </a:lnTo>
                <a:lnTo>
                  <a:pt x="3069450" y="274149"/>
                </a:lnTo>
                <a:lnTo>
                  <a:pt x="3052915" y="297761"/>
                </a:lnTo>
                <a:lnTo>
                  <a:pt x="3034817" y="320202"/>
                </a:lnTo>
                <a:lnTo>
                  <a:pt x="3015244" y="341366"/>
                </a:lnTo>
                <a:lnTo>
                  <a:pt x="2994289" y="361159"/>
                </a:lnTo>
                <a:lnTo>
                  <a:pt x="2972086" y="379552"/>
                </a:lnTo>
                <a:lnTo>
                  <a:pt x="2948759" y="396488"/>
                </a:lnTo>
                <a:lnTo>
                  <a:pt x="2924442" y="411975"/>
                </a:lnTo>
                <a:lnTo>
                  <a:pt x="2899277" y="426025"/>
                </a:lnTo>
                <a:lnTo>
                  <a:pt x="2873369" y="438664"/>
                </a:lnTo>
                <a:lnTo>
                  <a:pt x="2846842" y="449961"/>
                </a:lnTo>
                <a:lnTo>
                  <a:pt x="2819800" y="459953"/>
                </a:lnTo>
                <a:lnTo>
                  <a:pt x="2792330" y="468716"/>
                </a:lnTo>
                <a:lnTo>
                  <a:pt x="2764526" y="476317"/>
                </a:lnTo>
                <a:lnTo>
                  <a:pt x="2736437" y="482822"/>
                </a:lnTo>
                <a:lnTo>
                  <a:pt x="2708129" y="488299"/>
                </a:lnTo>
                <a:lnTo>
                  <a:pt x="2679659" y="492814"/>
                </a:lnTo>
                <a:lnTo>
                  <a:pt x="2651055" y="496424"/>
                </a:lnTo>
                <a:lnTo>
                  <a:pt x="2622356" y="499196"/>
                </a:lnTo>
                <a:lnTo>
                  <a:pt x="2593591" y="501177"/>
                </a:lnTo>
                <a:lnTo>
                  <a:pt x="2564768" y="501920"/>
                </a:lnTo>
                <a:lnTo>
                  <a:pt x="2535936" y="502349"/>
                </a:lnTo>
                <a:lnTo>
                  <a:pt x="2507113" y="502682"/>
                </a:lnTo>
                <a:lnTo>
                  <a:pt x="2478281" y="502958"/>
                </a:lnTo>
                <a:lnTo>
                  <a:pt x="2449449" y="503206"/>
                </a:lnTo>
                <a:lnTo>
                  <a:pt x="2420617" y="503434"/>
                </a:lnTo>
                <a:lnTo>
                  <a:pt x="2391785" y="503634"/>
                </a:lnTo>
                <a:lnTo>
                  <a:pt x="2362952" y="503815"/>
                </a:lnTo>
                <a:lnTo>
                  <a:pt x="2334120" y="503987"/>
                </a:lnTo>
                <a:lnTo>
                  <a:pt x="2305288" y="504139"/>
                </a:lnTo>
                <a:lnTo>
                  <a:pt x="2276456" y="504301"/>
                </a:lnTo>
                <a:lnTo>
                  <a:pt x="2247624" y="504434"/>
                </a:lnTo>
                <a:lnTo>
                  <a:pt x="2218792" y="504568"/>
                </a:lnTo>
                <a:lnTo>
                  <a:pt x="2189959" y="504701"/>
                </a:lnTo>
                <a:lnTo>
                  <a:pt x="2161127" y="504815"/>
                </a:lnTo>
                <a:lnTo>
                  <a:pt x="2132295" y="504930"/>
                </a:lnTo>
                <a:lnTo>
                  <a:pt x="2103463" y="505044"/>
                </a:lnTo>
                <a:lnTo>
                  <a:pt x="2074640" y="505139"/>
                </a:lnTo>
                <a:lnTo>
                  <a:pt x="2045808" y="505235"/>
                </a:lnTo>
                <a:lnTo>
                  <a:pt x="2016976" y="505330"/>
                </a:lnTo>
                <a:lnTo>
                  <a:pt x="1988144" y="505425"/>
                </a:lnTo>
                <a:lnTo>
                  <a:pt x="1959312" y="505501"/>
                </a:lnTo>
                <a:lnTo>
                  <a:pt x="1930479" y="505587"/>
                </a:lnTo>
                <a:lnTo>
                  <a:pt x="1901647" y="505663"/>
                </a:lnTo>
                <a:lnTo>
                  <a:pt x="1872815" y="505739"/>
                </a:lnTo>
                <a:lnTo>
                  <a:pt x="1843983" y="505806"/>
                </a:lnTo>
                <a:lnTo>
                  <a:pt x="1815151" y="505873"/>
                </a:lnTo>
                <a:lnTo>
                  <a:pt x="1786319" y="505939"/>
                </a:lnTo>
                <a:lnTo>
                  <a:pt x="1757486" y="505987"/>
                </a:lnTo>
                <a:lnTo>
                  <a:pt x="1728654" y="506044"/>
                </a:lnTo>
                <a:lnTo>
                  <a:pt x="1699822" y="506101"/>
                </a:lnTo>
                <a:lnTo>
                  <a:pt x="1670990" y="506149"/>
                </a:lnTo>
                <a:lnTo>
                  <a:pt x="1642158" y="506197"/>
                </a:lnTo>
                <a:lnTo>
                  <a:pt x="1613325" y="506235"/>
                </a:lnTo>
                <a:lnTo>
                  <a:pt x="1584493" y="506273"/>
                </a:lnTo>
                <a:lnTo>
                  <a:pt x="1555661" y="506311"/>
                </a:lnTo>
                <a:lnTo>
                  <a:pt x="1526829" y="506339"/>
                </a:lnTo>
                <a:lnTo>
                  <a:pt x="1497997" y="506368"/>
                </a:lnTo>
                <a:lnTo>
                  <a:pt x="1469165" y="506406"/>
                </a:lnTo>
                <a:lnTo>
                  <a:pt x="1440332" y="506425"/>
                </a:lnTo>
                <a:lnTo>
                  <a:pt x="1411500" y="506444"/>
                </a:lnTo>
                <a:lnTo>
                  <a:pt x="1382668" y="506463"/>
                </a:lnTo>
                <a:lnTo>
                  <a:pt x="1353836" y="506482"/>
                </a:lnTo>
                <a:lnTo>
                  <a:pt x="1325004" y="506492"/>
                </a:lnTo>
                <a:lnTo>
                  <a:pt x="1296172" y="506492"/>
                </a:lnTo>
                <a:lnTo>
                  <a:pt x="1267339" y="506492"/>
                </a:lnTo>
                <a:lnTo>
                  <a:pt x="1238507" y="506482"/>
                </a:lnTo>
                <a:lnTo>
                  <a:pt x="1209675" y="506482"/>
                </a:lnTo>
                <a:lnTo>
                  <a:pt x="1180843" y="506482"/>
                </a:lnTo>
                <a:lnTo>
                  <a:pt x="1152011" y="506482"/>
                </a:lnTo>
                <a:lnTo>
                  <a:pt x="1123178" y="506482"/>
                </a:lnTo>
                <a:lnTo>
                  <a:pt x="1094346" y="506473"/>
                </a:lnTo>
                <a:lnTo>
                  <a:pt x="1065514" y="506444"/>
                </a:lnTo>
                <a:lnTo>
                  <a:pt x="1036682" y="506425"/>
                </a:lnTo>
                <a:lnTo>
                  <a:pt x="1007850" y="506406"/>
                </a:lnTo>
                <a:lnTo>
                  <a:pt x="979018" y="506378"/>
                </a:lnTo>
                <a:lnTo>
                  <a:pt x="950185" y="506339"/>
                </a:lnTo>
                <a:lnTo>
                  <a:pt x="921353" y="506301"/>
                </a:lnTo>
                <a:lnTo>
                  <a:pt x="892521" y="506263"/>
                </a:lnTo>
                <a:lnTo>
                  <a:pt x="863689" y="506216"/>
                </a:lnTo>
                <a:lnTo>
                  <a:pt x="834857" y="506159"/>
                </a:lnTo>
                <a:lnTo>
                  <a:pt x="806025" y="506111"/>
                </a:lnTo>
                <a:lnTo>
                  <a:pt x="777192" y="506054"/>
                </a:lnTo>
                <a:lnTo>
                  <a:pt x="748360" y="505987"/>
                </a:lnTo>
                <a:lnTo>
                  <a:pt x="719528" y="505911"/>
                </a:lnTo>
                <a:lnTo>
                  <a:pt x="690696" y="505835"/>
                </a:lnTo>
                <a:lnTo>
                  <a:pt x="661864" y="505758"/>
                </a:lnTo>
                <a:lnTo>
                  <a:pt x="633031" y="505663"/>
                </a:lnTo>
                <a:lnTo>
                  <a:pt x="604199" y="505568"/>
                </a:lnTo>
                <a:lnTo>
                  <a:pt x="575367" y="505473"/>
                </a:lnTo>
                <a:lnTo>
                  <a:pt x="546535" y="505358"/>
                </a:lnTo>
                <a:lnTo>
                  <a:pt x="517703" y="505235"/>
                </a:lnTo>
                <a:lnTo>
                  <a:pt x="488871" y="505111"/>
                </a:lnTo>
                <a:lnTo>
                  <a:pt x="460038" y="504977"/>
                </a:lnTo>
                <a:lnTo>
                  <a:pt x="431206" y="504825"/>
                </a:lnTo>
                <a:lnTo>
                  <a:pt x="402374" y="504673"/>
                </a:lnTo>
                <a:lnTo>
                  <a:pt x="373542" y="504511"/>
                </a:lnTo>
                <a:lnTo>
                  <a:pt x="344710" y="504330"/>
                </a:lnTo>
                <a:lnTo>
                  <a:pt x="315878" y="504130"/>
                </a:lnTo>
                <a:lnTo>
                  <a:pt x="287045" y="503920"/>
                </a:lnTo>
                <a:lnTo>
                  <a:pt x="258223" y="503682"/>
                </a:lnTo>
                <a:lnTo>
                  <a:pt x="229391" y="503425"/>
                </a:lnTo>
                <a:lnTo>
                  <a:pt x="200558" y="503139"/>
                </a:lnTo>
                <a:lnTo>
                  <a:pt x="171726" y="502815"/>
                </a:lnTo>
                <a:lnTo>
                  <a:pt x="142894" y="502453"/>
                </a:lnTo>
                <a:lnTo>
                  <a:pt x="114071" y="502044"/>
                </a:lnTo>
                <a:lnTo>
                  <a:pt x="85239" y="501558"/>
                </a:lnTo>
                <a:lnTo>
                  <a:pt x="56417" y="500939"/>
                </a:lnTo>
                <a:lnTo>
                  <a:pt x="27594" y="500110"/>
                </a:lnTo>
                <a:lnTo>
                  <a:pt x="6610" y="491080"/>
                </a:lnTo>
                <a:lnTo>
                  <a:pt x="5877" y="462258"/>
                </a:lnTo>
                <a:lnTo>
                  <a:pt x="5144" y="433435"/>
                </a:lnTo>
                <a:lnTo>
                  <a:pt x="4410" y="404612"/>
                </a:lnTo>
                <a:lnTo>
                  <a:pt x="3677" y="375790"/>
                </a:lnTo>
                <a:lnTo>
                  <a:pt x="2943" y="346967"/>
                </a:lnTo>
                <a:lnTo>
                  <a:pt x="2200" y="318145"/>
                </a:lnTo>
                <a:lnTo>
                  <a:pt x="1467" y="289322"/>
                </a:lnTo>
                <a:lnTo>
                  <a:pt x="733" y="260499"/>
                </a:lnTo>
                <a:lnTo>
                  <a:pt x="0" y="231677"/>
                </a:lnTo>
                <a:lnTo>
                  <a:pt x="8077" y="211084"/>
                </a:lnTo>
                <a:lnTo>
                  <a:pt x="36890" y="209941"/>
                </a:lnTo>
                <a:lnTo>
                  <a:pt x="65703" y="208940"/>
                </a:lnTo>
                <a:lnTo>
                  <a:pt x="94526" y="208064"/>
                </a:lnTo>
                <a:lnTo>
                  <a:pt x="123349" y="207312"/>
                </a:lnTo>
                <a:lnTo>
                  <a:pt x="152171" y="206673"/>
                </a:lnTo>
                <a:lnTo>
                  <a:pt x="180994" y="206140"/>
                </a:lnTo>
                <a:lnTo>
                  <a:pt x="209826" y="205702"/>
                </a:lnTo>
                <a:lnTo>
                  <a:pt x="238658" y="205359"/>
                </a:lnTo>
                <a:lnTo>
                  <a:pt x="267491" y="205102"/>
                </a:lnTo>
                <a:lnTo>
                  <a:pt x="296323" y="204921"/>
                </a:lnTo>
                <a:lnTo>
                  <a:pt x="325155" y="204826"/>
                </a:lnTo>
                <a:lnTo>
                  <a:pt x="353987" y="204788"/>
                </a:lnTo>
                <a:lnTo>
                  <a:pt x="382819" y="204816"/>
                </a:lnTo>
                <a:lnTo>
                  <a:pt x="411651" y="204911"/>
                </a:lnTo>
                <a:lnTo>
                  <a:pt x="440484" y="205054"/>
                </a:lnTo>
                <a:lnTo>
                  <a:pt x="469306" y="205264"/>
                </a:lnTo>
                <a:lnTo>
                  <a:pt x="498138" y="205521"/>
                </a:lnTo>
                <a:lnTo>
                  <a:pt x="526971" y="205826"/>
                </a:lnTo>
                <a:lnTo>
                  <a:pt x="555803" y="206178"/>
                </a:lnTo>
                <a:lnTo>
                  <a:pt x="584635" y="206569"/>
                </a:lnTo>
                <a:lnTo>
                  <a:pt x="613458" y="207007"/>
                </a:lnTo>
                <a:lnTo>
                  <a:pt x="642290" y="207483"/>
                </a:lnTo>
                <a:lnTo>
                  <a:pt x="671112" y="207988"/>
                </a:lnTo>
                <a:lnTo>
                  <a:pt x="699945" y="208531"/>
                </a:lnTo>
                <a:lnTo>
                  <a:pt x="728767" y="209112"/>
                </a:lnTo>
                <a:lnTo>
                  <a:pt x="757599" y="209721"/>
                </a:lnTo>
                <a:lnTo>
                  <a:pt x="786422" y="210350"/>
                </a:lnTo>
                <a:lnTo>
                  <a:pt x="815245" y="211026"/>
                </a:lnTo>
                <a:lnTo>
                  <a:pt x="844067" y="211703"/>
                </a:lnTo>
                <a:lnTo>
                  <a:pt x="872890" y="212417"/>
                </a:lnTo>
                <a:lnTo>
                  <a:pt x="901713" y="213141"/>
                </a:lnTo>
                <a:lnTo>
                  <a:pt x="930535" y="213893"/>
                </a:lnTo>
                <a:lnTo>
                  <a:pt x="959358" y="214655"/>
                </a:lnTo>
                <a:lnTo>
                  <a:pt x="988181" y="215446"/>
                </a:lnTo>
                <a:lnTo>
                  <a:pt x="1017003" y="216246"/>
                </a:lnTo>
                <a:lnTo>
                  <a:pt x="1045826" y="217056"/>
                </a:lnTo>
                <a:lnTo>
                  <a:pt x="1074639" y="217884"/>
                </a:lnTo>
                <a:lnTo>
                  <a:pt x="1103462" y="218732"/>
                </a:lnTo>
                <a:lnTo>
                  <a:pt x="1132284" y="219580"/>
                </a:lnTo>
                <a:lnTo>
                  <a:pt x="1161107" y="220437"/>
                </a:lnTo>
                <a:lnTo>
                  <a:pt x="1189920" y="221294"/>
                </a:lnTo>
                <a:lnTo>
                  <a:pt x="1218743" y="222161"/>
                </a:lnTo>
                <a:lnTo>
                  <a:pt x="1247556" y="223028"/>
                </a:lnTo>
                <a:lnTo>
                  <a:pt x="1276379" y="223904"/>
                </a:lnTo>
                <a:lnTo>
                  <a:pt x="1305201" y="224780"/>
                </a:lnTo>
                <a:lnTo>
                  <a:pt x="1334014" y="225657"/>
                </a:lnTo>
                <a:lnTo>
                  <a:pt x="1362837" y="226533"/>
                </a:lnTo>
                <a:lnTo>
                  <a:pt x="1391650" y="227409"/>
                </a:lnTo>
                <a:lnTo>
                  <a:pt x="1420473" y="228286"/>
                </a:lnTo>
                <a:lnTo>
                  <a:pt x="1449295" y="229152"/>
                </a:lnTo>
                <a:lnTo>
                  <a:pt x="1478109" y="230010"/>
                </a:lnTo>
                <a:lnTo>
                  <a:pt x="1506931" y="230867"/>
                </a:lnTo>
                <a:lnTo>
                  <a:pt x="1535754" y="231715"/>
                </a:lnTo>
                <a:lnTo>
                  <a:pt x="1564567" y="232543"/>
                </a:lnTo>
                <a:lnTo>
                  <a:pt x="1593390" y="233363"/>
                </a:lnTo>
                <a:lnTo>
                  <a:pt x="1622212" y="234172"/>
                </a:lnTo>
                <a:lnTo>
                  <a:pt x="1651035" y="234963"/>
                </a:lnTo>
                <a:lnTo>
                  <a:pt x="1679858" y="235734"/>
                </a:lnTo>
                <a:lnTo>
                  <a:pt x="1708680" y="236487"/>
                </a:lnTo>
                <a:lnTo>
                  <a:pt x="1737503" y="237230"/>
                </a:lnTo>
                <a:lnTo>
                  <a:pt x="1766326" y="237935"/>
                </a:lnTo>
                <a:lnTo>
                  <a:pt x="1795148" y="238620"/>
                </a:lnTo>
                <a:lnTo>
                  <a:pt x="1823971" y="239278"/>
                </a:lnTo>
                <a:lnTo>
                  <a:pt x="1852793" y="239906"/>
                </a:lnTo>
                <a:lnTo>
                  <a:pt x="1881626" y="240506"/>
                </a:lnTo>
                <a:lnTo>
                  <a:pt x="1910448" y="241059"/>
                </a:lnTo>
                <a:lnTo>
                  <a:pt x="1939280" y="241583"/>
                </a:lnTo>
                <a:lnTo>
                  <a:pt x="1968103" y="242068"/>
                </a:lnTo>
                <a:lnTo>
                  <a:pt x="1996935" y="242507"/>
                </a:lnTo>
                <a:lnTo>
                  <a:pt x="2025767" y="242907"/>
                </a:lnTo>
                <a:lnTo>
                  <a:pt x="2054590" y="243240"/>
                </a:lnTo>
                <a:lnTo>
                  <a:pt x="2083422" y="243526"/>
                </a:lnTo>
                <a:lnTo>
                  <a:pt x="2112254" y="243754"/>
                </a:lnTo>
                <a:lnTo>
                  <a:pt x="2141087" y="243916"/>
                </a:lnTo>
                <a:lnTo>
                  <a:pt x="2169919" y="244011"/>
                </a:lnTo>
                <a:lnTo>
                  <a:pt x="2198751" y="244031"/>
                </a:lnTo>
                <a:lnTo>
                  <a:pt x="2227583" y="243964"/>
                </a:lnTo>
                <a:lnTo>
                  <a:pt x="2256415" y="243811"/>
                </a:lnTo>
                <a:lnTo>
                  <a:pt x="2285248" y="243564"/>
                </a:lnTo>
                <a:lnTo>
                  <a:pt x="2314080" y="243211"/>
                </a:lnTo>
                <a:lnTo>
                  <a:pt x="2342902" y="242735"/>
                </a:lnTo>
                <a:lnTo>
                  <a:pt x="2371735" y="242145"/>
                </a:lnTo>
                <a:lnTo>
                  <a:pt x="2400557" y="241402"/>
                </a:lnTo>
                <a:lnTo>
                  <a:pt x="2429370" y="240497"/>
                </a:lnTo>
                <a:lnTo>
                  <a:pt x="2458183" y="239430"/>
                </a:lnTo>
                <a:lnTo>
                  <a:pt x="2486987" y="238154"/>
                </a:lnTo>
                <a:lnTo>
                  <a:pt x="2515781" y="236658"/>
                </a:lnTo>
                <a:lnTo>
                  <a:pt x="2544556" y="234906"/>
                </a:lnTo>
                <a:lnTo>
                  <a:pt x="2573322" y="232858"/>
                </a:lnTo>
                <a:lnTo>
                  <a:pt x="2602049" y="230457"/>
                </a:lnTo>
                <a:lnTo>
                  <a:pt x="2630748" y="227657"/>
                </a:lnTo>
                <a:lnTo>
                  <a:pt x="2659390" y="224342"/>
                </a:lnTo>
                <a:lnTo>
                  <a:pt x="2687945" y="220409"/>
                </a:lnTo>
                <a:lnTo>
                  <a:pt x="2716387" y="215665"/>
                </a:lnTo>
                <a:lnTo>
                  <a:pt x="2744619" y="209845"/>
                </a:lnTo>
                <a:lnTo>
                  <a:pt x="2772489" y="202482"/>
                </a:lnTo>
                <a:lnTo>
                  <a:pt x="2799588" y="192681"/>
                </a:lnTo>
                <a:lnTo>
                  <a:pt x="2824544" y="178394"/>
                </a:lnTo>
                <a:lnTo>
                  <a:pt x="2840565" y="155162"/>
                </a:lnTo>
                <a:lnTo>
                  <a:pt x="2860615" y="141494"/>
                </a:lnTo>
                <a:lnTo>
                  <a:pt x="2888142" y="132902"/>
                </a:lnTo>
                <a:lnTo>
                  <a:pt x="2915307" y="123263"/>
                </a:lnTo>
                <a:lnTo>
                  <a:pt x="2942149" y="112728"/>
                </a:lnTo>
                <a:lnTo>
                  <a:pt x="2968628" y="101336"/>
                </a:lnTo>
                <a:lnTo>
                  <a:pt x="2994755" y="89144"/>
                </a:lnTo>
                <a:lnTo>
                  <a:pt x="3020501" y="76171"/>
                </a:lnTo>
                <a:lnTo>
                  <a:pt x="3045847" y="62436"/>
                </a:lnTo>
                <a:lnTo>
                  <a:pt x="3070774" y="47939"/>
                </a:lnTo>
                <a:lnTo>
                  <a:pt x="3095244" y="32699"/>
                </a:lnTo>
                <a:lnTo>
                  <a:pt x="3119247" y="16716"/>
                </a:lnTo>
                <a:lnTo>
                  <a:pt x="3142736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1EE39DDF-248F-4A69-91C9-DF3728E6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000500"/>
            <a:ext cx="3143250" cy="1581150"/>
          </a:xfrm>
          <a:custGeom xmlns:a="http://schemas.openxmlformats.org/drawingml/2006/main">
            <a:pathLst>
              <a:path w="3143250" h="1581150">
                <a:moveTo>
                  <a:pt x="0" y="1581150"/>
                </a:moveTo>
                <a:lnTo>
                  <a:pt x="38110" y="1581150"/>
                </a:lnTo>
                <a:lnTo>
                  <a:pt x="76229" y="1581150"/>
                </a:lnTo>
                <a:lnTo>
                  <a:pt x="114338" y="1581150"/>
                </a:lnTo>
                <a:lnTo>
                  <a:pt x="152448" y="1581150"/>
                </a:lnTo>
                <a:lnTo>
                  <a:pt x="190557" y="1581150"/>
                </a:lnTo>
                <a:lnTo>
                  <a:pt x="228676" y="1581150"/>
                </a:lnTo>
                <a:lnTo>
                  <a:pt x="266786" y="1581150"/>
                </a:lnTo>
                <a:lnTo>
                  <a:pt x="304895" y="1581150"/>
                </a:lnTo>
                <a:lnTo>
                  <a:pt x="343014" y="1581150"/>
                </a:lnTo>
                <a:lnTo>
                  <a:pt x="381124" y="1581150"/>
                </a:lnTo>
                <a:lnTo>
                  <a:pt x="419233" y="1581150"/>
                </a:lnTo>
                <a:lnTo>
                  <a:pt x="457343" y="1581150"/>
                </a:lnTo>
                <a:lnTo>
                  <a:pt x="495462" y="1581150"/>
                </a:lnTo>
                <a:lnTo>
                  <a:pt x="533571" y="1581150"/>
                </a:lnTo>
                <a:lnTo>
                  <a:pt x="571681" y="1581150"/>
                </a:lnTo>
                <a:lnTo>
                  <a:pt x="609800" y="1581150"/>
                </a:lnTo>
                <a:lnTo>
                  <a:pt x="647910" y="1581150"/>
                </a:lnTo>
                <a:lnTo>
                  <a:pt x="686019" y="1581150"/>
                </a:lnTo>
                <a:lnTo>
                  <a:pt x="724138" y="1581150"/>
                </a:lnTo>
                <a:lnTo>
                  <a:pt x="762248" y="1581150"/>
                </a:lnTo>
                <a:lnTo>
                  <a:pt x="800357" y="1581150"/>
                </a:lnTo>
                <a:lnTo>
                  <a:pt x="838467" y="1581150"/>
                </a:lnTo>
                <a:lnTo>
                  <a:pt x="876586" y="1581150"/>
                </a:lnTo>
                <a:lnTo>
                  <a:pt x="914695" y="1581150"/>
                </a:lnTo>
                <a:lnTo>
                  <a:pt x="952805" y="1581150"/>
                </a:lnTo>
                <a:lnTo>
                  <a:pt x="990924" y="1581150"/>
                </a:lnTo>
                <a:lnTo>
                  <a:pt x="1029033" y="1581150"/>
                </a:lnTo>
                <a:lnTo>
                  <a:pt x="1067143" y="1581150"/>
                </a:lnTo>
                <a:lnTo>
                  <a:pt x="1105252" y="1581150"/>
                </a:lnTo>
                <a:lnTo>
                  <a:pt x="1143371" y="1581150"/>
                </a:lnTo>
                <a:lnTo>
                  <a:pt x="1181481" y="1581150"/>
                </a:lnTo>
                <a:lnTo>
                  <a:pt x="1219591" y="1581150"/>
                </a:lnTo>
                <a:lnTo>
                  <a:pt x="1257710" y="1581150"/>
                </a:lnTo>
                <a:lnTo>
                  <a:pt x="1295819" y="1581150"/>
                </a:lnTo>
                <a:lnTo>
                  <a:pt x="1333929" y="1581150"/>
                </a:lnTo>
                <a:lnTo>
                  <a:pt x="1372038" y="1581150"/>
                </a:lnTo>
                <a:lnTo>
                  <a:pt x="1410157" y="1581150"/>
                </a:lnTo>
                <a:lnTo>
                  <a:pt x="1448267" y="1581150"/>
                </a:lnTo>
                <a:lnTo>
                  <a:pt x="1486376" y="1581150"/>
                </a:lnTo>
                <a:lnTo>
                  <a:pt x="1524495" y="1581150"/>
                </a:lnTo>
                <a:lnTo>
                  <a:pt x="1562605" y="1581150"/>
                </a:lnTo>
                <a:lnTo>
                  <a:pt x="1600714" y="1581150"/>
                </a:lnTo>
                <a:lnTo>
                  <a:pt x="1638833" y="1581150"/>
                </a:lnTo>
                <a:lnTo>
                  <a:pt x="1676943" y="1581150"/>
                </a:lnTo>
                <a:lnTo>
                  <a:pt x="1715052" y="1581150"/>
                </a:lnTo>
                <a:lnTo>
                  <a:pt x="1753162" y="1581150"/>
                </a:lnTo>
                <a:lnTo>
                  <a:pt x="1791281" y="1581150"/>
                </a:lnTo>
                <a:lnTo>
                  <a:pt x="1829391" y="1581150"/>
                </a:lnTo>
                <a:lnTo>
                  <a:pt x="1867500" y="1581150"/>
                </a:lnTo>
                <a:lnTo>
                  <a:pt x="1905619" y="1581150"/>
                </a:lnTo>
                <a:lnTo>
                  <a:pt x="1943729" y="1581150"/>
                </a:lnTo>
                <a:lnTo>
                  <a:pt x="1981838" y="1581150"/>
                </a:lnTo>
                <a:lnTo>
                  <a:pt x="2019948" y="1581150"/>
                </a:lnTo>
                <a:lnTo>
                  <a:pt x="2058067" y="1581150"/>
                </a:lnTo>
                <a:lnTo>
                  <a:pt x="2096176" y="1581150"/>
                </a:lnTo>
                <a:lnTo>
                  <a:pt x="2134286" y="1581150"/>
                </a:lnTo>
                <a:lnTo>
                  <a:pt x="2172405" y="1581150"/>
                </a:lnTo>
                <a:lnTo>
                  <a:pt x="2210514" y="1581150"/>
                </a:lnTo>
                <a:lnTo>
                  <a:pt x="2248624" y="1581150"/>
                </a:lnTo>
                <a:lnTo>
                  <a:pt x="2286733" y="1581150"/>
                </a:lnTo>
                <a:lnTo>
                  <a:pt x="2324852" y="1581150"/>
                </a:lnTo>
                <a:lnTo>
                  <a:pt x="2362962" y="1581150"/>
                </a:lnTo>
                <a:lnTo>
                  <a:pt x="2400795" y="1577359"/>
                </a:lnTo>
                <a:lnTo>
                  <a:pt x="2438495" y="1571787"/>
                </a:lnTo>
                <a:lnTo>
                  <a:pt x="2476205" y="1566215"/>
                </a:lnTo>
                <a:lnTo>
                  <a:pt x="2513905" y="1560633"/>
                </a:lnTo>
                <a:lnTo>
                  <a:pt x="2551605" y="1555061"/>
                </a:lnTo>
                <a:lnTo>
                  <a:pt x="2589305" y="1549489"/>
                </a:lnTo>
                <a:lnTo>
                  <a:pt x="2627014" y="1543917"/>
                </a:lnTo>
                <a:lnTo>
                  <a:pt x="2663276" y="1535211"/>
                </a:lnTo>
                <a:lnTo>
                  <a:pt x="2692108" y="1510284"/>
                </a:lnTo>
                <a:lnTo>
                  <a:pt x="2720931" y="1485348"/>
                </a:lnTo>
                <a:lnTo>
                  <a:pt x="2749763" y="1460421"/>
                </a:lnTo>
                <a:lnTo>
                  <a:pt x="2778595" y="1435494"/>
                </a:lnTo>
                <a:lnTo>
                  <a:pt x="2807418" y="1410557"/>
                </a:lnTo>
                <a:lnTo>
                  <a:pt x="2836250" y="1385630"/>
                </a:lnTo>
                <a:lnTo>
                  <a:pt x="2865072" y="1360703"/>
                </a:lnTo>
                <a:lnTo>
                  <a:pt x="2893905" y="1335767"/>
                </a:lnTo>
                <a:lnTo>
                  <a:pt x="2922727" y="1310840"/>
                </a:lnTo>
                <a:lnTo>
                  <a:pt x="2951559" y="1285913"/>
                </a:lnTo>
                <a:lnTo>
                  <a:pt x="2980382" y="1260986"/>
                </a:lnTo>
                <a:lnTo>
                  <a:pt x="3009214" y="1236050"/>
                </a:lnTo>
                <a:lnTo>
                  <a:pt x="3038046" y="1211123"/>
                </a:lnTo>
                <a:lnTo>
                  <a:pt x="3066869" y="1186196"/>
                </a:lnTo>
                <a:lnTo>
                  <a:pt x="3095701" y="1161259"/>
                </a:lnTo>
                <a:lnTo>
                  <a:pt x="3124524" y="1136333"/>
                </a:lnTo>
                <a:lnTo>
                  <a:pt x="3143250" y="1106786"/>
                </a:lnTo>
                <a:lnTo>
                  <a:pt x="3143250" y="1068667"/>
                </a:lnTo>
                <a:lnTo>
                  <a:pt x="3143250" y="1030557"/>
                </a:lnTo>
                <a:lnTo>
                  <a:pt x="3143250" y="992448"/>
                </a:lnTo>
                <a:lnTo>
                  <a:pt x="3143250" y="954329"/>
                </a:lnTo>
                <a:lnTo>
                  <a:pt x="3143250" y="916219"/>
                </a:lnTo>
                <a:lnTo>
                  <a:pt x="3143250" y="878110"/>
                </a:lnTo>
                <a:lnTo>
                  <a:pt x="3143250" y="840000"/>
                </a:lnTo>
                <a:lnTo>
                  <a:pt x="3143250" y="801881"/>
                </a:lnTo>
                <a:lnTo>
                  <a:pt x="3143250" y="763772"/>
                </a:lnTo>
                <a:lnTo>
                  <a:pt x="3143250" y="725662"/>
                </a:lnTo>
                <a:lnTo>
                  <a:pt x="3143250" y="687543"/>
                </a:lnTo>
                <a:lnTo>
                  <a:pt x="3143250" y="649434"/>
                </a:lnTo>
                <a:lnTo>
                  <a:pt x="3143250" y="611324"/>
                </a:lnTo>
                <a:lnTo>
                  <a:pt x="3143250" y="573215"/>
                </a:lnTo>
                <a:lnTo>
                  <a:pt x="3143250" y="535095"/>
                </a:lnTo>
                <a:lnTo>
                  <a:pt x="3143250" y="496986"/>
                </a:lnTo>
                <a:lnTo>
                  <a:pt x="3143250" y="458876"/>
                </a:lnTo>
                <a:lnTo>
                  <a:pt x="3143250" y="420757"/>
                </a:lnTo>
                <a:lnTo>
                  <a:pt x="3143250" y="382648"/>
                </a:lnTo>
                <a:lnTo>
                  <a:pt x="3143250" y="344538"/>
                </a:lnTo>
                <a:lnTo>
                  <a:pt x="3143250" y="306429"/>
                </a:lnTo>
                <a:lnTo>
                  <a:pt x="3143250" y="268310"/>
                </a:lnTo>
                <a:lnTo>
                  <a:pt x="3143250" y="230200"/>
                </a:lnTo>
                <a:lnTo>
                  <a:pt x="3143250" y="192091"/>
                </a:lnTo>
                <a:lnTo>
                  <a:pt x="3143250" y="153972"/>
                </a:lnTo>
                <a:lnTo>
                  <a:pt x="3143250" y="115862"/>
                </a:lnTo>
                <a:lnTo>
                  <a:pt x="3143250" y="77753"/>
                </a:lnTo>
                <a:lnTo>
                  <a:pt x="3143250" y="39634"/>
                </a:lnTo>
                <a:lnTo>
                  <a:pt x="3143250" y="1524"/>
                </a:lnTo>
                <a:lnTo>
                  <a:pt x="3106664" y="0"/>
                </a:lnTo>
                <a:lnTo>
                  <a:pt x="3068555" y="0"/>
                </a:lnTo>
                <a:lnTo>
                  <a:pt x="3030436" y="0"/>
                </a:lnTo>
                <a:lnTo>
                  <a:pt x="2992326" y="0"/>
                </a:lnTo>
                <a:lnTo>
                  <a:pt x="2954217" y="0"/>
                </a:lnTo>
                <a:lnTo>
                  <a:pt x="2916098" y="0"/>
                </a:lnTo>
                <a:lnTo>
                  <a:pt x="2877988" y="0"/>
                </a:lnTo>
                <a:lnTo>
                  <a:pt x="2839879" y="0"/>
                </a:lnTo>
                <a:lnTo>
                  <a:pt x="2801760" y="0"/>
                </a:lnTo>
                <a:lnTo>
                  <a:pt x="2763650" y="0"/>
                </a:lnTo>
                <a:lnTo>
                  <a:pt x="2725541" y="0"/>
                </a:lnTo>
                <a:lnTo>
                  <a:pt x="2687431" y="0"/>
                </a:lnTo>
                <a:lnTo>
                  <a:pt x="2649312" y="0"/>
                </a:lnTo>
                <a:lnTo>
                  <a:pt x="2611203" y="0"/>
                </a:lnTo>
                <a:lnTo>
                  <a:pt x="2573093" y="0"/>
                </a:lnTo>
                <a:lnTo>
                  <a:pt x="2534974" y="0"/>
                </a:lnTo>
                <a:lnTo>
                  <a:pt x="2496864" y="0"/>
                </a:lnTo>
                <a:lnTo>
                  <a:pt x="2458755" y="0"/>
                </a:lnTo>
                <a:lnTo>
                  <a:pt x="2420645" y="0"/>
                </a:lnTo>
                <a:lnTo>
                  <a:pt x="2382526" y="0"/>
                </a:lnTo>
                <a:lnTo>
                  <a:pt x="2344417" y="0"/>
                </a:lnTo>
                <a:lnTo>
                  <a:pt x="2306307" y="0"/>
                </a:lnTo>
                <a:lnTo>
                  <a:pt x="2268188" y="0"/>
                </a:lnTo>
                <a:lnTo>
                  <a:pt x="2230079" y="0"/>
                </a:lnTo>
                <a:lnTo>
                  <a:pt x="2191969" y="0"/>
                </a:lnTo>
                <a:lnTo>
                  <a:pt x="2153860" y="0"/>
                </a:lnTo>
                <a:lnTo>
                  <a:pt x="2115741" y="0"/>
                </a:lnTo>
                <a:lnTo>
                  <a:pt x="2077631" y="0"/>
                </a:lnTo>
                <a:lnTo>
                  <a:pt x="2039522" y="0"/>
                </a:lnTo>
                <a:lnTo>
                  <a:pt x="2001403" y="0"/>
                </a:lnTo>
                <a:lnTo>
                  <a:pt x="1963293" y="0"/>
                </a:lnTo>
                <a:lnTo>
                  <a:pt x="1925183" y="0"/>
                </a:lnTo>
                <a:lnTo>
                  <a:pt x="1887064" y="0"/>
                </a:lnTo>
                <a:lnTo>
                  <a:pt x="1848955" y="0"/>
                </a:lnTo>
                <a:lnTo>
                  <a:pt x="1810845" y="0"/>
                </a:lnTo>
                <a:lnTo>
                  <a:pt x="1772736" y="0"/>
                </a:lnTo>
                <a:lnTo>
                  <a:pt x="1734617" y="0"/>
                </a:lnTo>
                <a:lnTo>
                  <a:pt x="1696507" y="0"/>
                </a:lnTo>
                <a:lnTo>
                  <a:pt x="1658398" y="0"/>
                </a:lnTo>
                <a:lnTo>
                  <a:pt x="1620279" y="0"/>
                </a:lnTo>
                <a:lnTo>
                  <a:pt x="1582169" y="0"/>
                </a:lnTo>
                <a:lnTo>
                  <a:pt x="1544060" y="0"/>
                </a:lnTo>
                <a:lnTo>
                  <a:pt x="1505950" y="0"/>
                </a:lnTo>
                <a:lnTo>
                  <a:pt x="1467831" y="0"/>
                </a:lnTo>
                <a:lnTo>
                  <a:pt x="1429722" y="0"/>
                </a:lnTo>
                <a:lnTo>
                  <a:pt x="1391612" y="0"/>
                </a:lnTo>
                <a:lnTo>
                  <a:pt x="1353493" y="0"/>
                </a:lnTo>
                <a:lnTo>
                  <a:pt x="1315383" y="0"/>
                </a:lnTo>
                <a:lnTo>
                  <a:pt x="1277274" y="0"/>
                </a:lnTo>
                <a:lnTo>
                  <a:pt x="1239164" y="0"/>
                </a:lnTo>
                <a:lnTo>
                  <a:pt x="1201045" y="0"/>
                </a:lnTo>
                <a:lnTo>
                  <a:pt x="1162936" y="0"/>
                </a:lnTo>
                <a:lnTo>
                  <a:pt x="1124826" y="0"/>
                </a:lnTo>
                <a:lnTo>
                  <a:pt x="1086707" y="0"/>
                </a:lnTo>
                <a:lnTo>
                  <a:pt x="1048598" y="0"/>
                </a:lnTo>
                <a:lnTo>
                  <a:pt x="1010488" y="0"/>
                </a:lnTo>
                <a:lnTo>
                  <a:pt x="972379" y="0"/>
                </a:lnTo>
                <a:lnTo>
                  <a:pt x="934260" y="0"/>
                </a:lnTo>
                <a:lnTo>
                  <a:pt x="896150" y="0"/>
                </a:lnTo>
                <a:lnTo>
                  <a:pt x="858041" y="0"/>
                </a:lnTo>
                <a:lnTo>
                  <a:pt x="819922" y="0"/>
                </a:lnTo>
                <a:lnTo>
                  <a:pt x="781812" y="0"/>
                </a:lnTo>
                <a:lnTo>
                  <a:pt x="743702" y="0"/>
                </a:lnTo>
                <a:lnTo>
                  <a:pt x="705593" y="0"/>
                </a:lnTo>
                <a:lnTo>
                  <a:pt x="667474" y="0"/>
                </a:lnTo>
                <a:lnTo>
                  <a:pt x="629364" y="0"/>
                </a:lnTo>
                <a:lnTo>
                  <a:pt x="591255" y="0"/>
                </a:lnTo>
                <a:lnTo>
                  <a:pt x="553136" y="0"/>
                </a:lnTo>
                <a:lnTo>
                  <a:pt x="515026" y="0"/>
                </a:lnTo>
                <a:lnTo>
                  <a:pt x="476917" y="0"/>
                </a:lnTo>
                <a:lnTo>
                  <a:pt x="438798" y="0"/>
                </a:lnTo>
                <a:lnTo>
                  <a:pt x="400688" y="0"/>
                </a:lnTo>
                <a:lnTo>
                  <a:pt x="362579" y="0"/>
                </a:lnTo>
                <a:lnTo>
                  <a:pt x="324469" y="0"/>
                </a:lnTo>
                <a:lnTo>
                  <a:pt x="286350" y="0"/>
                </a:lnTo>
                <a:lnTo>
                  <a:pt x="248241" y="0"/>
                </a:lnTo>
                <a:lnTo>
                  <a:pt x="210131" y="0"/>
                </a:lnTo>
                <a:lnTo>
                  <a:pt x="172012" y="0"/>
                </a:lnTo>
                <a:lnTo>
                  <a:pt x="133902" y="0"/>
                </a:lnTo>
                <a:lnTo>
                  <a:pt x="95793" y="0"/>
                </a:lnTo>
                <a:lnTo>
                  <a:pt x="57683" y="0"/>
                </a:lnTo>
                <a:lnTo>
                  <a:pt x="19564" y="0"/>
                </a:lnTo>
                <a:lnTo>
                  <a:pt x="0" y="18545"/>
                </a:lnTo>
                <a:lnTo>
                  <a:pt x="0" y="56655"/>
                </a:lnTo>
                <a:lnTo>
                  <a:pt x="0" y="94774"/>
                </a:lnTo>
                <a:lnTo>
                  <a:pt x="0" y="132883"/>
                </a:lnTo>
                <a:lnTo>
                  <a:pt x="0" y="170993"/>
                </a:lnTo>
                <a:lnTo>
                  <a:pt x="0" y="209102"/>
                </a:lnTo>
                <a:lnTo>
                  <a:pt x="0" y="247221"/>
                </a:lnTo>
                <a:lnTo>
                  <a:pt x="0" y="285331"/>
                </a:lnTo>
                <a:lnTo>
                  <a:pt x="0" y="323440"/>
                </a:lnTo>
                <a:lnTo>
                  <a:pt x="0" y="361559"/>
                </a:lnTo>
                <a:lnTo>
                  <a:pt x="0" y="399669"/>
                </a:lnTo>
                <a:lnTo>
                  <a:pt x="0" y="437779"/>
                </a:lnTo>
                <a:lnTo>
                  <a:pt x="0" y="475898"/>
                </a:lnTo>
                <a:lnTo>
                  <a:pt x="0" y="514007"/>
                </a:lnTo>
                <a:lnTo>
                  <a:pt x="0" y="552117"/>
                </a:lnTo>
                <a:lnTo>
                  <a:pt x="0" y="590226"/>
                </a:lnTo>
                <a:lnTo>
                  <a:pt x="0" y="628345"/>
                </a:lnTo>
                <a:lnTo>
                  <a:pt x="0" y="666455"/>
                </a:lnTo>
                <a:lnTo>
                  <a:pt x="0" y="704564"/>
                </a:lnTo>
                <a:lnTo>
                  <a:pt x="0" y="742683"/>
                </a:lnTo>
                <a:lnTo>
                  <a:pt x="0" y="780793"/>
                </a:lnTo>
                <a:lnTo>
                  <a:pt x="0" y="818902"/>
                </a:lnTo>
                <a:lnTo>
                  <a:pt x="0" y="857012"/>
                </a:lnTo>
                <a:lnTo>
                  <a:pt x="0" y="895131"/>
                </a:lnTo>
                <a:lnTo>
                  <a:pt x="0" y="933240"/>
                </a:lnTo>
                <a:lnTo>
                  <a:pt x="0" y="971350"/>
                </a:lnTo>
                <a:lnTo>
                  <a:pt x="0" y="1009469"/>
                </a:lnTo>
                <a:lnTo>
                  <a:pt x="0" y="1047579"/>
                </a:lnTo>
                <a:lnTo>
                  <a:pt x="0" y="1085688"/>
                </a:lnTo>
                <a:lnTo>
                  <a:pt x="0" y="1123798"/>
                </a:lnTo>
                <a:lnTo>
                  <a:pt x="0" y="1161917"/>
                </a:lnTo>
                <a:lnTo>
                  <a:pt x="0" y="1200026"/>
                </a:lnTo>
                <a:lnTo>
                  <a:pt x="0" y="1238136"/>
                </a:lnTo>
                <a:lnTo>
                  <a:pt x="0" y="1276255"/>
                </a:lnTo>
                <a:lnTo>
                  <a:pt x="0" y="1314364"/>
                </a:lnTo>
                <a:lnTo>
                  <a:pt x="0" y="1352474"/>
                </a:lnTo>
                <a:lnTo>
                  <a:pt x="0" y="1390593"/>
                </a:lnTo>
                <a:lnTo>
                  <a:pt x="0" y="1428702"/>
                </a:lnTo>
                <a:lnTo>
                  <a:pt x="0" y="1466812"/>
                </a:lnTo>
                <a:lnTo>
                  <a:pt x="0" y="1504921"/>
                </a:lnTo>
                <a:lnTo>
                  <a:pt x="0" y="1543040"/>
                </a:lnTo>
                <a:lnTo>
                  <a:pt x="0" y="1581150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3FC615C7-506E-462C-B91A-012299B4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0005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8750AA54-CF1A-4C83-B126-F273A756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1854" y="5120640"/>
            <a:ext cx="842896" cy="461362"/>
          </a:xfrm>
          <a:custGeom xmlns:a="http://schemas.openxmlformats.org/drawingml/2006/main">
            <a:pathLst>
              <a:path w="842896" h="461362">
                <a:moveTo>
                  <a:pt x="842896" y="0"/>
                </a:moveTo>
                <a:lnTo>
                  <a:pt x="839895" y="18793"/>
                </a:lnTo>
                <a:lnTo>
                  <a:pt x="835571" y="37328"/>
                </a:lnTo>
                <a:lnTo>
                  <a:pt x="830266" y="55616"/>
                </a:lnTo>
                <a:lnTo>
                  <a:pt x="824103" y="73628"/>
                </a:lnTo>
                <a:lnTo>
                  <a:pt x="817121" y="91335"/>
                </a:lnTo>
                <a:lnTo>
                  <a:pt x="809387" y="108737"/>
                </a:lnTo>
                <a:lnTo>
                  <a:pt x="800938" y="125787"/>
                </a:lnTo>
                <a:lnTo>
                  <a:pt x="791785" y="142484"/>
                </a:lnTo>
                <a:lnTo>
                  <a:pt x="781974" y="158801"/>
                </a:lnTo>
                <a:lnTo>
                  <a:pt x="771515" y="174708"/>
                </a:lnTo>
                <a:lnTo>
                  <a:pt x="760447" y="190195"/>
                </a:lnTo>
                <a:lnTo>
                  <a:pt x="748798" y="205254"/>
                </a:lnTo>
                <a:lnTo>
                  <a:pt x="736578" y="219856"/>
                </a:lnTo>
                <a:lnTo>
                  <a:pt x="723833" y="233991"/>
                </a:lnTo>
                <a:lnTo>
                  <a:pt x="710575" y="247660"/>
                </a:lnTo>
                <a:lnTo>
                  <a:pt x="696849" y="260852"/>
                </a:lnTo>
                <a:lnTo>
                  <a:pt x="682666" y="273548"/>
                </a:lnTo>
                <a:lnTo>
                  <a:pt x="668055" y="285760"/>
                </a:lnTo>
                <a:lnTo>
                  <a:pt x="653053" y="297475"/>
                </a:lnTo>
                <a:lnTo>
                  <a:pt x="637680" y="308705"/>
                </a:lnTo>
                <a:lnTo>
                  <a:pt x="621963" y="319449"/>
                </a:lnTo>
                <a:lnTo>
                  <a:pt x="605923" y="329708"/>
                </a:lnTo>
                <a:lnTo>
                  <a:pt x="589598" y="339500"/>
                </a:lnTo>
                <a:lnTo>
                  <a:pt x="572986" y="348806"/>
                </a:lnTo>
                <a:lnTo>
                  <a:pt x="556136" y="357664"/>
                </a:lnTo>
                <a:lnTo>
                  <a:pt x="539048" y="366065"/>
                </a:lnTo>
                <a:lnTo>
                  <a:pt x="521760" y="374028"/>
                </a:lnTo>
                <a:lnTo>
                  <a:pt x="504273" y="381562"/>
                </a:lnTo>
                <a:lnTo>
                  <a:pt x="486613" y="388677"/>
                </a:lnTo>
                <a:lnTo>
                  <a:pt x="468792" y="395373"/>
                </a:lnTo>
                <a:lnTo>
                  <a:pt x="450828" y="401679"/>
                </a:lnTo>
                <a:lnTo>
                  <a:pt x="432730" y="407603"/>
                </a:lnTo>
                <a:lnTo>
                  <a:pt x="414518" y="413147"/>
                </a:lnTo>
                <a:lnTo>
                  <a:pt x="396202" y="418328"/>
                </a:lnTo>
                <a:lnTo>
                  <a:pt x="377790" y="423158"/>
                </a:lnTo>
                <a:lnTo>
                  <a:pt x="359283" y="427653"/>
                </a:lnTo>
                <a:lnTo>
                  <a:pt x="340709" y="431816"/>
                </a:lnTo>
                <a:lnTo>
                  <a:pt x="322059" y="435654"/>
                </a:lnTo>
                <a:lnTo>
                  <a:pt x="303352" y="439198"/>
                </a:lnTo>
                <a:lnTo>
                  <a:pt x="284588" y="442427"/>
                </a:lnTo>
                <a:lnTo>
                  <a:pt x="265786" y="445379"/>
                </a:lnTo>
                <a:lnTo>
                  <a:pt x="246926" y="448046"/>
                </a:lnTo>
                <a:lnTo>
                  <a:pt x="228048" y="450447"/>
                </a:lnTo>
                <a:lnTo>
                  <a:pt x="209121" y="452580"/>
                </a:lnTo>
                <a:lnTo>
                  <a:pt x="190176" y="454466"/>
                </a:lnTo>
                <a:lnTo>
                  <a:pt x="171212" y="456114"/>
                </a:lnTo>
                <a:lnTo>
                  <a:pt x="152229" y="457514"/>
                </a:lnTo>
                <a:lnTo>
                  <a:pt x="133226" y="458686"/>
                </a:lnTo>
                <a:lnTo>
                  <a:pt x="114205" y="459638"/>
                </a:lnTo>
                <a:lnTo>
                  <a:pt x="95183" y="460381"/>
                </a:lnTo>
                <a:lnTo>
                  <a:pt x="76152" y="460905"/>
                </a:lnTo>
                <a:lnTo>
                  <a:pt x="57112" y="461229"/>
                </a:lnTo>
                <a:lnTo>
                  <a:pt x="38071" y="461362"/>
                </a:lnTo>
                <a:lnTo>
                  <a:pt x="19040" y="461305"/>
                </a:lnTo>
                <a:lnTo>
                  <a:pt x="0" y="461058"/>
                </a:lnTo>
                <a:lnTo>
                  <a:pt x="13192" y="460686"/>
                </a:lnTo>
                <a:lnTo>
                  <a:pt x="32214" y="459848"/>
                </a:lnTo>
                <a:lnTo>
                  <a:pt x="51216" y="458610"/>
                </a:lnTo>
                <a:lnTo>
                  <a:pt x="70180" y="457019"/>
                </a:lnTo>
                <a:lnTo>
                  <a:pt x="89125" y="455085"/>
                </a:lnTo>
                <a:lnTo>
                  <a:pt x="108023" y="452799"/>
                </a:lnTo>
                <a:lnTo>
                  <a:pt x="126883" y="450161"/>
                </a:lnTo>
                <a:lnTo>
                  <a:pt x="145685" y="447161"/>
                </a:lnTo>
                <a:lnTo>
                  <a:pt x="164421" y="443779"/>
                </a:lnTo>
                <a:lnTo>
                  <a:pt x="183080" y="440007"/>
                </a:lnTo>
                <a:lnTo>
                  <a:pt x="201654" y="435816"/>
                </a:lnTo>
                <a:lnTo>
                  <a:pt x="220113" y="431187"/>
                </a:lnTo>
                <a:lnTo>
                  <a:pt x="238458" y="426091"/>
                </a:lnTo>
                <a:lnTo>
                  <a:pt x="256651" y="420491"/>
                </a:lnTo>
                <a:lnTo>
                  <a:pt x="274682" y="414347"/>
                </a:lnTo>
                <a:lnTo>
                  <a:pt x="292494" y="407641"/>
                </a:lnTo>
                <a:lnTo>
                  <a:pt x="310058" y="400307"/>
                </a:lnTo>
                <a:lnTo>
                  <a:pt x="327336" y="392306"/>
                </a:lnTo>
                <a:lnTo>
                  <a:pt x="344262" y="383581"/>
                </a:lnTo>
                <a:lnTo>
                  <a:pt x="360750" y="374075"/>
                </a:lnTo>
                <a:lnTo>
                  <a:pt x="376742" y="363741"/>
                </a:lnTo>
                <a:lnTo>
                  <a:pt x="392106" y="352511"/>
                </a:lnTo>
                <a:lnTo>
                  <a:pt x="406746" y="340338"/>
                </a:lnTo>
                <a:lnTo>
                  <a:pt x="420510" y="327193"/>
                </a:lnTo>
                <a:lnTo>
                  <a:pt x="433235" y="313039"/>
                </a:lnTo>
                <a:lnTo>
                  <a:pt x="444779" y="297904"/>
                </a:lnTo>
                <a:lnTo>
                  <a:pt x="454971" y="281826"/>
                </a:lnTo>
                <a:lnTo>
                  <a:pt x="463667" y="264900"/>
                </a:lnTo>
                <a:lnTo>
                  <a:pt x="470764" y="247240"/>
                </a:lnTo>
                <a:lnTo>
                  <a:pt x="476221" y="229010"/>
                </a:lnTo>
                <a:lnTo>
                  <a:pt x="480031" y="210360"/>
                </a:lnTo>
                <a:lnTo>
                  <a:pt x="482241" y="191462"/>
                </a:lnTo>
                <a:lnTo>
                  <a:pt x="482946" y="172441"/>
                </a:lnTo>
                <a:lnTo>
                  <a:pt x="482260" y="153410"/>
                </a:lnTo>
                <a:lnTo>
                  <a:pt x="493805" y="144532"/>
                </a:lnTo>
                <a:lnTo>
                  <a:pt x="512464" y="140741"/>
                </a:lnTo>
                <a:lnTo>
                  <a:pt x="531038" y="136541"/>
                </a:lnTo>
                <a:lnTo>
                  <a:pt x="549526" y="131988"/>
                </a:lnTo>
                <a:lnTo>
                  <a:pt x="567919" y="127102"/>
                </a:lnTo>
                <a:lnTo>
                  <a:pt x="586235" y="121882"/>
                </a:lnTo>
                <a:lnTo>
                  <a:pt x="604447" y="116338"/>
                </a:lnTo>
                <a:lnTo>
                  <a:pt x="622554" y="110471"/>
                </a:lnTo>
                <a:lnTo>
                  <a:pt x="640556" y="104270"/>
                </a:lnTo>
                <a:lnTo>
                  <a:pt x="658435" y="97727"/>
                </a:lnTo>
                <a:lnTo>
                  <a:pt x="676189" y="90840"/>
                </a:lnTo>
                <a:lnTo>
                  <a:pt x="693791" y="83601"/>
                </a:lnTo>
                <a:lnTo>
                  <a:pt x="711241" y="75990"/>
                </a:lnTo>
                <a:lnTo>
                  <a:pt x="728520" y="67989"/>
                </a:lnTo>
                <a:lnTo>
                  <a:pt x="745617" y="59607"/>
                </a:lnTo>
                <a:lnTo>
                  <a:pt x="762495" y="50797"/>
                </a:lnTo>
                <a:lnTo>
                  <a:pt x="779145" y="41577"/>
                </a:lnTo>
                <a:lnTo>
                  <a:pt x="795547" y="31899"/>
                </a:lnTo>
                <a:lnTo>
                  <a:pt x="811654" y="21755"/>
                </a:lnTo>
                <a:lnTo>
                  <a:pt x="827456" y="11125"/>
                </a:lnTo>
                <a:lnTo>
                  <a:pt x="84289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24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B60E1FAA-2AF5-414A-91EA-09653684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9050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5" name="note-body-0">
            <a:extLst xmlns:a="http://schemas.openxmlformats.org/drawingml/2006/main">
              <a:ext uri="{FF2B5EF4-FFF2-40B4-BE49-F238E27FC236}">
                <a16:creationId xmlns:a16="http://schemas.microsoft.com/office/drawing/2014/main" id="{E9BA6A1E-2F31-45BD-88E6-FADF40F0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4003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6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3D95664F-4B16-42B1-BCD3-C26A5997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19050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7" name="note-body-1">
            <a:extLst xmlns:a="http://schemas.openxmlformats.org/drawingml/2006/main">
              <a:ext uri="{FF2B5EF4-FFF2-40B4-BE49-F238E27FC236}">
                <a16:creationId xmlns:a16="http://schemas.microsoft.com/office/drawing/2014/main" id="{71FF26DD-0556-44E6-A1C5-0F093743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4003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8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204F3B0B-A700-4F3E-B436-F7534AC9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0005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9" name="note-body-2">
            <a:extLst xmlns:a="http://schemas.openxmlformats.org/drawingml/2006/main">
              <a:ext uri="{FF2B5EF4-FFF2-40B4-BE49-F238E27FC236}">
                <a16:creationId xmlns:a16="http://schemas.microsoft.com/office/drawing/2014/main" id="{D5D7B35F-DD0A-4439-8C0E-9EA8D000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44958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30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237F2778-BD2F-450F-951C-E8B58810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40005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1" name="note-body-3">
            <a:extLst xmlns:a="http://schemas.openxmlformats.org/drawingml/2006/main">
              <a:ext uri="{FF2B5EF4-FFF2-40B4-BE49-F238E27FC236}">
                <a16:creationId xmlns:a16="http://schemas.microsoft.com/office/drawing/2014/main" id="{8CC9FCEC-FDBF-413D-A736-DB931B1D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4958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2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9E34031A-0F9A-4812-BF8D-6F416A36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905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3826f5d584b5d">
            <a:extLst>
              <a:ext uri="{96DAC541-7B7A-43D3-8B79-37D633B846F1}">
                <asvg:svgBlip xmlns:asvg="http://schemas.microsoft.com/office/drawing/2016/SVG/main" r:embed="R7a06d01436c242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81550" y="1981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590F9416-5B05-4438-B9F2-85A1045D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1905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9d36c5eb04fe2">
            <a:extLst>
              <a:ext uri="{96DAC541-7B7A-43D3-8B79-37D633B846F1}">
                <asvg:svgBlip xmlns:asvg="http://schemas.microsoft.com/office/drawing/2016/SVG/main" r:embed="R3c1ebd2e9e5145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1981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6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BFBF8547-1B7E-4FC2-9674-BF259B70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00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516d0fee641f0">
            <a:extLst>
              <a:ext uri="{96DAC541-7B7A-43D3-8B79-37D633B846F1}">
                <asvg:svgBlip xmlns:asvg="http://schemas.microsoft.com/office/drawing/2016/SVG/main" r:embed="R5a8c40be89ba4f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81550" y="40767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8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51BBDBD7-19DA-4FA5-B8C7-8E5A6E0D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000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8eb20eb1a4ab1">
            <a:extLst>
              <a:ext uri="{96DAC541-7B7A-43D3-8B79-37D633B846F1}">
                <asvg:svgBlip xmlns:asvg="http://schemas.microsoft.com/office/drawing/2016/SVG/main" r:embed="R2c98122bf1694f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07670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45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2026-09-08T06:15:51.0800000Z</dcterms:created>
  <dcterms:modified xsi:type="dcterms:W3CDTF">2026-09-08T06:15:51.0800000Z</dcterms:modified>
</coreProperties>
</file>