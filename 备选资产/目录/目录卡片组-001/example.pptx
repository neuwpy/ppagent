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6022b187d4acf" /><Relationship Type="http://schemas.openxmlformats.org/officeDocument/2006/relationships/extended-properties" Target="/docProps/app.xml" Id="Rcbc690b6b0a44070" /><Relationship Type="http://schemas.openxmlformats.org/officeDocument/2006/relationships/officeDocument" Target="/ppt/presentation.xml" Id="R429e548446aa4e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5ad0d6fce4ea7"/>
  </p:sldMasterIdLst>
  <p:notesMasterIdLst>
    <p:notesMasterId xmlns:r="http://schemas.openxmlformats.org/officeDocument/2006/relationships" r:id="Rb4714dcc1b5c4d0a"/>
  </p:notesMasterIdLst>
  <p:sldIdLst>
    <p:sldId xmlns:r="http://schemas.openxmlformats.org/officeDocument/2006/relationships" id="256" r:id="Re03a3a825435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792cad60342c2" /><Relationship Type="http://schemas.openxmlformats.org/officeDocument/2006/relationships/slideMaster" Target="/ppt/slideMasters/slideMaster1.xml" Id="R4915ad0d6fce4ea7" /><Relationship Type="http://schemas.openxmlformats.org/officeDocument/2006/relationships/notesMaster" Target="/ppt/notesMasters/notesMaster1.xml" Id="Rb4714dcc1b5c4d0a" /><Relationship Type="http://schemas.openxmlformats.org/officeDocument/2006/relationships/presProps" Target="/ppt/presProps.xml" Id="R5b885ef939d24faf" /><Relationship Type="http://schemas.openxmlformats.org/officeDocument/2006/relationships/tableStyles" Target="/ppt/tableStyles.xml" Id="R693cd28d027b4c7a" /><Relationship Type="http://schemas.openxmlformats.org/officeDocument/2006/relationships/slide" Target="/ppt/slides/slide1.xml" Id="Re03a3a825435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d1d88bf994e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184065f7e4c6d" /><Relationship Type="http://schemas.openxmlformats.org/officeDocument/2006/relationships/notesMaster" Target="/ppt/notesMasters/notesMaster1.xml" Id="Ra81179b230b34c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f4d84a3474a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287301cae545fc" /><Relationship Type="http://schemas.openxmlformats.org/officeDocument/2006/relationships/slideLayout" Target="/ppt/slideLayouts/slideLayout1.xml" Id="R99506a9ea11c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506a9ea11c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3f9d90024b6c" /><Relationship Type="http://schemas.openxmlformats.org/officeDocument/2006/relationships/notesSlide" Target="/ppt/notesSlides/notesSlide1.xml" Id="Radd89ee7d10e4b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7BCE3-80C2-4FAD-87A7-E786483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AC29C-4B81-49FB-8419-09C60A6B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catalog-card-1">
            <a:extLst xmlns:a="http://schemas.openxmlformats.org/drawingml/2006/main">
              <a:ext uri="{FF2B5EF4-FFF2-40B4-BE49-F238E27FC236}">
                <a16:creationId xmlns:a16="http://schemas.microsoft.com/office/drawing/2014/main" id="{50AEF634-121E-446E-9CEC-CC588D5A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1445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3F5E-AE76-4D2D-8EB4-D219BCB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6685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catalog-pill-1">
            <a:extLst xmlns:a="http://schemas.openxmlformats.org/drawingml/2006/main">
              <a:ext uri="{FF2B5EF4-FFF2-40B4-BE49-F238E27FC236}">
                <a16:creationId xmlns:a16="http://schemas.microsoft.com/office/drawing/2014/main" id="{D7B3EDB1-BE4F-465B-A555-A8BC7916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431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C4DA1-80F2-472A-9FD4-54E26A9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1935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19B02-B8CB-47F7-958F-B7E8DEFD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5272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  <p:sp>
        <p:nvSpPr>
          <p:cNvPr id="8" name="catalog-card-2">
            <a:extLst xmlns:a="http://schemas.openxmlformats.org/drawingml/2006/main">
              <a:ext uri="{FF2B5EF4-FFF2-40B4-BE49-F238E27FC236}">
                <a16:creationId xmlns:a16="http://schemas.microsoft.com/office/drawing/2014/main" id="{BCCF167F-E04C-456E-B37A-E81AE55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31445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41AFD-34F0-4133-9E03-7231E0C1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46685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catalog-pill-2">
            <a:extLst xmlns:a="http://schemas.openxmlformats.org/drawingml/2006/main">
              <a:ext uri="{FF2B5EF4-FFF2-40B4-BE49-F238E27FC236}">
                <a16:creationId xmlns:a16="http://schemas.microsoft.com/office/drawing/2014/main" id="{C519CD7E-EBB6-47A5-B2FE-F707E6D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9431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40A24-5487-4963-ADFE-C5EB73E7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41935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2A760-80D5-4202-B99B-74FE6D78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75272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  <p:sp>
        <p:nvSpPr>
          <p:cNvPr id="13" name="catalog-card-3">
            <a:extLst xmlns:a="http://schemas.openxmlformats.org/drawingml/2006/main">
              <a:ext uri="{FF2B5EF4-FFF2-40B4-BE49-F238E27FC236}">
                <a16:creationId xmlns:a16="http://schemas.microsoft.com/office/drawing/2014/main" id="{4D9A7534-D9A3-4624-B87C-F1C1F2D9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131445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A02E2-18A2-4F77-8EAB-CF9A817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146685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catalog-pill-3">
            <a:extLst xmlns:a="http://schemas.openxmlformats.org/drawingml/2006/main">
              <a:ext uri="{FF2B5EF4-FFF2-40B4-BE49-F238E27FC236}">
                <a16:creationId xmlns:a16="http://schemas.microsoft.com/office/drawing/2014/main" id="{E6319F91-7647-4B38-A0AC-01B520A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19431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0461A-8193-4A6C-8472-59DA16F6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41935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7EB78-0D14-4B17-A898-CBF36A7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75272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  <p:sp>
        <p:nvSpPr>
          <p:cNvPr id="18" name="catalog-card-4">
            <a:extLst xmlns:a="http://schemas.openxmlformats.org/drawingml/2006/main">
              <a:ext uri="{FF2B5EF4-FFF2-40B4-BE49-F238E27FC236}">
                <a16:creationId xmlns:a16="http://schemas.microsoft.com/office/drawing/2014/main" id="{1980CF9B-5FEA-413F-9E79-85C3C6D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1143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8ED11-A828-461B-8A81-C30D37B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catalog-pill-4">
            <a:extLst xmlns:a="http://schemas.openxmlformats.org/drawingml/2006/main">
              <a:ext uri="{FF2B5EF4-FFF2-40B4-BE49-F238E27FC236}">
                <a16:creationId xmlns:a16="http://schemas.microsoft.com/office/drawing/2014/main" id="{FD5889D0-346D-4190-BD1A-DC26E94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005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37A41-BE2E-4BEC-AE0E-68D4BEB4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7680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F9EB7-75CE-4C19-A08F-F39BE588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017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  <p:sp>
        <p:nvSpPr>
          <p:cNvPr id="23" name="catalog-card-5">
            <a:extLst xmlns:a="http://schemas.openxmlformats.org/drawingml/2006/main">
              <a:ext uri="{FF2B5EF4-FFF2-40B4-BE49-F238E27FC236}">
                <a16:creationId xmlns:a16="http://schemas.microsoft.com/office/drawing/2014/main" id="{7EF1D193-BE70-440B-AB69-B357B3AB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77190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65A25-B52E-44D9-87D6-558D69CB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392430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catalog-pill-5">
            <a:extLst xmlns:a="http://schemas.openxmlformats.org/drawingml/2006/main">
              <a:ext uri="{FF2B5EF4-FFF2-40B4-BE49-F238E27FC236}">
                <a16:creationId xmlns:a16="http://schemas.microsoft.com/office/drawing/2014/main" id="{8FF66C97-E4FD-410A-B8DC-0D2C471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44005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FC36D-EABE-44BF-B621-23B48841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487680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31659-D857-4B8E-B227-21F663A2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521017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  <p:sp>
        <p:nvSpPr>
          <p:cNvPr id="28" name="catalog-card-6">
            <a:extLst xmlns:a="http://schemas.openxmlformats.org/drawingml/2006/main">
              <a:ext uri="{FF2B5EF4-FFF2-40B4-BE49-F238E27FC236}">
                <a16:creationId xmlns:a16="http://schemas.microsoft.com/office/drawing/2014/main" id="{95350AB7-92F1-46F2-9B1F-4149BAF0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3771900"/>
            <a:ext cx="2501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FE3BA-5D1F-42A2-AA61-74211437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24300"/>
            <a:ext cx="208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catalog-pill-6">
            <a:extLst xmlns:a="http://schemas.openxmlformats.org/drawingml/2006/main">
              <a:ext uri="{FF2B5EF4-FFF2-40B4-BE49-F238E27FC236}">
                <a16:creationId xmlns:a16="http://schemas.microsoft.com/office/drawing/2014/main" id="{3D6453DE-1998-491D-B8F4-DF732C62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44005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9050" rIns="1143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章节标题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900F3-D025-4750-A790-68A4A053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4876800"/>
            <a:ext cx="208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Section title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3AEB39-0714-4D14-9AE5-C565B5EC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5210175"/>
            <a:ext cx="208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用一句话说明本章节内容</a:t>
            </a:r>
          </a:p>
        </p:txBody>
      </p:sp>
    </p:spTree>
    <p:extLst>
      <p:ext uri="{BB962C8B-B14F-4D97-AF65-F5344CB8AC3E}">
        <p14:creationId xmlns:p14="http://schemas.microsoft.com/office/powerpoint/2010/main" val="1194461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2026-08-09T03:03:05.5330000Z</dcterms:created>
  <dcterms:modified xsi:type="dcterms:W3CDTF">2026-08-09T03:03:05.5330000Z</dcterms:modified>
</coreProperties>
</file>