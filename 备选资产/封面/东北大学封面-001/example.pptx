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14d5d0dde4ad4" /><Relationship Type="http://schemas.openxmlformats.org/officeDocument/2006/relationships/extended-properties" Target="/docProps/app.xml" Id="R45df4c925cf14b88" /><Relationship Type="http://schemas.openxmlformats.org/officeDocument/2006/relationships/officeDocument" Target="/ppt/presentation.xml" Id="Rf6dcc62d10c9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9462a1cba42a9"/>
    <p:sldMasterId xmlns:r="http://schemas.openxmlformats.org/officeDocument/2006/relationships" id="2147483660" r:id="Rc23ad4be55df4d5b"/>
    <p:sldMasterId xmlns:r="http://schemas.openxmlformats.org/officeDocument/2006/relationships" id="2147483663" r:id="R59e708f85b8b4014"/>
  </p:sldMasterIdLst>
  <p:notesMasterIdLst>
    <p:notesMasterId xmlns:r="http://schemas.openxmlformats.org/officeDocument/2006/relationships" r:id="R81dbbffdaf67459f"/>
  </p:notesMasterIdLst>
  <p:sldIdLst>
    <p:sldId xmlns:r="http://schemas.openxmlformats.org/officeDocument/2006/relationships" id="256" r:id="R0cf68482487042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977be71fcd4df3" /><Relationship Type="http://schemas.openxmlformats.org/officeDocument/2006/relationships/slideMaster" Target="/ppt/slideMasters/slideMaster1.xml" Id="Re4e9462a1cba42a9" /><Relationship Type="http://schemas.openxmlformats.org/officeDocument/2006/relationships/slideMaster" Target="/ppt/slideMasters/slideMaster2.xml" Id="Rc23ad4be55df4d5b" /><Relationship Type="http://schemas.openxmlformats.org/officeDocument/2006/relationships/slideMaster" Target="/ppt/slideMasters/slideMaster3.xml" Id="R59e708f85b8b4014" /><Relationship Type="http://schemas.openxmlformats.org/officeDocument/2006/relationships/notesMaster" Target="/ppt/notesMasters/notesMaster1.xml" Id="R81dbbffdaf67459f" /><Relationship Type="http://schemas.openxmlformats.org/officeDocument/2006/relationships/presProps" Target="/ppt/presProps.xml" Id="R6c22149e945b4463" /><Relationship Type="http://schemas.openxmlformats.org/officeDocument/2006/relationships/viewProps" Target="/ppt/viewProps.xml" Id="Rfb364406dcaa4ad4" /><Relationship Type="http://schemas.openxmlformats.org/officeDocument/2006/relationships/tableStyles" Target="/ppt/tableStyles.xml" Id="R5ed573c391fc462e" /><Relationship Type="http://schemas.openxmlformats.org/officeDocument/2006/relationships/slide" Target="/ppt/slides/slide1.xml" Id="R0cf684824870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24256083dd2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dc3e7ddec4b95" /><Relationship Type="http://schemas.openxmlformats.org/officeDocument/2006/relationships/notesMaster" Target="/ppt/notesMasters/notesMaster1.xml" Id="R2239c5fd3f424a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a9196b5104c88" /><Relationship Type="http://schemas.openxmlformats.org/officeDocument/2006/relationships/image" Target="/ppt/media/image.jpeg" Id="Rac928ded906a490d" /><Relationship Type="http://schemas.openxmlformats.org/officeDocument/2006/relationships/image" Target="/ppt/media/image.png" Id="R6f6c95bea5db48a0" /><Relationship Type="http://schemas.openxmlformats.org/officeDocument/2006/relationships/image" Target="/ppt/media/image2.png" Id="R711ab39d730746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2f1da808042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e4e6d265a41ad" /><Relationship Type="http://schemas.openxmlformats.org/officeDocument/2006/relationships/image" Target="/ppt/media/image3.png" Id="R1969bb41fd3444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ea17d508f42a8" /><Relationship Type="http://schemas.openxmlformats.org/officeDocument/2006/relationships/image" Target="/ppt/media/image4.png" Id="Rb94a79708f5d40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780f6ae3c4b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013f746464b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01c09bef743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73921a41f4a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71083f2f64f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78a8047d34e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c1e2cc61e4e3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8821beb8f8411b" /><Relationship Type="http://schemas.openxmlformats.org/officeDocument/2006/relationships/image" Target="/ppt/media/image5.png" Id="Rce1299914481417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5f5dfbd35e4c0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44715816014ee9" /><Relationship Type="http://schemas.openxmlformats.org/officeDocument/2006/relationships/image" Target="/ppt/media/image5.png" Id="R94ae4a888077443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7dcd501344c43e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28ded906a490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c95bea5db48a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ab39d7307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749FC32-764A-476B-AE31-F433730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9bb41fd34447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5475674-519F-47B0-A860-4731F2E5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1F47310-5251-4EFC-BFE6-888CAA1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040F523-77D3-4D56-8A85-C9DA11BA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F41A183B-FA67-4E33-AEC5-C1CE1E7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a79708f5d40e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BF8FC4B-79D1-4BF9-B90C-3375143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54AD1419-477E-4EB0-ADE6-D2B14100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614401-8B7A-44EA-A0D9-AA078157B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2F83E0-045B-48A3-92A9-0414101F0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5EB883F-4EA5-4738-99E8-18AE9F3DD4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FBD1AF6-5016-4031-ABC7-C592C9E62A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995A960-935F-4161-B6E5-374E524835A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DEB725E-69A6-4715-81CB-B91E610C2E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7933CAF-4E6B-4ED6-BCE8-66E085C2B4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C390B00-4ADF-467C-AADA-DE829B7645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653005-9611-4B73-857C-0D6F4890F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0E62E2A-8313-44D2-B2BA-A9408B8FAF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8AF4D9C-7E45-48ED-8D3E-1146A1BA3D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63C27B1-A3FE-4FDC-BB73-64F43B5586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2022D0A-F7D1-425D-82DD-55C95E5C5F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43E0A0D-93A4-4D15-9C92-72AF57FAB0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7A8F38F-87B7-4308-8000-FC922035EC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3B7928-B68C-4218-BDE3-49D8DE665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03320E-1321-4D0E-90F4-00D4EEC79C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4B2F42C-0A37-426A-B358-5F972DD00A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8E46B9E-AAE4-41E9-B6AA-4C4094CDA7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0CFC291-3489-484C-9E18-A3F2A62EFB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4AE05D7-71D3-436B-A855-9C08CBCCF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F10FED-BE02-4643-8452-07ED7A83E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EAF7BE2-2ABC-481E-AFE6-1D3BD6EB99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7B0FCA-EB92-4016-BE54-E3261DC8B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1881F25-A457-4BEC-8509-B9308CB04F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6EFD32-3B88-4A27-A8CC-BEBCB51A8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46B79C8-AD5A-4F7C-B512-AD9581DF59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D29176-39DB-4544-B783-8232A3EB5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3E74CE3-F3C8-4264-8FA9-39921717F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20A8FB-B12C-4B05-B3BC-ED192CDB55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56A807-EA8A-4005-90E6-244190318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B716B2-C832-49FD-AB1E-16D2A43A6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53B6172-8699-41E4-BB1C-B7C57B48E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075309E-0E63-4CB3-8889-0F3843CA6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F81BAE-5B02-4EAD-ACE3-7BA710481A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ABABBD-A34E-4C27-8719-3E67DB513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868E58D-3715-4487-8CBC-8905095DD9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299914481417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F934030-2F38-4C44-BD4B-5E3F30C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59B081A-5B12-4252-860A-ED8F047D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27FD721-B815-46EA-9792-97376D32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6FBAAC3-E67A-44FB-B6EA-FE65CF66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e4a888077443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0D39349-4FB2-4913-9730-0B6F2DB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3B72CB-4A25-4DD6-A122-3DC3BDBB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9C575F4-D8C6-4E58-B9FA-B13D3C48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D0B0F83-B2B0-4528-826E-38D1EB3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d741699cf44d1" /><Relationship Type="http://schemas.openxmlformats.org/officeDocument/2006/relationships/slideLayout" Target="/ppt/slideLayouts/slideLayout1.xml" Id="Rbb81a863c13d4c73" /><Relationship Type="http://schemas.openxmlformats.org/officeDocument/2006/relationships/slideLayout" Target="/ppt/slideLayouts/slideLayout2.xml" Id="R367e84ffb5ab481f" /><Relationship Type="http://schemas.openxmlformats.org/officeDocument/2006/relationships/slideLayout" Target="/ppt/slideLayouts/slideLayout3.xml" Id="R1a06d31683f94a60" /><Relationship Type="http://schemas.openxmlformats.org/officeDocument/2006/relationships/slideLayout" Target="/ppt/slideLayouts/slideLayout4.xml" Id="R179a07756e4f43fe" /><Relationship Type="http://schemas.openxmlformats.org/officeDocument/2006/relationships/slideLayout" Target="/ppt/slideLayouts/slideLayout5.xml" Id="R8209bbb0489d4233" /><Relationship Type="http://schemas.openxmlformats.org/officeDocument/2006/relationships/slideLayout" Target="/ppt/slideLayouts/slideLayout6.xml" Id="Rdcecf08d11ce4827" /><Relationship Type="http://schemas.openxmlformats.org/officeDocument/2006/relationships/slideLayout" Target="/ppt/slideLayouts/slideLayout7.xml" Id="R7cdd086cac104132" /><Relationship Type="http://schemas.openxmlformats.org/officeDocument/2006/relationships/slideLayout" Target="/ppt/slideLayouts/slideLayout8.xml" Id="Rbc9313d0fc564061" /><Relationship Type="http://schemas.openxmlformats.org/officeDocument/2006/relationships/slideLayout" Target="/ppt/slideLayouts/slideLayout9.xml" Id="R04d3c10bd7b648ad" /><Relationship Type="http://schemas.openxmlformats.org/officeDocument/2006/relationships/slideLayout" Target="/ppt/slideLayouts/slideLayout10.xml" Id="Rf75c979037ac4074" /><Relationship Type="http://schemas.openxmlformats.org/officeDocument/2006/relationships/slideLayout" Target="/ppt/slideLayouts/slideLayout11.xml" Id="R8f4f816c16f042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fe73582e3c848b7" /><Relationship Type="http://schemas.openxmlformats.org/officeDocument/2006/relationships/slideLayout" Target="/ppt/slideLayouts/slideLayout12.xml" Id="R7858da5bb1114679" /><Relationship Type="http://schemas.openxmlformats.org/officeDocument/2006/relationships/slideLayout" Target="/ppt/slideLayouts/slideLayout13.xml" Id="R3a9425127174464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586e149fdac4ca8" /><Relationship Type="http://schemas.openxmlformats.org/officeDocument/2006/relationships/slideLayout" Target="/ppt/slideLayouts/slideLayout14.xml" Id="Rb6322102332f40b9" /><Relationship Type="http://schemas.openxmlformats.org/officeDocument/2006/relationships/slideLayout" Target="/ppt/slideLayouts/slideLayout15.xml" Id="R642c009ce42648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D9AFEA-7E0F-4302-840C-A59EB9CCA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A602F3-53C6-4FE5-9519-2A68E4492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91089A6-0AA6-460E-88B3-A7F924004B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050190-597E-477F-8FD0-2CBC242E65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A85AF5-04EB-4C1A-A21E-18375841BC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1a863c13d4c73"/>
    <p:sldLayoutId xmlns:r="http://schemas.openxmlformats.org/officeDocument/2006/relationships" id="2147483650" r:id="R367e84ffb5ab481f"/>
    <p:sldLayoutId xmlns:r="http://schemas.openxmlformats.org/officeDocument/2006/relationships" id="2147483651" r:id="R1a06d31683f94a60"/>
    <p:sldLayoutId xmlns:r="http://schemas.openxmlformats.org/officeDocument/2006/relationships" id="2147483652" r:id="R179a07756e4f43fe"/>
    <p:sldLayoutId xmlns:r="http://schemas.openxmlformats.org/officeDocument/2006/relationships" id="2147483653" r:id="R8209bbb0489d4233"/>
    <p:sldLayoutId xmlns:r="http://schemas.openxmlformats.org/officeDocument/2006/relationships" id="2147483654" r:id="Rdcecf08d11ce4827"/>
    <p:sldLayoutId xmlns:r="http://schemas.openxmlformats.org/officeDocument/2006/relationships" id="2147483655" r:id="R7cdd086cac104132"/>
    <p:sldLayoutId xmlns:r="http://schemas.openxmlformats.org/officeDocument/2006/relationships" id="2147483656" r:id="Rbc9313d0fc564061"/>
    <p:sldLayoutId xmlns:r="http://schemas.openxmlformats.org/officeDocument/2006/relationships" id="2147483657" r:id="R04d3c10bd7b648ad"/>
    <p:sldLayoutId xmlns:r="http://schemas.openxmlformats.org/officeDocument/2006/relationships" id="2147483658" r:id="Rf75c979037ac4074"/>
    <p:sldLayoutId xmlns:r="http://schemas.openxmlformats.org/officeDocument/2006/relationships" id="2147483659" r:id="R8f4f816c16f0423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3BBBD05-48E3-49EC-8EE4-26215969B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C3EF1D-DE51-41B9-935D-892729579D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7EB0C9-5C8E-423A-A44A-2DBD627D2AC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01C691-A2FE-44EB-9FF0-9F62AB07ED5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4B74F-E194-44A8-AFDF-A42E6E77FEA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858da5bb1114679"/>
    <p:sldLayoutId xmlns:r="http://schemas.openxmlformats.org/officeDocument/2006/relationships" id="2147483662" r:id="R3a9425127174464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FC4CE40-6108-4823-88F9-1E1D53C6B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8C29A0D-438A-4471-98C3-ACF9A0CEEC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696226-7B65-47F3-BCE4-62B748B27D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AFF899-3F2D-4CCD-9A6A-E23401D48A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4FBBF8-F0A8-433B-A8CE-148BBACAF1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6322102332f40b9"/>
    <p:sldLayoutId xmlns:r="http://schemas.openxmlformats.org/officeDocument/2006/relationships" id="2147483665" r:id="R642c009ce426483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768b6d32a4869" /><Relationship Type="http://schemas.openxmlformats.org/officeDocument/2006/relationships/notesSlide" Target="/ppt/notesSlides/notesSlide1.xml" Id="Rbe03aff5cfa543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820DE4-EA2D-48CC-AB14-30BABD32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8C24776D-74CF-4CDA-88BF-781FD18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汇报人：PPagenT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792AECE-5706-425C-9848-241E711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2026.08.08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AC9E8C4-471A-4BB2-94EF-E065723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AE9F4F8-AA70-411F-968D-7D97288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PPagenT 模板复现实验</a:t>
            </a:r>
          </a:p>
        </p:txBody>
      </p:sp>
    </p:spTree>
    <p:extLst>
      <p:ext uri="{BB962C8B-B14F-4D97-AF65-F5344CB8AC3E}">
        <p14:creationId xmlns:p14="http://schemas.microsoft.com/office/powerpoint/2010/main" val="182737525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2026-08-08T05:47:38.7330000Z</dcterms:created>
  <dcterms:modified xsi:type="dcterms:W3CDTF">2026-08-08T05:47:38.7330000Z</dcterms:modified>
</coreProperties>
</file>