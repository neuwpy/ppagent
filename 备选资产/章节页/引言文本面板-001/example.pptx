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97504e0db84d1a" /><Relationship Type="http://schemas.openxmlformats.org/officeDocument/2006/relationships/extended-properties" Target="/docProps/app.xml" Id="Rad42da811a2b4276" /><Relationship Type="http://schemas.openxmlformats.org/officeDocument/2006/relationships/officeDocument" Target="/ppt/presentation.xml" Id="R104612e79b8245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badc14517e4803"/>
  </p:sldMasterIdLst>
  <p:notesMasterIdLst>
    <p:notesMasterId xmlns:r="http://schemas.openxmlformats.org/officeDocument/2006/relationships" r:id="R27dad3a436ff4e35"/>
  </p:notesMasterIdLst>
  <p:sldIdLst>
    <p:sldId xmlns:r="http://schemas.openxmlformats.org/officeDocument/2006/relationships" id="256" r:id="Rb937573f3ea146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c4255336ed4769" /><Relationship Type="http://schemas.openxmlformats.org/officeDocument/2006/relationships/slideMaster" Target="/ppt/slideMasters/slideMaster1.xml" Id="R85badc14517e4803" /><Relationship Type="http://schemas.openxmlformats.org/officeDocument/2006/relationships/notesMaster" Target="/ppt/notesMasters/notesMaster1.xml" Id="R27dad3a436ff4e35" /><Relationship Type="http://schemas.openxmlformats.org/officeDocument/2006/relationships/presProps" Target="/ppt/presProps.xml" Id="R31fcf5ae0ebe473d" /><Relationship Type="http://schemas.openxmlformats.org/officeDocument/2006/relationships/tableStyles" Target="/ppt/tableStyles.xml" Id="R60172508d6af4d03" /><Relationship Type="http://schemas.openxmlformats.org/officeDocument/2006/relationships/slide" Target="/ppt/slides/slide1.xml" Id="Rb937573f3ea146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1cb22bfb63946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2510da1a2ce4a80" /><Relationship Type="http://schemas.openxmlformats.org/officeDocument/2006/relationships/notesMaster" Target="/ppt/notesMasters/notesMaster1.xml" Id="R88c7cb278a6e4a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7ae0d66aaf48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b6e4de2c8b4c35" /><Relationship Type="http://schemas.openxmlformats.org/officeDocument/2006/relationships/slideLayout" Target="/ppt/slideLayouts/slideLayout1.xml" Id="Rad44f205042f49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d44f205042f49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6059581414483" /><Relationship Type="http://schemas.openxmlformats.org/officeDocument/2006/relationships/notesSlide" Target="/ppt/notesSlides/notesSlide1.xml" Id="Rb8c8e69fdc7b44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intro-panel">
            <a:extLst xmlns:a="http://schemas.openxmlformats.org/drawingml/2006/main">
              <a:ext uri="{FF2B5EF4-FFF2-40B4-BE49-F238E27FC236}">
                <a16:creationId xmlns:a16="http://schemas.microsoft.com/office/drawing/2014/main" id="{5B89EB44-714E-445B-AAC9-33C2E237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085850"/>
            <a:ext cx="9639300" cy="47244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677C8"/>
          </a:solidFill>
          <a:ln xmlns:a="http://schemas.openxmlformats.org/drawingml/2006/main" w="0">
            <a:solidFill>
              <a:srgbClr val="1677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2DD71D-490C-4EC6-99DE-9551A934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85925"/>
            <a:ext cx="7543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章节引言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F67E4-A7EC-4C2C-A80E-759BA81C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7647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EEFF"/>
                </a:solidFill>
                <a:latin typeface="Microsoft YaHei"/>
                <a:ea typeface="Microsoft YaHei"/>
                <a:cs typeface="Microsoft YaHei"/>
              </a:rPr>
              <a:t>SECTION 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DA28E1-A3E2-404C-8972-46815C59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71775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62C4E8-0270-4791-A741-2C0B1503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105150"/>
            <a:ext cx="73533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在这里用两到三行文字交代本章节的背景、范围或阅读提示。内容应当简洁，并为后续页面建立清晰的上下文。</a:t>
            </a:r>
          </a:p>
        </p:txBody>
      </p:sp>
      <p:sp>
        <p:nvSpPr>
          <p:cNvPr id="6" name="continuation-marker">
            <a:extLst xmlns:a="http://schemas.openxmlformats.org/drawingml/2006/main">
              <a:ext uri="{FF2B5EF4-FFF2-40B4-BE49-F238E27FC236}">
                <a16:creationId xmlns:a16="http://schemas.microsoft.com/office/drawing/2014/main" id="{1D1098EB-6248-4C72-8102-5E53D5BB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5054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8D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16799706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2026-08-09T03:03:05.5280000Z</dcterms:created>
  <dcterms:modified xsi:type="dcterms:W3CDTF">2026-08-09T03:03:05.5280000Z</dcterms:modified>
</coreProperties>
</file>