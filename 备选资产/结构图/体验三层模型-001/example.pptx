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369c94bf74936" /><Relationship Type="http://schemas.openxmlformats.org/officeDocument/2006/relationships/extended-properties" Target="/docProps/app.xml" Id="R173360938c4f4e72" /><Relationship Type="http://schemas.openxmlformats.org/officeDocument/2006/relationships/officeDocument" Target="/ppt/presentation.xml" Id="R1e97e49c89134f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b9a1ea92b74c95"/>
  </p:sldMasterIdLst>
  <p:notesMasterIdLst>
    <p:notesMasterId xmlns:r="http://schemas.openxmlformats.org/officeDocument/2006/relationships" r:id="R5dfe9217d0ab4123"/>
  </p:notesMasterIdLst>
  <p:sldIdLst>
    <p:sldId xmlns:r="http://schemas.openxmlformats.org/officeDocument/2006/relationships" id="256" r:id="Rab575030f41e43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9efd45c4d5406d" /><Relationship Type="http://schemas.openxmlformats.org/officeDocument/2006/relationships/slideMaster" Target="/ppt/slideMasters/slideMaster1.xml" Id="R1eb9a1ea92b74c95" /><Relationship Type="http://schemas.openxmlformats.org/officeDocument/2006/relationships/notesMaster" Target="/ppt/notesMasters/notesMaster1.xml" Id="R5dfe9217d0ab4123" /><Relationship Type="http://schemas.openxmlformats.org/officeDocument/2006/relationships/presProps" Target="/ppt/presProps.xml" Id="R5d3a42f8f9844f23" /><Relationship Type="http://schemas.openxmlformats.org/officeDocument/2006/relationships/tableStyles" Target="/ppt/tableStyles.xml" Id="R3335623ee68c415d" /><Relationship Type="http://schemas.openxmlformats.org/officeDocument/2006/relationships/slide" Target="/ppt/slides/slide1.xml" Id="Rab575030f41e43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49f4dd0e1d45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e31c5ac53d487e" /><Relationship Type="http://schemas.openxmlformats.org/officeDocument/2006/relationships/notesMaster" Target="/ppt/notesMasters/notesMaster1.xml" Id="R456d70469f784d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aa9a7891449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1bcbc3baec4601" /><Relationship Type="http://schemas.openxmlformats.org/officeDocument/2006/relationships/slideLayout" Target="/ppt/slideLayouts/slideLayout1.xml" Id="Rf9b5505edd5a4c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b5505edd5a4c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dc766177e4011" /><Relationship Type="http://schemas.openxmlformats.org/officeDocument/2006/relationships/notesSlide" Target="/ppt/notesSlides/notesSlide1.xml" Id="Ra3987d3e772342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EF970-5777-47CD-9922-D1733F9F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服务体验三层模型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E3E25-93C0-4B52-A7DF-5128027E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体验三层模型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CC931-9BA7-462E-A2A5-7610B7B4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62300" y="2114550"/>
            <a:ext cx="0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DCBB4-9E79-4374-B51B-FA218CE3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19300" y="3381375"/>
            <a:ext cx="11430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9ED2B-4B44-4A0E-B708-9CF71CC3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62300" y="3381375"/>
            <a:ext cx="11430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518EF-0B41-49DE-9ACF-E2A0D65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14450"/>
            <a:ext cx="4229100" cy="422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158C7-D6B0-4501-AFE7-C14B0735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76525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17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整体体验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058CB-F91F-4654-9A60-DE1FF656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43050"/>
            <a:ext cx="14097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661FC-CAB6-47B4-8D3B-A27C3AF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14097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行为层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2EEAF-51AE-419C-88B2-5360DA4F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43300"/>
            <a:ext cx="14097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FC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D6567-D91E-4EC8-8080-1A196BFF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5429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DB95F-4DFF-4BEE-9996-537D6ED3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1428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20135-C93D-4171-ADC2-AA01EAE1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002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用户如何理解对象、关系和规则，以及是否形成稳定认知。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D81BE-0E2F-41D9-964A-04DF6DCD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对象 · 关系 · 角色 · 权限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C1B24-18DF-49D9-9D4C-C09A8DCE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认知准确率 85%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FE620-AABC-41E5-BE6A-E61EB2E8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5429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243B6-AA7B-48C5-A478-965F7769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428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行为层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FFDE0-5A56-43FE-A815-0F4CDC73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623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用户在不同场景中完成任务时的步骤、成本和反馈。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05346-1CB0-48E1-A884-1F2F925D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操作 · 链路 · 场景 · 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1ADD8-0812-431C-BDBD-B4A5ED3C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624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关键任务完成率 92%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1BE5A-2373-43C7-9A7D-F671CDD9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5429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B7F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9ED34-D360-4447-9091-5FBE1DFC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1428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4B7FC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1955F-E8C3-45FF-9386-4CD0ADDC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244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用户对速度、稳定性和结果状态形成的主观感受。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C6389-F421-40F7-98A6-39C108EA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19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状态 · 趋势 · 速度 · 稳定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F97FB-E2A3-4D97-B4F9-1B412D35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24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7F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B7FC0"/>
                </a:solidFill>
                <a:latin typeface="Microsoft YaHei"/>
                <a:ea typeface="Microsoft YaHei"/>
                <a:cs typeface="Microsoft YaHei"/>
              </a:rPr>
              <a:t>体验满意度 90%</a:t>
            </a:r>
          </a:p>
        </p:txBody>
      </p:sp>
    </p:spTree>
    <p:extLst>
      <p:ext uri="{BB962C8B-B14F-4D97-AF65-F5344CB8AC3E}">
        <p14:creationId xmlns:p14="http://schemas.microsoft.com/office/powerpoint/2010/main" val="1569143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2026-08-09T01:05:30.6130000Z</dcterms:created>
  <dcterms:modified xsi:type="dcterms:W3CDTF">2026-08-09T01:05:30.6130000Z</dcterms:modified>
</coreProperties>
</file>