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4bf619e6ee470a" /><Relationship Type="http://schemas.openxmlformats.org/officeDocument/2006/relationships/extended-properties" Target="/docProps/app.xml" Id="R96a1f7f0d9804b95" /><Relationship Type="http://schemas.openxmlformats.org/officeDocument/2006/relationships/officeDocument" Target="/ppt/presentation.xml" Id="R45e225a829384c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68186e2f5040c3"/>
  </p:sldMasterIdLst>
  <p:notesMasterIdLst>
    <p:notesMasterId xmlns:r="http://schemas.openxmlformats.org/officeDocument/2006/relationships" r:id="Rb70dc9e400a44f49"/>
  </p:notesMasterIdLst>
  <p:sldIdLst>
    <p:sldId xmlns:r="http://schemas.openxmlformats.org/officeDocument/2006/relationships" id="256" r:id="R1d6e69ccf6aa4c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0a0a6535f48d6" /><Relationship Type="http://schemas.openxmlformats.org/officeDocument/2006/relationships/slideMaster" Target="/ppt/slideMasters/slideMaster1.xml" Id="R9a68186e2f5040c3" /><Relationship Type="http://schemas.openxmlformats.org/officeDocument/2006/relationships/notesMaster" Target="/ppt/notesMasters/notesMaster1.xml" Id="Rb70dc9e400a44f49" /><Relationship Type="http://schemas.openxmlformats.org/officeDocument/2006/relationships/presProps" Target="/ppt/presProps.xml" Id="R388921dc636f4692" /><Relationship Type="http://schemas.openxmlformats.org/officeDocument/2006/relationships/tableStyles" Target="/ppt/tableStyles.xml" Id="Rf15991d478724e0c" /><Relationship Type="http://schemas.openxmlformats.org/officeDocument/2006/relationships/slide" Target="/ppt/slides/slide1.xml" Id="R1d6e69ccf6aa4c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b40144439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204bd329d14cd0" /><Relationship Type="http://schemas.openxmlformats.org/officeDocument/2006/relationships/notesMaster" Target="/ppt/notesMasters/notesMaster1.xml" Id="Ref4b3b9daa1b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d819f74f3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f62a06f7c41d0" /><Relationship Type="http://schemas.openxmlformats.org/officeDocument/2006/relationships/slideLayout" Target="/ppt/slideLayouts/slideLayout1.xml" Id="R545524dc98d940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524dc98d940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51f4b71d74e60" /><Relationship Type="http://schemas.openxmlformats.org/officeDocument/2006/relationships/notesSlide" Target="/ppt/notesSlides/notesSlide1.xml" Id="R1cba61f1a3c945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1BCF0-C488-47F2-A988-9CEECB7F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项目延期原因拆解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5257F-901A-46A0-B297-A946CBF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鱼骨原因分析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C405D-0F3E-4A75-BA1E-DD1C5CC6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76625"/>
            <a:ext cx="824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279BF-454C-425A-A921-D4F4AD0F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A51EE-87D8-4BD4-B0CF-CBFF1A71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2362200" cy="1066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交付延期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7D713-769F-43B5-BEFA-F4DCF254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2724150"/>
            <a:ext cx="87630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4A2BE-FB66-4982-8A80-ABA1A20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3350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3570B-BEBC-4483-A997-B229489A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33500"/>
            <a:ext cx="2343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7B63D-B6A4-435C-929B-96442053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669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关键岗位不足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协同边界不清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经验不匹配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1B552-F0C6-4408-80D6-D94B49B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81575" y="2724150"/>
            <a:ext cx="87630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B0B11-02D4-4F84-BE4A-B4BE9E7A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3350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B146D-86E2-47C1-8EB6-72B28614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33500"/>
            <a:ext cx="2343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265C9-484D-493B-9F49-0D64CFA5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669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系统稳定性不足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接口依赖复杂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测试覆盖不足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73655-8392-46E7-B79C-A351C8BA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6200" y="2724150"/>
            <a:ext cx="87630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408E8-1DDB-4B1A-B8B4-424452AC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3350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CE086-B8C1-48CD-9DC9-A72B2480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33500"/>
            <a:ext cx="2343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CE755-D61A-417B-9842-0025070C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669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目标多次调整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验收口径模糊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优先级冲突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B102B-74A7-44DF-9171-BB6233AB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66950" y="3476625"/>
            <a:ext cx="87630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C6039-76C5-4822-9E67-DBFA8C95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681E7-7F76-4F91-BA56-E4082954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2343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B725B-EB2E-40DC-940A-49A5956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审批链路过长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交接标准缺失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变更响应迟缓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EB3C4-1004-4C04-AA0B-839BC24E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81575" y="3476625"/>
            <a:ext cx="87630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30CF6-21F4-4AD8-AE71-DE728989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1005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B92BDB-3EFD-4303-BA52-E5B011C4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10050"/>
            <a:ext cx="2343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ADC07-7A43-4C0D-8FD9-09D5D5C7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434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预算受限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设备交付延迟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外部支持不足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4D8AA7-EFF9-4F33-AEDE-A00800C0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96200" y="3476625"/>
            <a:ext cx="87630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5A697D-802D-4F7E-8FAB-EC7B4D00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A9FCE-F249-49CE-B297-78E25F24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343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B7577-4306-4A1A-B750-5E80C86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434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供应链波动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政策窗口变化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跨区域协作困难</a:t>
            </a:r>
          </a:p>
        </p:txBody>
      </p:sp>
    </p:spTree>
    <p:extLst>
      <p:ext uri="{BB962C8B-B14F-4D97-AF65-F5344CB8AC3E}">
        <p14:creationId xmlns:p14="http://schemas.microsoft.com/office/powerpoint/2010/main" val="813499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2026-08-09T00:34:03.8950000Z</dcterms:created>
  <dcterms:modified xsi:type="dcterms:W3CDTF">2026-08-09T00:34:03.8950000Z</dcterms:modified>
</coreProperties>
</file>