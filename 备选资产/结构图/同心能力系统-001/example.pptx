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358af9f4504519" /><Relationship Type="http://schemas.openxmlformats.org/officeDocument/2006/relationships/extended-properties" Target="/docProps/app.xml" Id="R2e13455c88ec4403" /><Relationship Type="http://schemas.openxmlformats.org/officeDocument/2006/relationships/officeDocument" Target="/ppt/presentation.xml" Id="R6845b391359b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33573ca74b4ec0"/>
  </p:sldMasterIdLst>
  <p:notesMasterIdLst>
    <p:notesMasterId xmlns:r="http://schemas.openxmlformats.org/officeDocument/2006/relationships" r:id="R193d20d4f6d34e0b"/>
  </p:notesMasterIdLst>
  <p:sldIdLst>
    <p:sldId xmlns:r="http://schemas.openxmlformats.org/officeDocument/2006/relationships" id="256" r:id="Rffe21f19c29248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e8ae0682e54034" /><Relationship Type="http://schemas.openxmlformats.org/officeDocument/2006/relationships/slideMaster" Target="/ppt/slideMasters/slideMaster1.xml" Id="Rcb33573ca74b4ec0" /><Relationship Type="http://schemas.openxmlformats.org/officeDocument/2006/relationships/notesMaster" Target="/ppt/notesMasters/notesMaster1.xml" Id="R193d20d4f6d34e0b" /><Relationship Type="http://schemas.openxmlformats.org/officeDocument/2006/relationships/presProps" Target="/ppt/presProps.xml" Id="R20bc94fe08994624" /><Relationship Type="http://schemas.openxmlformats.org/officeDocument/2006/relationships/tableStyles" Target="/ppt/tableStyles.xml" Id="Rc3a40883eb4446fb" /><Relationship Type="http://schemas.openxmlformats.org/officeDocument/2006/relationships/slide" Target="/ppt/slides/slide1.xml" Id="Rffe21f19c29248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5dd9e8cab74e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a6a7733f3645f3" /><Relationship Type="http://schemas.openxmlformats.org/officeDocument/2006/relationships/notesMaster" Target="/ppt/notesMasters/notesMaster1.xml" Id="R7453b64fa62144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45617875f44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08461735bb4e78" /><Relationship Type="http://schemas.openxmlformats.org/officeDocument/2006/relationships/slideLayout" Target="/ppt/slideLayouts/slideLayout1.xml" Id="R16fa97e4d9584e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fa97e4d9584e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ff5d022154f65" /><Relationship Type="http://schemas.openxmlformats.org/officeDocument/2006/relationships/notesSlide" Target="/ppt/notesSlides/notesSlide1.xml" Id="R7efa9302f6094e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07467-8251-4435-99A2-F592DA00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智能财务能力系统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FDEEC-2CE7-474D-92AA-B624129D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同心能力系统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851C7-68BA-40B3-95D7-968492D6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59180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89D"/>
          </a:solidFill>
          <a:ln xmlns:a="http://schemas.openxmlformats.org/drawingml/2006/main" w="19050">
            <a:solidFill>
              <a:srgbClr val="D8E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28FA6-B506-4A99-8B33-CF8966E3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800100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19050">
            <a:solidFill>
              <a:srgbClr val="E0B18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2EFC1-43C7-46F8-A522-A8DE9414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4914900" cy="1962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A75"/>
          </a:solidFill>
          <a:ln xmlns:a="http://schemas.openxmlformats.org/drawingml/2006/main" w="19050">
            <a:solidFill>
              <a:srgbClr val="8CBC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471B5-0051-4689-8308-3C067C71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575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财务智能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DAEF0-48EE-466B-93D5-40EC356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9906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A8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自动核算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A2690-F5D1-411D-80E9-1C422EA5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679" y="2481263"/>
            <a:ext cx="9906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A8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智能稽核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547E3-062E-4208-8621-AA41D69C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679" y="4243388"/>
            <a:ext cx="9906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A8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资金管控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CD68F-F823-4AF6-AE42-0B0E0A17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24450"/>
            <a:ext cx="9906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A8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报账终端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DBDC8-F68E-45CE-B6B0-9BB45408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721" y="4243388"/>
            <a:ext cx="9906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A8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9505C-B556-4EEF-8929-801AF028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721" y="2481263"/>
            <a:ext cx="9906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A80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自助报账</a:t>
            </a:r>
          </a:p>
        </p:txBody>
      </p:sp>
    </p:spTree>
    <p:extLst>
      <p:ext uri="{BB962C8B-B14F-4D97-AF65-F5344CB8AC3E}">
        <p14:creationId xmlns:p14="http://schemas.microsoft.com/office/powerpoint/2010/main" val="1366019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2026-08-09T02:45:41.0330000Z</dcterms:created>
  <dcterms:modified xsi:type="dcterms:W3CDTF">2026-08-09T02:45:41.0340000Z</dcterms:modified>
</coreProperties>
</file>