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122ad7043e4250" /><Relationship Type="http://schemas.openxmlformats.org/officeDocument/2006/relationships/extended-properties" Target="/docProps/app.xml" Id="R9768424fb6944276" /><Relationship Type="http://schemas.openxmlformats.org/officeDocument/2006/relationships/officeDocument" Target="/ppt/presentation.xml" Id="R408927e3d5c249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3d2f24cf6b411a"/>
  </p:sldMasterIdLst>
  <p:notesMasterIdLst>
    <p:notesMasterId xmlns:r="http://schemas.openxmlformats.org/officeDocument/2006/relationships" r:id="R39265deb389f499a"/>
  </p:notesMasterIdLst>
  <p:sldIdLst>
    <p:sldId xmlns:r="http://schemas.openxmlformats.org/officeDocument/2006/relationships" id="256" r:id="Rc4f275483bdf4c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a681ebb8341ac" /><Relationship Type="http://schemas.openxmlformats.org/officeDocument/2006/relationships/slideMaster" Target="/ppt/slideMasters/slideMaster1.xml" Id="R6d3d2f24cf6b411a" /><Relationship Type="http://schemas.openxmlformats.org/officeDocument/2006/relationships/notesMaster" Target="/ppt/notesMasters/notesMaster1.xml" Id="R39265deb389f499a" /><Relationship Type="http://schemas.openxmlformats.org/officeDocument/2006/relationships/presProps" Target="/ppt/presProps.xml" Id="R0a93bba80800449e" /><Relationship Type="http://schemas.openxmlformats.org/officeDocument/2006/relationships/tableStyles" Target="/ppt/tableStyles.xml" Id="R0a40c2fd1a1a4b01" /><Relationship Type="http://schemas.openxmlformats.org/officeDocument/2006/relationships/slide" Target="/ppt/slides/slide1.xml" Id="Rc4f275483bdf4c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d8c7aa1ecd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d40834ae794069" /><Relationship Type="http://schemas.openxmlformats.org/officeDocument/2006/relationships/notesMaster" Target="/ppt/notesMasters/notesMaster1.xml" Id="R641256aaf2be45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5b83b280d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e75f756b93423e" /><Relationship Type="http://schemas.openxmlformats.org/officeDocument/2006/relationships/slideLayout" Target="/ppt/slideLayouts/slideLayout1.xml" Id="R5ecc065507104f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c065507104f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8b60dbd004333" /><Relationship Type="http://schemas.openxmlformats.org/officeDocument/2006/relationships/notesSlide" Target="/ppt/notesSlides/notesSlide1.xml" Id="R5da77217b1a647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E85F67-B14C-44C7-9650-91B3D923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用户完成一次材料生成的体验地图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C1D13-F7A2-4C30-B505-A19633E7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用户体验地图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8A080-0E8A-424F-A7A0-0A5BF1CA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1371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45180-06A2-40FF-8853-8F3B28B9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14450"/>
            <a:ext cx="199263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准备内容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73F57-04B4-4532-83DC-6AC4F05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30" y="1314450"/>
            <a:ext cx="199263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选择样式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FC880-62AB-433C-B699-88BE699B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1314450"/>
            <a:ext cx="199263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64450-7AA9-4EB8-906B-4A299BD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490" y="1314450"/>
            <a:ext cx="199263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检查修改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E6D72-BA39-4D99-A54D-C21AD9C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1314450"/>
            <a:ext cx="199263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导出使用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BF632-C4EC-4912-A75A-D786F153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85950"/>
            <a:ext cx="1371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用户行为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7004B-85E5-4907-84A5-13CE82FD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85950"/>
            <a:ext cx="199263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6E727-A548-4DA3-8FD9-83897545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71675"/>
            <a:ext cx="180213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整理稿件与图片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6C044-6C76-46AF-AE2C-2E243184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30" y="1885950"/>
            <a:ext cx="199263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48DB7-3BE0-4AE3-9A1E-998B433D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971675"/>
            <a:ext cx="180213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选择符合场景的版式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1F375-2FE8-442F-A884-A02935C2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1885950"/>
            <a:ext cx="199263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5A936-3046-4CE6-A791-3E08CB2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110" y="1971675"/>
            <a:ext cx="180213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上传内容并确认参数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82EF8-E4C1-4697-9B6C-4C7B6142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490" y="1885950"/>
            <a:ext cx="199263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0E546-1A44-4BD0-B9CB-8D9D69D0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80213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核对结构与文字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82210-2AC8-4687-A1FC-A61F2C5F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1885950"/>
            <a:ext cx="199263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CC604-BBC3-4DB7-B211-7C9EB7E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1971675"/>
            <a:ext cx="180213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下载并继续编辑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56FCF-1E06-473E-BFF7-AAB8A0C2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28900"/>
            <a:ext cx="1371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接触点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4B5E5-C336-46E5-AB81-EA613954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28900"/>
            <a:ext cx="199263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48BDF-1974-4CEF-B286-C2A4D2D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14625"/>
            <a:ext cx="18021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文档与素材库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A1F39-8CA4-4803-9D32-DE51788E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30" y="2628900"/>
            <a:ext cx="199263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39A35-6F15-4250-AD8D-BE8F48A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14625"/>
            <a:ext cx="18021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样式预览页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B1DDC-7A54-4277-8CC7-2334F46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2628900"/>
            <a:ext cx="199263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CD42C-740C-4825-A37B-54C20A71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110" y="2714625"/>
            <a:ext cx="18021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生成页面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B01CF-39D1-4F7A-80E1-60DA8BD7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490" y="2628900"/>
            <a:ext cx="199263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4BD6DB-45AA-4A1D-9D5B-C2E87508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2714625"/>
            <a:ext cx="18021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在线预览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F354B-8409-4028-8BDC-19FF2597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2628900"/>
            <a:ext cx="199263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F259B1-194E-44EB-B710-CD0AA958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2714625"/>
            <a:ext cx="18021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导出入口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D248B2-4EA7-457C-B07E-B5827E59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76600"/>
            <a:ext cx="137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情绪曲线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88ED40-06B1-479B-92BD-C2219755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199263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70EBE-A35F-453A-AB8A-DAD731A0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30" y="3276600"/>
            <a:ext cx="199263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7AEBE7-10D2-4913-A974-4B39F23C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3276600"/>
            <a:ext cx="199263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F4C44A-7A46-48F9-8ADA-DF635FBA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490" y="3276600"/>
            <a:ext cx="199263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A0137-65FC-4F21-8122-10B93208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3276600"/>
            <a:ext cx="199263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03CF99-901A-46DB-8855-76CD2193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13716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0D34DA-230A-4603-83B0-113B063D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43400"/>
            <a:ext cx="199263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7D5854-8730-4271-A3DB-07391B85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29125"/>
            <a:ext cx="180213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素材分散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FF6DA5-774C-4D19-A56D-0906D69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30" y="4343400"/>
            <a:ext cx="199263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544FB7-7F21-491D-B976-CE3D99E2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429125"/>
            <a:ext cx="180213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样式差异难判断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2BB61F-AC39-4B08-8693-6DF98127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4343400"/>
            <a:ext cx="199263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C79E69-64EC-4AEF-BE6A-977A70DD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110" y="4429125"/>
            <a:ext cx="180213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等待结果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6A86ED-5236-44D8-BF33-722239D9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490" y="4343400"/>
            <a:ext cx="199263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D7A6E3-8251-430E-BFB1-6DA09EFF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4429125"/>
            <a:ext cx="180213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局部内容不合适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1BC9E1-35AB-4C0A-94EA-DD9D2013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4343400"/>
            <a:ext cx="199263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919679-D1DC-4837-AA75-422D2416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4429125"/>
            <a:ext cx="180213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字体或环境差异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28E86E-7C30-489F-9F43-B9D823B0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67300"/>
            <a:ext cx="1371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机会点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6CE71C-E9CB-41D8-9A23-F226F982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67300"/>
            <a:ext cx="199263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EDA050-7B1A-45F9-8885-03073A60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53025"/>
            <a:ext cx="180213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自动整理素材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08F2BF-F32D-42F4-98DA-31A0D204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30" y="5067300"/>
            <a:ext cx="199263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AF7C01-2544-4FB4-87C3-C25FF5C7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153025"/>
            <a:ext cx="180213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按功能推荐样式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F1853F-6C8A-437C-A432-33FA0ACE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5067300"/>
            <a:ext cx="199263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644052-9041-4889-9ED1-888222FC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110" y="5153025"/>
            <a:ext cx="180213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展示生成进度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AFFE5F-D62F-413F-BA0A-C6D9E488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490" y="5067300"/>
            <a:ext cx="199263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37E413-3A5D-494A-B5DE-2379159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5153025"/>
            <a:ext cx="180213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支持局部重排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BD610E-1679-4E6F-A284-8F9B1B2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5067300"/>
            <a:ext cx="199263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5E0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6B7594-254F-4BAB-B8D2-00C9B9F1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5153025"/>
            <a:ext cx="180213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导出前完整检查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8721F6-DC9C-4884-85FA-29E0DB92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100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dash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A22418-98F6-4406-B8B0-86FA3089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8915" y="3574733"/>
            <a:ext cx="1992630" cy="1628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B7EEB3-66DC-40BB-8BB4-237311B7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1545" y="3574733"/>
            <a:ext cx="1992630" cy="108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05659B-1D54-4EE8-BD06-CD22D1E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734175" y="3683318"/>
            <a:ext cx="1992630" cy="289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6C807A-9869-4370-9F28-1B5353B5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26805" y="3538538"/>
            <a:ext cx="1992630" cy="434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BF5721-703F-4B4D-9B37-A2D0B831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364236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B5AAFD-EE9F-4E54-B4C4-D6B24E5E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95" y="347948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BC03F0-C77A-4B1D-87A8-5C26AF6F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58806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626874-CC5E-4E91-8B20-A6FA4249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555" y="387762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6D1353-2C0A-4EB1-AAA9-CD5627F9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44328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1093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2026-08-09T00:25:41.3040000Z</dcterms:created>
  <dcterms:modified xsi:type="dcterms:W3CDTF">2026-08-09T00:25:41.3040000Z</dcterms:modified>
</coreProperties>
</file>