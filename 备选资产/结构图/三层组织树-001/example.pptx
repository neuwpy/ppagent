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4601f62ac4978" /><Relationship Type="http://schemas.openxmlformats.org/officeDocument/2006/relationships/extended-properties" Target="/docProps/app.xml" Id="R949c9b5c18fe4f69" /><Relationship Type="http://schemas.openxmlformats.org/officeDocument/2006/relationships/officeDocument" Target="/ppt/presentation.xml" Id="R2899ef56ab82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3033493614e0d"/>
  </p:sldMasterIdLst>
  <p:notesMasterIdLst>
    <p:notesMasterId xmlns:r="http://schemas.openxmlformats.org/officeDocument/2006/relationships" r:id="Rebdb2969f7e0481b"/>
  </p:notesMasterIdLst>
  <p:sldIdLst>
    <p:sldId xmlns:r="http://schemas.openxmlformats.org/officeDocument/2006/relationships" id="256" r:id="R070bbb1884d4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90ffd82bbd447e" /><Relationship Type="http://schemas.openxmlformats.org/officeDocument/2006/relationships/slideMaster" Target="/ppt/slideMasters/slideMaster1.xml" Id="R48c3033493614e0d" /><Relationship Type="http://schemas.openxmlformats.org/officeDocument/2006/relationships/notesMaster" Target="/ppt/notesMasters/notesMaster1.xml" Id="Rebdb2969f7e0481b" /><Relationship Type="http://schemas.openxmlformats.org/officeDocument/2006/relationships/presProps" Target="/ppt/presProps.xml" Id="R8b30902302aa4fad" /><Relationship Type="http://schemas.openxmlformats.org/officeDocument/2006/relationships/tableStyles" Target="/ppt/tableStyles.xml" Id="Rbddcd0dadd3d4569" /><Relationship Type="http://schemas.openxmlformats.org/officeDocument/2006/relationships/slide" Target="/ppt/slides/slide1.xml" Id="R070bbb1884d4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5b83b5e22e4d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5c1c7a68254371" /><Relationship Type="http://schemas.openxmlformats.org/officeDocument/2006/relationships/notesMaster" Target="/ppt/notesMasters/notesMaster1.xml" Id="R347001b22a2f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5271d16b4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b9ee8319840aa" /><Relationship Type="http://schemas.openxmlformats.org/officeDocument/2006/relationships/slideLayout" Target="/ppt/slideLayouts/slideLayout1.xml" Id="R215afe1c3ced4c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5afe1c3ced4c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6d38e0554bb8" /><Relationship Type="http://schemas.openxmlformats.org/officeDocument/2006/relationships/notesSlide" Target="/ppt/notesSlides/notesSlide1.xml" Id="R801d717a97144e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FC29B3-5945-4970-827F-15E0741C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项目团队组织架构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8D700-56EC-4A44-B6F4-DD1ADDF2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C6C1C-8274-4BED-B361-1B10B43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1717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895BA-6D75-48B0-BDC2-44BEF510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2628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E6F5D-A0FE-43D3-8D3C-D442399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EA3F9-A04C-4475-8D91-A6C9F90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7D989-F9D0-4C43-91E2-47DFF1C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26289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D00C8-90EA-4DBC-9572-04727FED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001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FA0EE-5BF2-4742-8A62-94FFA3C8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144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李明</a:t>
            </a:r>
          </a:p>
        </p:txBody>
      </p:sp>
      <p:sp>
        <p:nvSpPr>
          <p:cNvPr id="10" name="PPAGENT_QA|parent=org-leader|domains=organization-leaders">
            <a:extLst xmlns:a="http://schemas.openxmlformats.org/drawingml/2006/main">
              <a:ext uri="{FF2B5EF4-FFF2-40B4-BE49-F238E27FC236}">
                <a16:creationId xmlns:a16="http://schemas.microsoft.com/office/drawing/2014/main" id="{9981DC1B-9E0C-4F37-887F-6895D10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李明｜项目负责人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1266E-BB7E-4694-B02A-91EA76E5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BE9D6-5DBA-4B22-816E-0478631E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2FCED-D218-4111-85A0-C59029B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82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3F9E6-6EB5-4ED2-87DD-A821F12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192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42321-2502-4053-9B09-ABF1D30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82A19-F133-4B53-BE09-FB1B12C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吴飞</a:t>
            </a:r>
          </a:p>
        </p:txBody>
      </p:sp>
      <p:sp>
        <p:nvSpPr>
          <p:cNvPr id="17" name="PPAGENT_QA|parent=org-department-0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DD86D0CC-04EB-4AB0-B182-14D00BB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吴飞｜产品组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5E26A-954C-4C0F-B58F-49454C4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苏芳</a:t>
            </a:r>
          </a:p>
        </p:txBody>
      </p:sp>
      <p:sp>
        <p:nvSpPr>
          <p:cNvPr id="19" name="PPAGENT_QA|parent=org-member-0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2791E28C-9B36-4238-B349-84DA7050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0958C-4E78-4021-84BC-7678BFD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江源</a:t>
            </a:r>
          </a:p>
        </p:txBody>
      </p:sp>
      <p:sp>
        <p:nvSpPr>
          <p:cNvPr id="21" name="PPAGENT_QA|parent=org-member-0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76309B2C-BA7D-4BC8-9327-54C391C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FA7D9-A2D6-48F5-BDD2-73343D46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68F1B-79AE-48CB-93BD-1AEA9A33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44767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A8EC0-09B9-4766-A28D-7816850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FA296-E6AB-403B-A341-711F1D5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9B845-AA14-469E-AF4F-9BD13E9B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8A4DD-4BD5-4FF3-8A15-98264206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B06BE-9074-4AA3-B835-535CB7E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徐阳</a:t>
            </a:r>
          </a:p>
        </p:txBody>
      </p:sp>
      <p:sp>
        <p:nvSpPr>
          <p:cNvPr id="29" name="PPAGENT_QA|parent=org-department-1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A78FFDCB-DBE4-42BD-8B79-3F00728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徐阳｜技术组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A3CCF1-87A8-44C1-AA2D-F2E0B48D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周楠</a:t>
            </a:r>
          </a:p>
        </p:txBody>
      </p:sp>
      <p:sp>
        <p:nvSpPr>
          <p:cNvPr id="31" name="PPAGENT_QA|parent=org-member-1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FF95EAE2-65DA-4A7F-9707-9C018556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ECA26-5270-4E29-BC8A-3832321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叶琳</a:t>
            </a:r>
          </a:p>
        </p:txBody>
      </p:sp>
      <p:sp>
        <p:nvSpPr>
          <p:cNvPr id="33" name="PPAGENT_QA|parent=org-member-1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C378E7A0-5124-4984-9E91-D8B6FDA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A6288-5CC0-469B-9772-B77D6529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陈浩</a:t>
            </a:r>
          </a:p>
        </p:txBody>
      </p:sp>
      <p:sp>
        <p:nvSpPr>
          <p:cNvPr id="35" name="PPAGENT_QA|parent=org-member-1-2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A8630BEF-0C67-4545-A8E2-BF7B7BB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B7D7F-8965-41D5-B0E4-FDB8028A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37719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56484E-48BD-4269-AD46-E5EBB17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727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5B4433-6413-446B-918D-62698C0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727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30482C-7F06-46DC-980E-1679654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537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2AEE4-210A-483C-BD06-BA1FA98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56ACA8-7001-471A-B9D0-CCA1257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陈军</a:t>
            </a:r>
          </a:p>
        </p:txBody>
      </p:sp>
      <p:sp>
        <p:nvSpPr>
          <p:cNvPr id="42" name="PPAGENT_QA|parent=org-department-2|domains=organization-departments">
            <a:extLst xmlns:a="http://schemas.openxmlformats.org/drawingml/2006/main">
              <a:ext uri="{FF2B5EF4-FFF2-40B4-BE49-F238E27FC236}">
                <a16:creationId xmlns:a16="http://schemas.microsoft.com/office/drawing/2014/main" id="{368DCA72-49A6-48FC-9117-D079D01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陈军｜运营组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EAD27E-26CF-46B2-9DC5-0E369781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林清</a:t>
            </a:r>
          </a:p>
        </p:txBody>
      </p:sp>
      <p:sp>
        <p:nvSpPr>
          <p:cNvPr id="44" name="PPAGENT_QA|parent=org-member-2-0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E01462C7-98DD-47F4-B488-59AB500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92834C-085C-4837-B2F0-7C29BD1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沈嘉</a:t>
            </a:r>
          </a:p>
        </p:txBody>
      </p:sp>
      <p:sp>
        <p:nvSpPr>
          <p:cNvPr id="46" name="PPAGENT_QA|parent=org-member-2-1|domains=organization-members">
            <a:extLst xmlns:a="http://schemas.openxmlformats.org/drawingml/2006/main">
              <a:ext uri="{FF2B5EF4-FFF2-40B4-BE49-F238E27FC236}">
                <a16:creationId xmlns:a16="http://schemas.microsoft.com/office/drawing/2014/main" id="{3A3C366D-8876-49D0-B9D7-6809347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</p:spTree>
    <p:extLst>
      <p:ext uri="{BB962C8B-B14F-4D97-AF65-F5344CB8AC3E}">
        <p14:creationId xmlns:p14="http://schemas.microsoft.com/office/powerpoint/2010/main" val="176508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2026-08-10T12:57:52.4020000Z</dcterms:created>
  <dcterms:modified xsi:type="dcterms:W3CDTF">2026-08-10T12:57:52.4020000Z</dcterms:modified>
</coreProperties>
</file>