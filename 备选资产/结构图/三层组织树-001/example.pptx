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a1e07c6cf743ed" /><Relationship Type="http://schemas.openxmlformats.org/officeDocument/2006/relationships/extended-properties" Target="/docProps/app.xml" Id="R2297ab0ae6d046b2" /><Relationship Type="http://schemas.openxmlformats.org/officeDocument/2006/relationships/officeDocument" Target="/ppt/presentation.xml" Id="Ra6502d0919d747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e76f8ca14e4509"/>
  </p:sldMasterIdLst>
  <p:notesMasterIdLst>
    <p:notesMasterId xmlns:r="http://schemas.openxmlformats.org/officeDocument/2006/relationships" r:id="R2668bbb73a074fb8"/>
  </p:notesMasterIdLst>
  <p:sldIdLst>
    <p:sldId xmlns:r="http://schemas.openxmlformats.org/officeDocument/2006/relationships" id="256" r:id="R25ddeafe61b044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723138e3a248b8" /><Relationship Type="http://schemas.openxmlformats.org/officeDocument/2006/relationships/slideMaster" Target="/ppt/slideMasters/slideMaster1.xml" Id="R3ce76f8ca14e4509" /><Relationship Type="http://schemas.openxmlformats.org/officeDocument/2006/relationships/notesMaster" Target="/ppt/notesMasters/notesMaster1.xml" Id="R2668bbb73a074fb8" /><Relationship Type="http://schemas.openxmlformats.org/officeDocument/2006/relationships/presProps" Target="/ppt/presProps.xml" Id="Rb25a76e3bbd94c59" /><Relationship Type="http://schemas.openxmlformats.org/officeDocument/2006/relationships/tableStyles" Target="/ppt/tableStyles.xml" Id="Re19d04ce26cb4b8a" /><Relationship Type="http://schemas.openxmlformats.org/officeDocument/2006/relationships/slide" Target="/ppt/slides/slide1.xml" Id="R25ddeafe61b044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094b090c8a47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58876ee08247e9" /><Relationship Type="http://schemas.openxmlformats.org/officeDocument/2006/relationships/notesMaster" Target="/ppt/notesMasters/notesMaster1.xml" Id="Rf7f4e49102c94e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bbba4f65514b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12dc76a6b453b" /><Relationship Type="http://schemas.openxmlformats.org/officeDocument/2006/relationships/slideLayout" Target="/ppt/slideLayouts/slideLayout1.xml" Id="R9ebf44c17afd45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bf44c17afd45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50be6724748ff" /><Relationship Type="http://schemas.openxmlformats.org/officeDocument/2006/relationships/notesSlide" Target="/ppt/notesSlides/notesSlide1.xml" Id="R7db6984e686d4c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292FDA-9490-4ACA-BCDC-7025ED41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项目团队组织架构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86161-4758-44F9-B179-0AFD45F7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三层组织树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04BF8-A078-4AC0-B9CA-DD24B94F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0" y="21907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AC330-B3AE-4DBB-AEBA-85CA0C5A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428750" y="259080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66619-876C-47A2-B731-6FE27C7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428750" y="259080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9A0B0-6975-4B5E-A966-2025A4A9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0" y="259080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55376-6C18-4A0E-B29F-2157D3B4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763250" y="2590800"/>
            <a:ext cx="0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560B1-F870-45AF-A306-D94AA98E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428750" y="3771900"/>
            <a:ext cx="0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4E3F3-464E-4930-9119-8E75D94B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66800" y="440055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012F8-D078-4E75-9EF1-D4735102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668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4595A-578A-4619-A9A7-6296ACF3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7907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0049C-1A10-44AA-86C7-D699926A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0" y="3771900"/>
            <a:ext cx="0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08B7A-266B-47BD-B421-2005C12A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372100" y="4400550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8BB59-6EF7-4D6B-AE1A-9492A9D6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3721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1002C-85AA-43B2-B68A-530C4501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26DE9-8BAD-46CB-81CE-CBE5E1B2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8199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88B41-621B-418B-B5F6-3763F79A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763250" y="3771900"/>
            <a:ext cx="0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6778B-DEA5-4E5E-82E5-7FC4694C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401300" y="440055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BB37C-827B-4FFD-B5FD-74B28527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4013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1F1F45-5B5B-46B9-A142-90EC5B3B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125200" y="44005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5F5F83-E0EE-4758-83ED-FDA1BB99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2192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6F2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165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李明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195A8-F6D5-4C01-BAC4-9698AE26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20955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28575" rIns="762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李明｜项目负责人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E35A12-90F1-4219-B241-8C8B4F33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85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吴飞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2E51E8-79F8-49E7-961F-0E9ED521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10000"/>
            <a:ext cx="19050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47625" tIns="19050" rIns="4762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吴飞｜产品组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8B022E-6CBE-4BBD-9CAA-4CC0EFBA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苏芳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F19C0-5260-4601-894B-9BD066C7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287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苏芳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1090DF-A3C1-4DD9-8F94-9D2763E2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江源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38E13A-BB77-4461-A833-7B4F45F4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00700"/>
            <a:ext cx="10287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江源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8C0062-3FBA-4109-AF17-24C26370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76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85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徐阳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053AAA-7224-40A1-A652-A94AB71F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10000"/>
            <a:ext cx="19050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47625" tIns="19050" rIns="4762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徐阳｜技术组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A6C21E-BC6F-430E-8A38-85D7E331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周楠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425BBC-F3B9-4CFF-9811-FFEB99F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5600700"/>
            <a:ext cx="666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周楠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前端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E3B16B-2C1B-4B28-A2AB-99EA35BB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叶琳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F09A2A-4260-47AD-8C7E-E0634A40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5600700"/>
            <a:ext cx="666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叶琳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后端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813F52-809C-49D8-AA78-F39DB785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陈浩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DED974-F018-486C-ACC5-0A8DBB9A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600700"/>
            <a:ext cx="666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陈浩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4221FB-9FFD-4432-9D32-FE18FCEF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765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23813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8576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陈军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69D4DB-5998-404B-8A44-372A0002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10000"/>
            <a:ext cx="19050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47625" tIns="19050" rIns="4762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陈军｜运营组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80F2CE-7234-4271-B927-6CE7A98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林清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BCFADB-34C9-4508-A212-68A16DDA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600700"/>
            <a:ext cx="10287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林清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内容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70BDB0-F875-45E2-B12A-8B7A0834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905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709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沈嘉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7EBCCD-69A8-4B79-A3A7-5C916CB4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600700"/>
            <a:ext cx="10287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沈嘉</a:t>
            </a:r>
          </a:p>
          <a:p xmlns:a="http://schemas.openxmlformats.org/drawingml/2006/main">
            <a:pPr algn="ctr">
              <a:def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渠道</a:t>
            </a:r>
          </a:p>
        </p:txBody>
      </p:sp>
    </p:spTree>
    <p:extLst>
      <p:ext uri="{BB962C8B-B14F-4D97-AF65-F5344CB8AC3E}">
        <p14:creationId xmlns:p14="http://schemas.microsoft.com/office/powerpoint/2010/main" val="333022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2026-08-09T02:28:06.7220000Z</dcterms:created>
  <dcterms:modified xsi:type="dcterms:W3CDTF">2026-08-09T02:28:06.7220000Z</dcterms:modified>
</coreProperties>
</file>