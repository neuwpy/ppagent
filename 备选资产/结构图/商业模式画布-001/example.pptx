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a335a4d8aa24ad5" /><Relationship Type="http://schemas.openxmlformats.org/officeDocument/2006/relationships/extended-properties" Target="/docProps/app.xml" Id="Raa367fad43674ce8" /><Relationship Type="http://schemas.openxmlformats.org/officeDocument/2006/relationships/officeDocument" Target="/ppt/presentation.xml" Id="Rff4d7bc06399416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e8cf82083a44a9"/>
  </p:sldMasterIdLst>
  <p:notesMasterIdLst>
    <p:notesMasterId xmlns:r="http://schemas.openxmlformats.org/officeDocument/2006/relationships" r:id="R80a2934b6481493c"/>
  </p:notesMasterIdLst>
  <p:sldIdLst>
    <p:sldId xmlns:r="http://schemas.openxmlformats.org/officeDocument/2006/relationships" id="256" r:id="R50d94fec312e409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a12e03603b438b" /><Relationship Type="http://schemas.openxmlformats.org/officeDocument/2006/relationships/slideMaster" Target="/ppt/slideMasters/slideMaster1.xml" Id="R36e8cf82083a44a9" /><Relationship Type="http://schemas.openxmlformats.org/officeDocument/2006/relationships/notesMaster" Target="/ppt/notesMasters/notesMaster1.xml" Id="R80a2934b6481493c" /><Relationship Type="http://schemas.openxmlformats.org/officeDocument/2006/relationships/presProps" Target="/ppt/presProps.xml" Id="R0ab3a5ba14344118" /><Relationship Type="http://schemas.openxmlformats.org/officeDocument/2006/relationships/tableStyles" Target="/ppt/tableStyles.xml" Id="Rc1dc03082c0745c6" /><Relationship Type="http://schemas.openxmlformats.org/officeDocument/2006/relationships/slide" Target="/ppt/slides/slide1.xml" Id="R50d94fec312e409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275bc02f8a947b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c8fe4fa513d4c7c" /><Relationship Type="http://schemas.openxmlformats.org/officeDocument/2006/relationships/notesMaster" Target="/ppt/notesMasters/notesMaster1.xml" Id="R172539ac8550495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6db59b7e5740a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15fcb50a76a4d7b" /><Relationship Type="http://schemas.openxmlformats.org/officeDocument/2006/relationships/slideLayout" Target="/ppt/slideLayouts/slideLayout1.xml" Id="Rcadf6cfae65f4e5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adf6cfae65f4e5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2d7e719c624d19" /><Relationship Type="http://schemas.openxmlformats.org/officeDocument/2006/relationships/notesSlide" Target="/ppt/notesSlides/notesSlide1.xml" Id="R2fc80f90adb9484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FEF0AA-40A9-4066-B9E7-CB2C71298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校园内容服务商业模式画布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003092-EF05-4BC5-B8EE-E9944BD4C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商业模式画布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428910-9F58-4EEF-9FE5-C697C88C8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90650"/>
            <a:ext cx="2095500" cy="3714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677C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5A59EC-BF97-4970-864F-0459E6D9B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90650"/>
            <a:ext cx="20955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重要伙伴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47CCBC-64AE-4027-89B2-3C4E13418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24050"/>
            <a:ext cx="1790700" cy="306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学校职能部门</a:t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内容提供方</a:t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技术服务商</a:t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渠道合作伙伴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42EB62-5D72-4C9C-BB00-2E343CB13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390650"/>
            <a:ext cx="20955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677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316A71-3043-4C54-893A-8F735F0C9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390650"/>
            <a:ext cx="20955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关键业务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272138-0420-411A-AEE7-68AE719C9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924050"/>
            <a:ext cx="1790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内容生产</a:t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产品运营</a:t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数据分析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95B605-91B2-4BF6-9AE7-8032D2C0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295650"/>
            <a:ext cx="2095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A8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82839B-F28F-4A83-9B18-3BC764309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295650"/>
            <a:ext cx="20955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00A8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核心资源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C5B65B-DC51-4ED8-80C3-5B2947D1D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829050"/>
            <a:ext cx="17907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品牌资源</a:t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内容资产</a:t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技术平台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719763-6108-413C-817B-B6A8E9EFE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390650"/>
            <a:ext cx="2571750" cy="3714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677C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3ECF08-6FDF-466D-9DDC-8CF57FB55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390650"/>
            <a:ext cx="25717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价值主张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DF0BCB-84A0-43F0-926B-A3F4D884D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24050"/>
            <a:ext cx="2266950" cy="306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快速形成规范材料</a:t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保持品牌一致性</a:t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降低重复制作成本</a:t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输出可编辑成果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2110EA-147D-4B88-AC31-DA79749D6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390650"/>
            <a:ext cx="20955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A8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BD743C-E5E5-4364-8543-CAECC2D5B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390650"/>
            <a:ext cx="20955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00A8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客户关系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6DB546-0F1E-456D-AD7E-E78C1AD05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924050"/>
            <a:ext cx="1790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专属服务</a:t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社群支持</a:t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持续反馈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272165-1DD0-487F-BD42-EA8E91766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295650"/>
            <a:ext cx="2095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677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458747-8778-4B51-B6FC-0986FF88C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295650"/>
            <a:ext cx="20955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渠道通路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7E4BDB-87DE-4966-BB0C-CD776770D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829050"/>
            <a:ext cx="17907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校内平台</a:t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线下活动</a:t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合作推广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BDC453-1D3E-4469-9C4F-297D256CD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390650"/>
            <a:ext cx="2095500" cy="3714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677C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FDF9C7-4E7F-4D77-938D-191E8CB28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390650"/>
            <a:ext cx="20955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客户细分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7F28A9-3CC7-4D9C-8B59-0A13E6E60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924050"/>
            <a:ext cx="1790700" cy="306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行政部门</a:t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教师团队</a:t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学生组织</a:t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合作机构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C55281-43A0-4B93-9962-D8CC19F38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19700"/>
            <a:ext cx="5648325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677C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6EEBC0-9703-4289-8AA3-75B718D62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19700"/>
            <a:ext cx="5648325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成本结构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C6EACD-CD17-4004-9A70-758EE9A5D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53100"/>
            <a:ext cx="53435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内容生产</a:t>
            </a:r>
          </a:p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技术维护</a:t>
            </a:r>
          </a:p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运营推广</a:t>
            </a:r>
          </a:p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人员服务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55F5A7-8629-4788-A796-262DB8E3E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5219700"/>
            <a:ext cx="5648325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677C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CEAE39-E1EF-48EC-8CE8-28E349778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5219700"/>
            <a:ext cx="5648325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收入来源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634F63-E5D4-439E-836D-D2D8EA29F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5753100"/>
            <a:ext cx="53435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项目服务费</a:t>
            </a:r>
          </a:p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订阅收入</a:t>
            </a:r>
          </a:p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定制收入</a:t>
            </a:r>
          </a:p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合作分成</a:t>
            </a:r>
          </a:p>
        </p:txBody>
      </p:sp>
    </p:spTree>
    <p:extLst>
      <p:ext uri="{BB962C8B-B14F-4D97-AF65-F5344CB8AC3E}">
        <p14:creationId xmlns:p14="http://schemas.microsoft.com/office/powerpoint/2010/main" val="14033035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2026-08-09T00:25:15.1180000Z</dcterms:created>
  <dcterms:modified xsi:type="dcterms:W3CDTF">2026-08-09T00:25:15.1180000Z</dcterms:modified>
</coreProperties>
</file>