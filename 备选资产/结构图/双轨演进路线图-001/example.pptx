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6f8e2ea114fb1" /><Relationship Type="http://schemas.openxmlformats.org/officeDocument/2006/relationships/extended-properties" Target="/docProps/app.xml" Id="Ref3f97f8d77140ee" /><Relationship Type="http://schemas.openxmlformats.org/officeDocument/2006/relationships/officeDocument" Target="/ppt/presentation.xml" Id="Rd7ed1ace318748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4462fbc4e42e2"/>
  </p:sldMasterIdLst>
  <p:notesMasterIdLst>
    <p:notesMasterId xmlns:r="http://schemas.openxmlformats.org/officeDocument/2006/relationships" r:id="Rb52b61a1924b40f5"/>
  </p:notesMasterIdLst>
  <p:sldIdLst>
    <p:sldId xmlns:r="http://schemas.openxmlformats.org/officeDocument/2006/relationships" id="256" r:id="R74a6ca31b0bd4f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596c70f54f4f67" /><Relationship Type="http://schemas.openxmlformats.org/officeDocument/2006/relationships/slideMaster" Target="/ppt/slideMasters/slideMaster1.xml" Id="Rae44462fbc4e42e2" /><Relationship Type="http://schemas.openxmlformats.org/officeDocument/2006/relationships/notesMaster" Target="/ppt/notesMasters/notesMaster1.xml" Id="Rb52b61a1924b40f5" /><Relationship Type="http://schemas.openxmlformats.org/officeDocument/2006/relationships/presProps" Target="/ppt/presProps.xml" Id="Ra3ac4564bd244db3" /><Relationship Type="http://schemas.openxmlformats.org/officeDocument/2006/relationships/tableStyles" Target="/ppt/tableStyles.xml" Id="R8ec0df950e35416f" /><Relationship Type="http://schemas.openxmlformats.org/officeDocument/2006/relationships/slide" Target="/ppt/slides/slide1.xml" Id="R74a6ca31b0bd4f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24a0273ec745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108d40dde54d16" /><Relationship Type="http://schemas.openxmlformats.org/officeDocument/2006/relationships/notesMaster" Target="/ppt/notesMasters/notesMaster1.xml" Id="R4876f9c9d26842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9a30df92342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ea3d7c251c4191" /><Relationship Type="http://schemas.openxmlformats.org/officeDocument/2006/relationships/slideLayout" Target="/ppt/slideLayouts/slideLayout1.xml" Id="Rfc608056d96043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608056d96043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d462597c44c9f" /><Relationship Type="http://schemas.openxmlformats.org/officeDocument/2006/relationships/notesSlide" Target="/ppt/notesSlides/notesSlide1.xml" Id="Rc6750f78eea849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56496-7D49-427D-922E-EA489873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业务与技术双轨演进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E2E7D-50C7-4C6A-9A0F-833741C4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双轨演进路线图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1D883-4DDC-4F57-95E8-6A968C75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43000" y="2857500"/>
            <a:ext cx="3302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A1A1C-59CB-4951-A4AE-E7BB6B5A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0" y="2857500"/>
            <a:ext cx="3302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0A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3BCE7-B92C-46EB-BEF3-55C4D4D9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45000" y="2857500"/>
            <a:ext cx="3302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67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44AE2-BC7D-4C07-853C-9E6CA697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45000" y="2857500"/>
            <a:ext cx="3302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0A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31B9E-DC7B-492C-B580-DBC7613C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7000" y="2857500"/>
            <a:ext cx="3302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677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C9EE7-7215-425A-99B9-D2C09025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47000" y="2857500"/>
            <a:ext cx="3302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0A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8FFD7-8D71-4252-A428-BD2126D2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25A28-B0F3-48E4-87DA-FB286021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技术主线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1C330-A391-4341-AF14-3C6E6D36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0" y="249555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DC826-0262-40E8-8432-30CCE3D6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133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BF4BA-14E9-44C4-BA64-9D027BDC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A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9A62E"/>
                </a:solidFill>
                <a:latin typeface="Microsoft YaHei"/>
                <a:ea typeface="Microsoft YaHei"/>
                <a:cs typeface="Microsoft YaHei"/>
              </a:rPr>
              <a:t>2021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D4544-40BF-4C62-A20F-8A0884F0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能力起步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87A34-EEB7-4298-A7EB-B66960FE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建立基础服务并完成首个场景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A0276-EEC4-4A01-96FC-47CF6B6D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1CFB4-E1D8-4E07-AB9E-B02EDB49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45000" y="37147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66CD0-2F42-495E-A301-AAB8E285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4286250"/>
            <a:ext cx="2133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D774F-CB55-452E-9AAC-6B52EDDF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4400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A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9A62E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6649D-C2F0-4972-91CF-6D0E222F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4648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流程标准化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CACA2-BFE6-4A43-A18D-D78036A4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49720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形成稳定流程和统一数据口径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A1AFC-1F1E-44C3-970E-C9E05B96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CF50B-B817-47C8-91DB-6E29FD6B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47000" y="249555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EEBFC-7D9A-4186-B902-875BF48F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1295400"/>
            <a:ext cx="2133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5AEF0-F578-458A-9112-931FBB1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0" y="14097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A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9A62E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2198D8-1EC0-4CDB-9F1C-38F43134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0" y="1657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平台化扩展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78D3F-DBA2-426B-B7BA-EC8BA0E9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0" y="19812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沉淀公共能力并支持多场景复用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D4464C-218E-47CD-980C-359BAFDF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B489F-A79D-4F37-B546-246E1D50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049000" y="37147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B44BE-91BF-44B5-83B9-FAAAEC4C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86250"/>
            <a:ext cx="2133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34A8AB-5AE4-4787-96F0-2C36621C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00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A6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9A62E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3174BE-BA0B-4163-A518-D8A5CD8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48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智能化运营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984587-8B7A-42A6-BBF2-B0116509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720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业务策略与自动化能力协同演进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3CDF7-1BAB-42C1-B432-0E42106E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3007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2026-08-09T02:20:58.6750000Z</dcterms:created>
  <dcterms:modified xsi:type="dcterms:W3CDTF">2026-08-09T02:20:58.6750000Z</dcterms:modified>
</coreProperties>
</file>