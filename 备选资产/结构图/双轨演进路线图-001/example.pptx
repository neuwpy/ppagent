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9b15f04e1841c5" /><Relationship Type="http://schemas.openxmlformats.org/officeDocument/2006/relationships/extended-properties" Target="/docProps/app.xml" Id="R95b98223200746d1" /><Relationship Type="http://schemas.openxmlformats.org/officeDocument/2006/relationships/officeDocument" Target="/ppt/presentation.xml" Id="Ra5092097ab3349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6fd00bb5cd493e"/>
  </p:sldMasterIdLst>
  <p:notesMasterIdLst>
    <p:notesMasterId xmlns:r="http://schemas.openxmlformats.org/officeDocument/2006/relationships" r:id="Rd7b0815c87174723"/>
  </p:notesMasterIdLst>
  <p:sldIdLst>
    <p:sldId xmlns:r="http://schemas.openxmlformats.org/officeDocument/2006/relationships" id="256" r:id="Rce1894448d9b42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a513c5e71b74554" /><Relationship Type="http://schemas.openxmlformats.org/officeDocument/2006/relationships/slideMaster" Target="/ppt/slideMasters/slideMaster1.xml" Id="R7b6fd00bb5cd493e" /><Relationship Type="http://schemas.openxmlformats.org/officeDocument/2006/relationships/notesMaster" Target="/ppt/notesMasters/notesMaster1.xml" Id="Rd7b0815c87174723" /><Relationship Type="http://schemas.openxmlformats.org/officeDocument/2006/relationships/presProps" Target="/ppt/presProps.xml" Id="R4f658ddc31884ee7" /><Relationship Type="http://schemas.openxmlformats.org/officeDocument/2006/relationships/tableStyles" Target="/ppt/tableStyles.xml" Id="Ra25c10c42fb94f7f" /><Relationship Type="http://schemas.openxmlformats.org/officeDocument/2006/relationships/slide" Target="/ppt/slides/slide1.xml" Id="Rce1894448d9b42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32f9754088347c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e38efb9360548af" /><Relationship Type="http://schemas.openxmlformats.org/officeDocument/2006/relationships/notesMaster" Target="/ppt/notesMasters/notesMaster1.xml" Id="Rd155843efeca4a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14b2d6c86b4e2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b89c60bf294dea" /><Relationship Type="http://schemas.openxmlformats.org/officeDocument/2006/relationships/slideLayout" Target="/ppt/slideLayouts/slideLayout1.xml" Id="R551e9501874c47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1e9501874c47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0a128ee664a2a" /><Relationship Type="http://schemas.openxmlformats.org/officeDocument/2006/relationships/notesSlide" Target="/ppt/notesSlides/notesSlide1.xml" Id="R7ab3f79b8b12420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0E99C6E-E8F4-4FD2-B56D-5016BBB8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业务与技术双轨演进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A7614B-06F4-4553-966B-949B2396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共同起点 · 双轨并行演进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DF0A56-C683-414B-8AEF-5234B16F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142875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A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PAGENT_QA|parent=dual-track-start">
            <a:extLst xmlns:a="http://schemas.openxmlformats.org/drawingml/2006/main">
              <a:ext uri="{FF2B5EF4-FFF2-40B4-BE49-F238E27FC236}">
                <a16:creationId xmlns:a16="http://schemas.microsoft.com/office/drawing/2014/main" id="{FC81A989-01C1-421D-8423-9691DEA6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90900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共同起点</a:t>
            </a:r>
          </a:p>
        </p:txBody>
      </p:sp>
      <p:sp>
        <p:nvSpPr>
          <p:cNvPr id="5" name="PPAGENT_CONNECTOR|from=dual-track-start|fromSide=right|to=dual-track-lane-a|toSide=left">
            <a:extLst xmlns:a="http://schemas.openxmlformats.org/drawingml/2006/main">
              <a:ext uri="{FF2B5EF4-FFF2-40B4-BE49-F238E27FC236}">
                <a16:creationId xmlns:a16="http://schemas.microsoft.com/office/drawing/2014/main" id="{D42856ED-E060-4311-817E-D4E84B2AD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924050" y="3009900"/>
            <a:ext cx="552450" cy="904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77C8"/>
            </a:solidFill>
            <a:prstDash val="solid"/>
          </a:ln>
        </p:spPr>
      </p:sp>
      <p:sp>
        <p:nvSpPr>
          <p:cNvPr id="6" name="PPAGENT_CONNECTOR|from=dual-track-start|fromSide=right|to=dual-track-lane-b|toSide=left">
            <a:extLst xmlns:a="http://schemas.openxmlformats.org/drawingml/2006/main">
              <a:ext uri="{FF2B5EF4-FFF2-40B4-BE49-F238E27FC236}">
                <a16:creationId xmlns:a16="http://schemas.microsoft.com/office/drawing/2014/main" id="{5E4F0A4B-3140-45D6-AED0-66E77F74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24050" y="3914775"/>
            <a:ext cx="552450" cy="904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7" name="PPAGENT_QA|parent=dual-track-lane-a">
            <a:extLst xmlns:a="http://schemas.openxmlformats.org/drawingml/2006/main">
              <a:ext uri="{FF2B5EF4-FFF2-40B4-BE49-F238E27FC236}">
                <a16:creationId xmlns:a16="http://schemas.microsoft.com/office/drawing/2014/main" id="{DFB47007-2055-4E12-81F3-1BD86D6C8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628900"/>
            <a:ext cx="9048750" cy="762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PAGENT_QA|parent=dual-track-lane-b">
            <a:extLst xmlns:a="http://schemas.openxmlformats.org/drawingml/2006/main">
              <a:ext uri="{FF2B5EF4-FFF2-40B4-BE49-F238E27FC236}">
                <a16:creationId xmlns:a16="http://schemas.microsoft.com/office/drawing/2014/main" id="{81BB7240-3672-43ED-B7A4-2157C863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38650"/>
            <a:ext cx="9048750" cy="762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91C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20ECE9-666E-4A6A-826B-0EFA40DB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819400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业务主线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C4F81E-46BE-4CE0-9F80-045CAD6A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629150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技术主线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8A4D80-665D-4714-8533-8B62DBEE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267200" y="2552700"/>
            <a:ext cx="0" cy="2724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2CE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9BD34E-B931-4EA2-A043-94053E0F2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8003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C7762B-3076-41A4-ACDC-00FC26A3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6101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452966-1878-4FC6-B4C2-1350A766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562350"/>
            <a:ext cx="8763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38100" tIns="9525" rIns="381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999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99923"/>
                </a:solidFill>
                <a:latin typeface="Microsoft YaHei"/>
                <a:ea typeface="Microsoft YaHei"/>
                <a:cs typeface="Microsoft YaHei"/>
              </a:rPr>
              <a:t>2025</a:t>
            </a:r>
          </a:p>
        </p:txBody>
      </p:sp>
      <p:sp>
        <p:nvSpPr>
          <p:cNvPr id="15" name="PPAGENT_QA|parent=dual-track-a-0|domains=dual-track-a-cards">
            <a:extLst xmlns:a="http://schemas.openxmlformats.org/drawingml/2006/main">
              <a:ext uri="{FF2B5EF4-FFF2-40B4-BE49-F238E27FC236}">
                <a16:creationId xmlns:a16="http://schemas.microsoft.com/office/drawing/2014/main" id="{DD27CE2D-E11F-4A9A-B35D-7436E0A7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390650"/>
            <a:ext cx="1714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4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CDDA65-EB78-4E0C-BCA3-CB42B81F9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049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验证场景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8C9EFF-21D3-45B5-BCE3-0D19C9AC4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8859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完成首个</a:t>
            </a:r>
          </a:p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真实业务闭环</a:t>
            </a:r>
          </a:p>
        </p:txBody>
      </p:sp>
      <p:sp>
        <p:nvSpPr>
          <p:cNvPr id="18" name="PPAGENT_QA|parent=dual-track-b-0|domains=dual-track-b-cards">
            <a:extLst xmlns:a="http://schemas.openxmlformats.org/drawingml/2006/main">
              <a:ext uri="{FF2B5EF4-FFF2-40B4-BE49-F238E27FC236}">
                <a16:creationId xmlns:a16="http://schemas.microsoft.com/office/drawing/2014/main" id="{EDCE0C46-5388-489A-85AE-F55EAD31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353050"/>
            <a:ext cx="1714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4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0B4B16-DD86-4680-95B2-D9E9DFCBE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448300"/>
            <a:ext cx="1485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搭建基础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415410-94FB-48FE-BDC2-89EDC4E4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791200"/>
            <a:ext cx="1485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形成稳定生成</a:t>
            </a:r>
          </a:p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与检查能力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4D190E-3E3A-4DD4-A16F-13B55F02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369050" y="2552700"/>
            <a:ext cx="0" cy="2724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2CED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48A2EF-4E74-4C32-B762-E2A703BD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9500" y="28003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817F2B-BBEF-49CE-8CF2-1DE9244F9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9500" y="46101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799A89-5138-4D91-8116-20559647E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0900" y="3562350"/>
            <a:ext cx="8763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38100" tIns="9525" rIns="381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999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99923"/>
                </a:solidFill>
                <a:latin typeface="Microsoft YaHei"/>
                <a:ea typeface="Microsoft YaHei"/>
                <a:cs typeface="Microsoft YaHei"/>
              </a:rPr>
              <a:t>2026</a:t>
            </a:r>
          </a:p>
        </p:txBody>
      </p:sp>
      <p:sp>
        <p:nvSpPr>
          <p:cNvPr id="25" name="PPAGENT_QA|parent=dual-track-a-1|domains=dual-track-a-cards">
            <a:extLst xmlns:a="http://schemas.openxmlformats.org/drawingml/2006/main">
              <a:ext uri="{FF2B5EF4-FFF2-40B4-BE49-F238E27FC236}">
                <a16:creationId xmlns:a16="http://schemas.microsoft.com/office/drawing/2014/main" id="{2D7D3358-17F0-477A-9F4D-4D334112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1800" y="1390650"/>
            <a:ext cx="1714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4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ACF886-1815-4C49-BC15-3546ED38D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6100" y="15049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标准流程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829142-7957-4E49-9FFC-8200D401E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6100" y="18859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明确交付标准</a:t>
            </a:r>
          </a:p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和协作边界</a:t>
            </a:r>
          </a:p>
        </p:txBody>
      </p:sp>
      <p:sp>
        <p:nvSpPr>
          <p:cNvPr id="28" name="PPAGENT_QA|parent=dual-track-b-1|domains=dual-track-b-cards">
            <a:extLst xmlns:a="http://schemas.openxmlformats.org/drawingml/2006/main">
              <a:ext uri="{FF2B5EF4-FFF2-40B4-BE49-F238E27FC236}">
                <a16:creationId xmlns:a16="http://schemas.microsoft.com/office/drawing/2014/main" id="{4DAB183F-5C81-484A-A865-1920FA7D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1800" y="5353050"/>
            <a:ext cx="1714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4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46B38D-9545-444B-B1D0-AF964E0D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6100" y="5448300"/>
            <a:ext cx="1485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沉淀组件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48921B-7226-4A98-8F8C-C785098F1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6100" y="5791200"/>
            <a:ext cx="1485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积累规则、</a:t>
            </a:r>
          </a:p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资产和运行代码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A983FF-C72E-4E14-AD5E-04736536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470900" y="2552700"/>
            <a:ext cx="0" cy="2724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2CED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DD7004-16A6-4B7D-B1A8-013EEED7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50" y="28003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2D8B8A-5FBB-48C4-911D-DFA0AC06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50" y="46101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88F790-9646-4053-A1B4-5BBACF11C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750" y="3562350"/>
            <a:ext cx="8763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38100" tIns="9525" rIns="381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999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99923"/>
                </a:solidFill>
                <a:latin typeface="Microsoft YaHei"/>
                <a:ea typeface="Microsoft YaHei"/>
                <a:cs typeface="Microsoft YaHei"/>
              </a:rPr>
              <a:t>2027</a:t>
            </a:r>
          </a:p>
        </p:txBody>
      </p:sp>
      <p:sp>
        <p:nvSpPr>
          <p:cNvPr id="35" name="PPAGENT_QA|parent=dual-track-a-2|domains=dual-track-a-cards">
            <a:extLst xmlns:a="http://schemas.openxmlformats.org/drawingml/2006/main">
              <a:ext uri="{FF2B5EF4-FFF2-40B4-BE49-F238E27FC236}">
                <a16:creationId xmlns:a16="http://schemas.microsoft.com/office/drawing/2014/main" id="{AFDCC88A-A761-45B8-9F0C-6C883B56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1390650"/>
            <a:ext cx="1714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4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0335887-1B72-4952-B0C6-289B8E60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950" y="15049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扩展场景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5E8785-4D3E-404D-A45D-DF470C97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950" y="18859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支持更多组织</a:t>
            </a:r>
          </a:p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与汇报用途</a:t>
            </a:r>
          </a:p>
        </p:txBody>
      </p:sp>
      <p:sp>
        <p:nvSpPr>
          <p:cNvPr id="38" name="PPAGENT_QA|parent=dual-track-b-2|domains=dual-track-b-cards">
            <a:extLst xmlns:a="http://schemas.openxmlformats.org/drawingml/2006/main">
              <a:ext uri="{FF2B5EF4-FFF2-40B4-BE49-F238E27FC236}">
                <a16:creationId xmlns:a16="http://schemas.microsoft.com/office/drawing/2014/main" id="{4285DB1F-0DA7-4B37-99D9-36ECDE32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5353050"/>
            <a:ext cx="1714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4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35E635-3B86-4F4A-92ED-7B4AB0B82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950" y="5448300"/>
            <a:ext cx="1485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统一内核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23757B8-5483-49EB-94B1-6AF66FD5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950" y="5791200"/>
            <a:ext cx="1485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复用共同契约</a:t>
            </a:r>
          </a:p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与质量门禁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E4D32D-BDA5-4924-AF88-E5E0C07F8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572750" y="2552700"/>
            <a:ext cx="0" cy="2724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2CED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D45AAE7-67C2-4AB3-B3D2-2D68A3B1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8003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90B56FD-BDDD-4236-B7DB-7B102241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6101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48BB9C2-D429-4F34-BB58-B0B79735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562350"/>
            <a:ext cx="87630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38100" tIns="9525" rIns="381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999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99923"/>
                </a:solidFill>
                <a:latin typeface="Microsoft YaHei"/>
                <a:ea typeface="Microsoft YaHei"/>
                <a:cs typeface="Microsoft YaHei"/>
              </a:rPr>
              <a:t>2028</a:t>
            </a:r>
          </a:p>
        </p:txBody>
      </p:sp>
      <p:sp>
        <p:nvSpPr>
          <p:cNvPr id="45" name="PPAGENT_QA|parent=dual-track-a-3|domains=dual-track-a-cards">
            <a:extLst xmlns:a="http://schemas.openxmlformats.org/drawingml/2006/main">
              <a:ext uri="{FF2B5EF4-FFF2-40B4-BE49-F238E27FC236}">
                <a16:creationId xmlns:a16="http://schemas.microsoft.com/office/drawing/2014/main" id="{1A5F8846-5C68-4A6C-9A24-FBADB78A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390650"/>
            <a:ext cx="1714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4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B885D9-084F-4EF0-BF8B-956494FB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5049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规模运营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046AF24-48C3-4357-B2FB-7CF2755C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8859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让生产流程</a:t>
            </a:r>
          </a:p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持续稳定运行</a:t>
            </a:r>
          </a:p>
        </p:txBody>
      </p:sp>
      <p:sp>
        <p:nvSpPr>
          <p:cNvPr id="48" name="PPAGENT_QA|parent=dual-track-b-3|domains=dual-track-b-cards">
            <a:extLst xmlns:a="http://schemas.openxmlformats.org/drawingml/2006/main">
              <a:ext uri="{FF2B5EF4-FFF2-40B4-BE49-F238E27FC236}">
                <a16:creationId xmlns:a16="http://schemas.microsoft.com/office/drawing/2014/main" id="{E2EDA28D-E907-475C-996F-639E530A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353050"/>
            <a:ext cx="1714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4E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90B1FD6-5019-40A2-BEFA-9870EF81E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448300"/>
            <a:ext cx="1485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智能协同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1A5FF44-B098-4347-B409-5442853A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791200"/>
            <a:ext cx="1485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双导演与资产</a:t>
            </a:r>
          </a:p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运行时协同</a:t>
            </a:r>
          </a:p>
        </p:txBody>
      </p:sp>
    </p:spTree>
    <p:extLst>
      <p:ext uri="{BB962C8B-B14F-4D97-AF65-F5344CB8AC3E}">
        <p14:creationId xmlns:p14="http://schemas.microsoft.com/office/powerpoint/2010/main" val="16464450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2026-08-10T12:59:00.7350000Z</dcterms:created>
  <dcterms:modified xsi:type="dcterms:W3CDTF">2026-08-10T12:59:00.7350000Z</dcterms:modified>
</coreProperties>
</file>