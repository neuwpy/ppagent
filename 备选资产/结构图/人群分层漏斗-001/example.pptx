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53db794c3548da" /><Relationship Type="http://schemas.openxmlformats.org/officeDocument/2006/relationships/extended-properties" Target="/docProps/app.xml" Id="R5d1a2cf4dfaa469c" /><Relationship Type="http://schemas.openxmlformats.org/officeDocument/2006/relationships/officeDocument" Target="/ppt/presentation.xml" Id="R3d29473094384e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9e39be75a644b8"/>
  </p:sldMasterIdLst>
  <p:notesMasterIdLst>
    <p:notesMasterId xmlns:r="http://schemas.openxmlformats.org/officeDocument/2006/relationships" r:id="R75bd2b04ce984263"/>
  </p:notesMasterIdLst>
  <p:sldIdLst>
    <p:sldId xmlns:r="http://schemas.openxmlformats.org/officeDocument/2006/relationships" id="256" r:id="R3b85f20e4af24f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d6c4573ddf4a26" /><Relationship Type="http://schemas.openxmlformats.org/officeDocument/2006/relationships/slideMaster" Target="/ppt/slideMasters/slideMaster1.xml" Id="R9f9e39be75a644b8" /><Relationship Type="http://schemas.openxmlformats.org/officeDocument/2006/relationships/notesMaster" Target="/ppt/notesMasters/notesMaster1.xml" Id="R75bd2b04ce984263" /><Relationship Type="http://schemas.openxmlformats.org/officeDocument/2006/relationships/presProps" Target="/ppt/presProps.xml" Id="R5cf54e5e327d4925" /><Relationship Type="http://schemas.openxmlformats.org/officeDocument/2006/relationships/tableStyles" Target="/ppt/tableStyles.xml" Id="R7eead0e540e049d6" /><Relationship Type="http://schemas.openxmlformats.org/officeDocument/2006/relationships/slide" Target="/ppt/slides/slide1.xml" Id="R3b85f20e4af24f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ad8d88444a46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452d9b85b24f1d" /><Relationship Type="http://schemas.openxmlformats.org/officeDocument/2006/relationships/notesMaster" Target="/ppt/notesMasters/notesMaster1.xml" Id="Rd3b991ad57e14a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1142fa31094b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fde0f4c8764213" /><Relationship Type="http://schemas.openxmlformats.org/officeDocument/2006/relationships/slideLayout" Target="/ppt/slideLayouts/slideLayout1.xml" Id="R0deb475aeb3940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eb475aeb3940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38ffebdb0b43f1" /><Relationship Type="http://schemas.openxmlformats.org/officeDocument/2006/relationships/notesSlide" Target="/ppt/notesSlides/notesSlide1.xml" Id="R7dbd687368424d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716344-5B66-4199-8E62-874FBDAC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用户分层运营策略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4E02C-00C5-46EA-9BB4-C76B499D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人群分层漏斗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DA12A0-0C55-42CE-854D-D356DD02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4476750" cy="72390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244A9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广泛触达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B09A44-DE8E-49F2-9856-4B11D923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209800"/>
            <a:ext cx="3143250" cy="72390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3566B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兴趣用户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35%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ECF1B-2BE3-4F91-9C4E-7B9CCA8E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990850"/>
            <a:ext cx="1809750" cy="72390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5B8D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高价值用户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C07CC-6873-44B5-8F4E-21162E4B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867150"/>
            <a:ext cx="1809750" cy="72390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5B8D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核心贡献者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7984BA-F7D6-433E-9597-B1A32517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48200"/>
            <a:ext cx="3143250" cy="72390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3566B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稳定活跃者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24%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BB148C-B1ED-4BE6-AD22-55D7F0A2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29250"/>
            <a:ext cx="4476750" cy="72390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244A9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成长用户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68%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CF1B4C-9551-4062-8A09-438A255E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71850"/>
            <a:ext cx="952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31517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805CE-9266-4D9E-9A48-A7D0CBCC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28750"/>
            <a:ext cx="5715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81BE4B-7110-4A4A-9ED4-7A07D29E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28750"/>
            <a:ext cx="5715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触达与筛选策略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9B4F9D-D435-4123-8D79-CFA66575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95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9BC057-5346-4620-B23C-CF0313F6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574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扩大有效触达并识别兴趣信号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163371-D3EA-4B8C-8ACE-41589454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241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5069F3-DAE5-4262-AF4C-899B69DE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860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基于行为深度形成价值分层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B37077-13BF-4E30-B739-6A2D68D2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52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E0D00B-2F51-490C-9819-CFF8B8AA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146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为高价值用户配置专属内容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B3F535-C480-458F-971B-C04D96D0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67150"/>
            <a:ext cx="5715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A8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4D0CC2-67F7-4E9E-B2F5-73B70281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67150"/>
            <a:ext cx="5715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活跃与成长策略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F267CF-8A73-4435-AABE-FC257FAA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33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CDC6D3-65F9-4314-838D-D3553D8C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958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保持核心贡献者的参与和反馈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D8DDEF-D1B0-4F3E-AC2F-C32170F6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9625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0AF281-6E41-40E4-ABE5-B7CCEF77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244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引导稳定用户进入高价值行为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DDC5BD-5C26-4765-9536-84CFF532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391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A7710A-DC03-4323-BD29-E9A97F2C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530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为成长用户设计连续进阶路径</a:t>
            </a:r>
          </a:p>
        </p:txBody>
      </p:sp>
    </p:spTree>
    <p:extLst>
      <p:ext uri="{BB962C8B-B14F-4D97-AF65-F5344CB8AC3E}">
        <p14:creationId xmlns:p14="http://schemas.microsoft.com/office/powerpoint/2010/main" val="6792878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2026-08-09T01:43:17.9280000Z</dcterms:created>
  <dcterms:modified xsi:type="dcterms:W3CDTF">2026-08-09T01:43:17.9280000Z</dcterms:modified>
</coreProperties>
</file>