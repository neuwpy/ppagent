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1f957dfc8b48b7" /><Relationship Type="http://schemas.openxmlformats.org/officeDocument/2006/relationships/extended-properties" Target="/docProps/app.xml" Id="R789c7cf837874961" /><Relationship Type="http://schemas.openxmlformats.org/officeDocument/2006/relationships/officeDocument" Target="/ppt/presentation.xml" Id="Recd0e6b519704d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d1ee17c98f49e3"/>
  </p:sldMasterIdLst>
  <p:notesMasterIdLst>
    <p:notesMasterId xmlns:r="http://schemas.openxmlformats.org/officeDocument/2006/relationships" r:id="Refe6eb97303a41cf"/>
  </p:notesMasterIdLst>
  <p:sldIdLst>
    <p:sldId xmlns:r="http://schemas.openxmlformats.org/officeDocument/2006/relationships" id="256" r:id="R9d1ed0b5f61848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4a3564647d469f" /><Relationship Type="http://schemas.openxmlformats.org/officeDocument/2006/relationships/slideMaster" Target="/ppt/slideMasters/slideMaster1.xml" Id="R20d1ee17c98f49e3" /><Relationship Type="http://schemas.openxmlformats.org/officeDocument/2006/relationships/notesMaster" Target="/ppt/notesMasters/notesMaster1.xml" Id="Refe6eb97303a41cf" /><Relationship Type="http://schemas.openxmlformats.org/officeDocument/2006/relationships/presProps" Target="/ppt/presProps.xml" Id="R48f2afd65fb747ca" /><Relationship Type="http://schemas.openxmlformats.org/officeDocument/2006/relationships/tableStyles" Target="/ppt/tableStyles.xml" Id="Rfe8bb6e7dd1047ad" /><Relationship Type="http://schemas.openxmlformats.org/officeDocument/2006/relationships/slide" Target="/ppt/slides/slide1.xml" Id="R9d1ed0b5f61848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d3a79acb3e4c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43f2083de14ba8" /><Relationship Type="http://schemas.openxmlformats.org/officeDocument/2006/relationships/notesMaster" Target="/ppt/notesMasters/notesMaster1.xml" Id="R529f95dbcd3e41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99b42242c46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fa8ed012cd4958" /><Relationship Type="http://schemas.openxmlformats.org/officeDocument/2006/relationships/slideLayout" Target="/ppt/slideLayouts/slideLayout1.xml" Id="R09b314780dc043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b314780dc043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27b1287004e80" /><Relationship Type="http://schemas.openxmlformats.org/officeDocument/2006/relationships/notesSlide" Target="/ppt/notesSlides/notesSlide1.xml" Id="R26655970226945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EE86E-E62B-4EDD-8B6E-D6682649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中心辐射关系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507EE-3CFF-490D-953E-AA9FF3ED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中心主题 · 多向展开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9CAAB-CA63-4FA0-83ED-A0D6F819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71675"/>
            <a:ext cx="3390900" cy="3390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F5B08-E8E5-4318-866A-3D78C55D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0275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3198C-2300-43BB-BC4A-5E2CB91C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8E87F-0208-424F-8296-CF1D4C10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A0112-DD25-45EF-8464-003EB3B7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统一标准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A5FC8-4C77-48B3-B81D-2DF47E2B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将共同原则转成稳定、可执行的规则</a:t>
            </a:r>
          </a:p>
        </p:txBody>
      </p:sp>
      <p:cxnSp>
        <p:nvCxnSpPr>
          <p:cNvPr id="30" name=""/>
          <p:cNvCxnSpPr>
            <a:stCxn xmlns:a="http://schemas.openxmlformats.org/drawingml/2006/main" id="5" idx="2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4076700" y="2771775"/>
            <a:ext cx="78105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2D6E5-24FA-464C-9338-A5033525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0D061-6A60-477D-8F3B-60725526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快速响应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DAFFD-43F4-44F0-9F04-06D65868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减少重复判断，让常见需求直接复用</a:t>
            </a:r>
          </a:p>
        </p:txBody>
      </p:sp>
      <p:cxnSp>
        <p:nvCxnSpPr>
          <p:cNvPr id="34" name=""/>
          <p:cNvCxnSpPr>
            <a:stCxn xmlns:a="http://schemas.openxmlformats.org/drawingml/2006/main" id="5" idx="2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4076700" y="3667125"/>
            <a:ext cx="78105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C93A2-15B6-4C55-A4E0-1C4B040E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1BE3D-A2A0-4A79-B1FD-1A2FF9A3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质量可控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109E5-A4CD-4F95-B61A-A7C271B1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9082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在交付之前识别容量和几何风险</a:t>
            </a:r>
          </a:p>
        </p:txBody>
      </p:sp>
      <p:cxnSp>
        <p:nvCxnSpPr>
          <p:cNvPr id="38" name=""/>
          <p:cNvCxnSpPr>
            <a:stCxn xmlns:a="http://schemas.openxmlformats.org/drawingml/2006/main" id="5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7334250" y="2771775"/>
            <a:ext cx="72390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4769B-C78F-4BD1-A325-3D75F3E0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00263-F5CB-4B37-A7A4-DD600A8A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0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持续积累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A5BD7-DA23-408A-807E-003288A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147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把一次作品沉淀为下一次可调用能力</a:t>
            </a:r>
          </a:p>
        </p:txBody>
      </p:sp>
      <p:cxnSp>
        <p:nvCxnSpPr>
          <p:cNvPr id="42" name=""/>
          <p:cNvCxnSpPr>
            <a:stCxn xmlns:a="http://schemas.openxmlformats.org/drawingml/2006/main" id="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7334250" y="3667125"/>
            <a:ext cx="72390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66007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2026-08-10T10:55:24.9770000Z</dcterms:created>
  <dcterms:modified xsi:type="dcterms:W3CDTF">2026-08-10T10:55:24.9770000Z</dcterms:modified>
</coreProperties>
</file>