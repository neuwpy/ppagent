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7bae605d2f4792" /><Relationship Type="http://schemas.openxmlformats.org/officeDocument/2006/relationships/extended-properties" Target="/docProps/app.xml" Id="R80e22664e0374dd9" /><Relationship Type="http://schemas.openxmlformats.org/officeDocument/2006/relationships/officeDocument" Target="/ppt/presentation.xml" Id="R06d2d774263e48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5eff43a689490d"/>
  </p:sldMasterIdLst>
  <p:notesMasterIdLst>
    <p:notesMasterId xmlns:r="http://schemas.openxmlformats.org/officeDocument/2006/relationships" r:id="R6c4c1d4f47d6494f"/>
  </p:notesMasterIdLst>
  <p:sldIdLst>
    <p:sldId xmlns:r="http://schemas.openxmlformats.org/officeDocument/2006/relationships" id="256" r:id="Rce68496e90e9496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086e89f2394a9e" /><Relationship Type="http://schemas.openxmlformats.org/officeDocument/2006/relationships/slideMaster" Target="/ppt/slideMasters/slideMaster1.xml" Id="R705eff43a689490d" /><Relationship Type="http://schemas.openxmlformats.org/officeDocument/2006/relationships/notesMaster" Target="/ppt/notesMasters/notesMaster1.xml" Id="R6c4c1d4f47d6494f" /><Relationship Type="http://schemas.openxmlformats.org/officeDocument/2006/relationships/presProps" Target="/ppt/presProps.xml" Id="R74a5c97d471b4952" /><Relationship Type="http://schemas.openxmlformats.org/officeDocument/2006/relationships/tableStyles" Target="/ppt/tableStyles.xml" Id="R218e7c129c784ccb" /><Relationship Type="http://schemas.openxmlformats.org/officeDocument/2006/relationships/slide" Target="/ppt/slides/slide1.xml" Id="Rce68496e90e9496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702cdf9c3f4a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a6488d5ba4847ed" /><Relationship Type="http://schemas.openxmlformats.org/officeDocument/2006/relationships/notesMaster" Target="/ppt/notesMasters/notesMaster1.xml" Id="R5a8c51b65b5948f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4bb84a62ac452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199fd417b1489e" /><Relationship Type="http://schemas.openxmlformats.org/officeDocument/2006/relationships/slideLayout" Target="/ppt/slideLayouts/slideLayout1.xml" Id="R7109ba72e1354b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109ba72e1354b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2b84883d0420c" /><Relationship Type="http://schemas.openxmlformats.org/officeDocument/2006/relationships/notesSlide" Target="/ppt/notesSlides/notesSlide1.xml" Id="Re68d846adfa148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F376F6-D27E-4E78-B86E-8270B835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36D1B-57EF-4E33-9821-8C16BF58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中心辐射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41BDC2-524F-41FD-9AEF-15978CFA4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476500"/>
            <a:ext cx="2381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核心主题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FA5A1E-4B68-4DEA-9BEE-10F0DB54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8858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879D5-CBCC-4F4C-9DBE-334D9BF0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434" y="20288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D36C04-B344-4678-88D1-02482109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0434" y="43148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CA47EE-49FB-4A6E-9466-B32315D8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54578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A8757-2331-4E31-846C-C4859B40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966" y="43148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02434-F4F6-43C3-A250-B94BA740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0966" y="20288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cxnSp>
        <p:nvCxnSpPr>
          <p:cNvPr id="31" name=""/>
          <p:cNvCxnSpPr>
            <a:stCxn xmlns:a="http://schemas.openxmlformats.org/drawingml/2006/main" id="3" idx="0"/>
            <a:endCxn xmlns:a="http://schemas.openxmlformats.org/drawingml/2006/main" id="4" idx="4"/>
          </p:cNvCxnSpPr>
          <p:nvPr/>
        </p:nvCxnSpPr>
        <p:spPr>
          <a:xfrm xmlns:a="http://schemas.openxmlformats.org/drawingml/2006/main" flipV="1">
            <a:off x="6096000" y="187642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D5E3"/>
            </a:solidFill>
            <a:prstDash val="solid"/>
          </a:ln>
        </p:spPr>
      </p:cxnSp>
      <p:cxnSp>
        <p:nvCxnSpPr>
          <p:cNvPr id="32" name=""/>
          <p:cNvCxnSpPr>
            <a:stCxn xmlns:a="http://schemas.openxmlformats.org/drawingml/2006/main" id="3" idx="7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6937899" y="2524125"/>
            <a:ext cx="642535" cy="30110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D5E3"/>
            </a:solidFill>
            <a:prstDash val="solid"/>
          </a:ln>
        </p:spPr>
      </p:cxnSp>
      <p:cxnSp>
        <p:nvCxnSpPr>
          <p:cNvPr id="33" name=""/>
          <p:cNvCxnSpPr>
            <a:stCxn xmlns:a="http://schemas.openxmlformats.org/drawingml/2006/main" id="3" idx="5"/>
            <a:endCxn xmlns:a="http://schemas.openxmlformats.org/drawingml/2006/main" id="6" idx="2"/>
          </p:cNvCxnSpPr>
          <p:nvPr/>
        </p:nvCxnSpPr>
        <p:spPr>
          <a:xfrm xmlns:a="http://schemas.openxmlformats.org/drawingml/2006/main">
            <a:off x="6937899" y="4509024"/>
            <a:ext cx="642535" cy="30110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D5E3"/>
            </a:solidFill>
            <a:prstDash val="solid"/>
          </a:ln>
        </p:spPr>
      </p:cxnSp>
      <p:cxnSp>
        <p:nvCxnSpPr>
          <p:cNvPr id="34" name=""/>
          <p:cNvCxnSpPr>
            <a:stCxn xmlns:a="http://schemas.openxmlformats.org/drawingml/2006/main" id="3" idx="4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6096000" y="4857750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D5E3"/>
            </a:solidFill>
            <a:prstDash val="solid"/>
          </a:ln>
        </p:spPr>
      </p:cxnSp>
      <p:cxnSp>
        <p:nvCxnSpPr>
          <p:cNvPr id="35" name=""/>
          <p:cNvCxnSpPr>
            <a:stCxn xmlns:a="http://schemas.openxmlformats.org/drawingml/2006/main" id="3" idx="3"/>
            <a:endCxn xmlns:a="http://schemas.openxmlformats.org/drawingml/2006/main" id="8" idx="6"/>
          </p:cNvCxnSpPr>
          <p:nvPr/>
        </p:nvCxnSpPr>
        <p:spPr>
          <a:xfrm xmlns:a="http://schemas.openxmlformats.org/drawingml/2006/main" flipH="1">
            <a:off x="4611566" y="4509024"/>
            <a:ext cx="642535" cy="30110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D5E3"/>
            </a:solidFill>
            <a:prstDash val="solid"/>
          </a:ln>
        </p:spPr>
      </p:cxnSp>
      <p:cxnSp>
        <p:nvCxnSpPr>
          <p:cNvPr id="36" name=""/>
          <p:cNvCxnSpPr>
            <a:stCxn xmlns:a="http://schemas.openxmlformats.org/drawingml/2006/main" id="3" idx="1"/>
            <a:endCxn xmlns:a="http://schemas.openxmlformats.org/drawingml/2006/main" id="9" idx="6"/>
          </p:cNvCxnSpPr>
          <p:nvPr/>
        </p:nvCxnSpPr>
        <p:spPr>
          <a:xfrm xmlns:a="http://schemas.openxmlformats.org/drawingml/2006/main" flipH="1" flipV="1">
            <a:off x="4611566" y="2524125"/>
            <a:ext cx="642535" cy="30110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9D5E3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34A85B-7B1D-4E21-94A8-6EE9F2CCF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96202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321B53-BD55-4A53-B61A-7F530BCA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634" y="210502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411F98-C14F-4077-AEE3-592E6FFA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634" y="439102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207FE4-FAE6-43B9-B105-EF64E301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53402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方向四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2AA7B-86AF-45AE-8BAE-7DA9C52A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166" y="439102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8ED301-D0A9-44C4-814C-3178CCD6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7166" y="2105025"/>
            <a:ext cx="838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方向六</a:t>
            </a:r>
          </a:p>
        </p:txBody>
      </p:sp>
    </p:spTree>
    <p:extLst>
      <p:ext uri="{BB962C8B-B14F-4D97-AF65-F5344CB8AC3E}">
        <p14:creationId xmlns:p14="http://schemas.microsoft.com/office/powerpoint/2010/main" val="11610276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2026-08-08T07:19:29.1850000Z</dcterms:created>
  <dcterms:modified xsi:type="dcterms:W3CDTF">2026-08-08T07:19:29.1850000Z</dcterms:modified>
</coreProperties>
</file>