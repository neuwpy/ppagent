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420752e8b340b9" /><Relationship Type="http://schemas.openxmlformats.org/officeDocument/2006/relationships/extended-properties" Target="/docProps/app.xml" Id="Rdd572af85c804bd2" /><Relationship Type="http://schemas.openxmlformats.org/officeDocument/2006/relationships/officeDocument" Target="/ppt/presentation.xml" Id="R50ef3a49a78a4b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aaa9d727884219"/>
  </p:sldMasterIdLst>
  <p:notesMasterIdLst>
    <p:notesMasterId xmlns:r="http://schemas.openxmlformats.org/officeDocument/2006/relationships" r:id="R7556c2bbf85748ac"/>
  </p:notesMasterIdLst>
  <p:sldIdLst>
    <p:sldId xmlns:r="http://schemas.openxmlformats.org/officeDocument/2006/relationships" id="256" r:id="R830ba607374b4f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1ef13e5bfa4836" /><Relationship Type="http://schemas.openxmlformats.org/officeDocument/2006/relationships/slideMaster" Target="/ppt/slideMasters/slideMaster1.xml" Id="R2daaa9d727884219" /><Relationship Type="http://schemas.openxmlformats.org/officeDocument/2006/relationships/notesMaster" Target="/ppt/notesMasters/notesMaster1.xml" Id="R7556c2bbf85748ac" /><Relationship Type="http://schemas.openxmlformats.org/officeDocument/2006/relationships/presProps" Target="/ppt/presProps.xml" Id="R124c26619c054d8c" /><Relationship Type="http://schemas.openxmlformats.org/officeDocument/2006/relationships/tableStyles" Target="/ppt/tableStyles.xml" Id="R895b113075ba447c" /><Relationship Type="http://schemas.openxmlformats.org/officeDocument/2006/relationships/slide" Target="/ppt/slides/slide1.xml" Id="R830ba607374b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43cfcae49042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877b0515c44322" /><Relationship Type="http://schemas.openxmlformats.org/officeDocument/2006/relationships/notesMaster" Target="/ppt/notesMasters/notesMaster1.xml" Id="R772a416517a545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8400134004a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f6da77dd5446de" /><Relationship Type="http://schemas.openxmlformats.org/officeDocument/2006/relationships/slideLayout" Target="/ppt/slideLayouts/slideLayout1.xml" Id="Rde477f20378f48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477f20378f48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89bf908a64942" /><Relationship Type="http://schemas.openxmlformats.org/officeDocument/2006/relationships/notesSlide" Target="/ppt/notesSlides/notesSlide1.xml" Id="R6b8f6b6b34ea45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CBC7E-791A-4EDC-AF1C-A86ED3D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分层架构与生态关系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1C3F0-03F0-454D-82AA-24A62B2F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5902D-C06F-4A9F-BC1B-F7A2FD5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327C4-A6AA-4D4B-A87A-8376D717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10477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72490-F6D5-48AE-AC25-1C84220D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477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E6DF8-D2E8-464D-952D-2F2320EE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53000"/>
            <a:ext cx="10477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14B64-CA43-44F5-94A7-B7161AF6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10477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A0DE1-1D0E-4B7C-9925-41B48607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0"/>
            <a:ext cx="10477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45F1C-D901-453D-A8BA-C6606B93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7429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核心平台 / 中间层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D71E5-3B20-41C2-8AB3-C3575E9B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24000"/>
            <a:ext cx="123825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97D2B-0525-4EC7-937B-4C5FF4B9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123825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A4B15-CD3F-4061-B2FD-19EFDD33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123825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0D0DC-7779-4937-94FA-389ADDD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123825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应用四</a:t>
            </a:r>
          </a:p>
        </p:txBody>
      </p:sp>
      <p:cxnSp>
        <p:nvCxnSpPr>
          <p:cNvPr id="37" name=""/>
          <p:cNvCxnSpPr>
            <a:stCxn xmlns:a="http://schemas.openxmlformats.org/drawingml/2006/main" id="3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1381125" y="4191000"/>
            <a:ext cx="47148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4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3095625" y="4191000"/>
            <a:ext cx="30003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5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4810125" y="4191000"/>
            <a:ext cx="12858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6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6096000" y="4191000"/>
            <a:ext cx="4286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6096000" y="4191000"/>
            <a:ext cx="21431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6096000" y="4191000"/>
            <a:ext cx="38576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0"/>
            <a:endCxn xmlns:a="http://schemas.openxmlformats.org/drawingml/2006/main" id="10" idx="4"/>
          </p:cNvCxnSpPr>
          <p:nvPr/>
        </p:nvCxnSpPr>
        <p:spPr>
          <a:xfrm xmlns:a="http://schemas.openxmlformats.org/drawingml/2006/main" flipH="1" flipV="1">
            <a:off x="3286125" y="2400300"/>
            <a:ext cx="280987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9" idx="0"/>
            <a:endCxn xmlns:a="http://schemas.openxmlformats.org/drawingml/2006/main" id="11" idx="4"/>
          </p:cNvCxnSpPr>
          <p:nvPr/>
        </p:nvCxnSpPr>
        <p:spPr>
          <a:xfrm xmlns:a="http://schemas.openxmlformats.org/drawingml/2006/main" flipH="1" flipV="1">
            <a:off x="5095875" y="2400300"/>
            <a:ext cx="100012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9" idx="0"/>
            <a:endCxn xmlns:a="http://schemas.openxmlformats.org/drawingml/2006/main" id="12" idx="4"/>
          </p:cNvCxnSpPr>
          <p:nvPr/>
        </p:nvCxnSpPr>
        <p:spPr>
          <a:xfrm xmlns:a="http://schemas.openxmlformats.org/drawingml/2006/main" flipV="1">
            <a:off x="6096000" y="2400300"/>
            <a:ext cx="80962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9" idx="0"/>
            <a:endCxn xmlns:a="http://schemas.openxmlformats.org/drawingml/2006/main" id="13" idx="4"/>
          </p:cNvCxnSpPr>
          <p:nvPr/>
        </p:nvCxnSpPr>
        <p:spPr>
          <a:xfrm xmlns:a="http://schemas.openxmlformats.org/drawingml/2006/main" flipV="1">
            <a:off x="6096000" y="2400300"/>
            <a:ext cx="261937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5E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83919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2026-08-08T07:34:32.6760000Z</dcterms:created>
  <dcterms:modified xsi:type="dcterms:W3CDTF">2026-08-08T07:34:32.6770000Z</dcterms:modified>
</coreProperties>
</file>