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c39683ff424fd2" /><Relationship Type="http://schemas.openxmlformats.org/officeDocument/2006/relationships/extended-properties" Target="/docProps/app.xml" Id="R12e86e71e19547c1" /><Relationship Type="http://schemas.openxmlformats.org/officeDocument/2006/relationships/officeDocument" Target="/ppt/presentation.xml" Id="R33b06f13127444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9fc8480bbb4507"/>
  </p:sldMasterIdLst>
  <p:notesMasterIdLst>
    <p:notesMasterId xmlns:r="http://schemas.openxmlformats.org/officeDocument/2006/relationships" r:id="R1c2512645e364d2d"/>
  </p:notesMasterIdLst>
  <p:sldIdLst>
    <p:sldId xmlns:r="http://schemas.openxmlformats.org/officeDocument/2006/relationships" id="256" r:id="R26d0a126ea934a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87ee43f43c4967" /><Relationship Type="http://schemas.openxmlformats.org/officeDocument/2006/relationships/slideMaster" Target="/ppt/slideMasters/slideMaster1.xml" Id="Rbf9fc8480bbb4507" /><Relationship Type="http://schemas.openxmlformats.org/officeDocument/2006/relationships/notesMaster" Target="/ppt/notesMasters/notesMaster1.xml" Id="R1c2512645e364d2d" /><Relationship Type="http://schemas.openxmlformats.org/officeDocument/2006/relationships/presProps" Target="/ppt/presProps.xml" Id="R5b7a34443b8841d0" /><Relationship Type="http://schemas.openxmlformats.org/officeDocument/2006/relationships/tableStyles" Target="/ppt/tableStyles.xml" Id="R349f59d904d34904" /><Relationship Type="http://schemas.openxmlformats.org/officeDocument/2006/relationships/slide" Target="/ppt/slides/slide1.xml" Id="R26d0a126ea934a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d22bebf24e4f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153012654f4b67" /><Relationship Type="http://schemas.openxmlformats.org/officeDocument/2006/relationships/notesMaster" Target="/ppt/notesMasters/notesMaster1.xml" Id="Rcdedf4ac360447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30f2552364e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cfb3e57cd54f4b" /><Relationship Type="http://schemas.openxmlformats.org/officeDocument/2006/relationships/slideLayout" Target="/ppt/slideLayouts/slideLayout1.xml" Id="R4072e46d985340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2e46d985340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8a42434604896" /><Relationship Type="http://schemas.openxmlformats.org/officeDocument/2006/relationships/notesSlide" Target="/ppt/notesSlides/notesSlide1.xml" Id="Re6a13c17943e49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1A75B9-0E92-4538-9E6D-1B84E33E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双主体协同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49CC3-89B0-4ED8-9AA4-E9408F14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双核心协同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FC7AF-4FC2-4423-8D07-E666CDE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1504950"/>
            <a:ext cx="6667500" cy="4095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0"/>
                </a:srgbClr>
              </a:gs>
              <a:gs pos="100000">
                <a:srgbClr val="D4E8FA">
                  <a:alpha val="92000"/>
                </a:srgbClr>
              </a:gs>
            </a:gsLst>
            <a:lin ang="0"/>
          </a:gradFill>
          <a:ln xmlns:a="http://schemas.openxmlformats.org/drawingml/2006/main" w="14288">
            <a:solidFill>
              <a:srgbClr val="75B5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E0B85-3D53-4638-A752-DEB2272F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9625" y="1828800"/>
            <a:ext cx="581025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5DA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B77C9-3BA3-472D-B53F-FD6CEB3D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04950"/>
            <a:ext cx="6667500" cy="4095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5F2F8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xmlns:a="http://schemas.openxmlformats.org/drawingml/2006/main" w="14288">
            <a:solidFill>
              <a:srgbClr val="77D8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A3629-AF9C-42BF-A3F7-E7AB5A04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28800"/>
            <a:ext cx="581025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9EC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47003-511A-430F-936A-6710FFAF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238250"/>
            <a:ext cx="6019800" cy="485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12C3B-22C3-40D4-8303-17373F05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333500"/>
            <a:ext cx="4857750" cy="4857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2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42570-AFFD-46B2-A425-AAAC4015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85975"/>
            <a:ext cx="3352800" cy="3352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BEBE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13273-F73E-43AC-8294-C6BE8E81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05100"/>
            <a:ext cx="2190750" cy="2190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778D0"/>
              </a:gs>
              <a:gs pos="100000">
                <a:srgbClr val="1677C8"/>
              </a:gs>
            </a:gsLst>
            <a:lin ang="8100000"/>
          </a:gra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65F76-F6A3-4ECE-AE6B-679E46D0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内容导演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6FE99-2929-4FAD-96D0-3BB3A428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766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理解原稿、组织叙事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决定每页要讲什么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61338-9A48-4F27-9FAB-AAA20567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860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F9125-2443-4EE6-AAA3-73326E31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B1595-56CB-4D51-9B8E-38D6ED8C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14035-D7EE-4E4A-9C8A-94C4FA0A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节奏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DE2CA-3588-4590-8B94-AAB5AED1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C4411-B472-4C8B-9280-D7FDE3C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671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压缩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59164E-DEEC-497D-BD96-B7D2AAFD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190750" cy="2190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A8D8"/>
              </a:gs>
              <a:gs pos="100000">
                <a:srgbClr val="009DD9"/>
              </a:gs>
            </a:gsLst>
            <a:lin ang="8100000"/>
          </a:gra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5BB19-0F2F-403D-A149-92BFE778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视觉导演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20306-EFBE-4EBE-9853-B4F02C81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安排整页构图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选择合法核心资产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B0947-5F56-4D6E-88E6-D4A65D68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860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77841-BF32-4630-AA78-F03775B8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860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84457D-E45F-4A63-8E02-1B97E712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7660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留白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EF14D-57EB-4FDD-875C-5D617324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7660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均衡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C40D0-3A2B-4DFF-A762-FCF717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671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9E0C2-9926-48CC-B0B0-C831BC07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671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B33588-D542-4F9C-84EC-85990132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3375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共同完成</a:t>
            </a:r>
          </a:p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5EC561-D4B7-458E-851F-27E26BDB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000250"/>
            <a:ext cx="704850" cy="971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BD73DC-EDB2-4D09-9C6D-4E855154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629150"/>
            <a:ext cx="704850" cy="9715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15960F-A736-4F5B-AF7D-9E2B1EC7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09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同一份原稿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1A3867-DF34-4576-8D13-2B7E2F2A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197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同一套目标</a:t>
            </a:r>
          </a:p>
        </p:txBody>
      </p:sp>
    </p:spTree>
    <p:extLst>
      <p:ext uri="{BB962C8B-B14F-4D97-AF65-F5344CB8AC3E}">
        <p14:creationId xmlns:p14="http://schemas.microsoft.com/office/powerpoint/2010/main" val="1588392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2026-08-10T06:14:02.1310000Z</dcterms:created>
  <dcterms:modified xsi:type="dcterms:W3CDTF">2026-08-10T06:14:02.1310000Z</dcterms:modified>
</coreProperties>
</file>