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79090f18dc4025" /><Relationship Type="http://schemas.openxmlformats.org/officeDocument/2006/relationships/extended-properties" Target="/docProps/app.xml" Id="Rb6958307cf5d4c71" /><Relationship Type="http://schemas.openxmlformats.org/officeDocument/2006/relationships/officeDocument" Target="/ppt/presentation.xml" Id="R65c8fe234fa342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bc62c3f62d4cec"/>
  </p:sldMasterIdLst>
  <p:notesMasterIdLst>
    <p:notesMasterId xmlns:r="http://schemas.openxmlformats.org/officeDocument/2006/relationships" r:id="Rce55b44fc3604453"/>
  </p:notesMasterIdLst>
  <p:sldIdLst>
    <p:sldId xmlns:r="http://schemas.openxmlformats.org/officeDocument/2006/relationships" id="256" r:id="Rcecd97592dfd43c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a02f79928d40cd" /><Relationship Type="http://schemas.openxmlformats.org/officeDocument/2006/relationships/slideMaster" Target="/ppt/slideMasters/slideMaster1.xml" Id="R75bc62c3f62d4cec" /><Relationship Type="http://schemas.openxmlformats.org/officeDocument/2006/relationships/notesMaster" Target="/ppt/notesMasters/notesMaster1.xml" Id="Rce55b44fc3604453" /><Relationship Type="http://schemas.openxmlformats.org/officeDocument/2006/relationships/presProps" Target="/ppt/presProps.xml" Id="R37f4ef34dff84714" /><Relationship Type="http://schemas.openxmlformats.org/officeDocument/2006/relationships/tableStyles" Target="/ppt/tableStyles.xml" Id="R4d9a28d74cdc4ee3" /><Relationship Type="http://schemas.openxmlformats.org/officeDocument/2006/relationships/slide" Target="/ppt/slides/slide1.xml" Id="Rcecd97592dfd43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7c5e2de373543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09efdaa3d9451f" /><Relationship Type="http://schemas.openxmlformats.org/officeDocument/2006/relationships/notesMaster" Target="/ppt/notesMasters/notesMaster1.xml" Id="R9bbdb3f1d92e43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9329582af24e3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a05a5070d704876" /><Relationship Type="http://schemas.openxmlformats.org/officeDocument/2006/relationships/slideLayout" Target="/ppt/slideLayouts/slideLayout1.xml" Id="R87c38c57030f40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c38c57030f40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7cadfc6bf94b68" /><Relationship Type="http://schemas.openxmlformats.org/officeDocument/2006/relationships/notesSlide" Target="/ppt/notesSlides/notesSlide1.xml" Id="Re59b8e85e46c4ea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86CFB07-1633-4E22-BC4E-F1CA0348D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企业内外部决策生态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2A74D5-FE1C-442B-B90D-D3E9E181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内外部决策生态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DC9B98-A950-42D1-80A0-F245B5976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524000"/>
            <a:ext cx="3619500" cy="3619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0">
            <a:solidFill>
              <a:srgbClr val="1677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49A6AE-E1D1-4D40-B355-50F97E19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524000"/>
            <a:ext cx="3619500" cy="3619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0">
            <a:solidFill>
              <a:srgbClr val="00A8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38A1AE-CC98-4C1A-8A6E-232C4C04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3375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C8A9A"/>
            </a:solidFill>
            <a:prstDash val="dash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5DFF00-C674-4365-9F9A-FEDC9B979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09900"/>
            <a:ext cx="1752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数据交换与协同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EEB2FF-0BFF-4673-8047-44BE4F7D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29000" y="2171700"/>
            <a:ext cx="0" cy="1162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D5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1BD854-2344-42BF-AC3E-89740DBA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29000" y="2752725"/>
            <a:ext cx="1006365" cy="581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D5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464107-F09B-4109-8E86-53CF0D8A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429000" y="3333750"/>
            <a:ext cx="1006365" cy="581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D5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5172A8-2BE1-4502-BA25-DA669ED38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429000" y="3333750"/>
            <a:ext cx="0" cy="1162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D5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45E840-CB83-40AB-987A-203BF8AD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422635" y="3333750"/>
            <a:ext cx="1006365" cy="581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D5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1C1B28-3FFE-4D34-A6B6-8EEBF825F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422635" y="2752725"/>
            <a:ext cx="1006365" cy="581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D5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D1A8BC-D309-4054-96B2-10FB2C23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552700"/>
            <a:ext cx="1562100" cy="1562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17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内部经营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EF1BD1-9435-4E62-B306-83215D6F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8478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8355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人资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AD78E0-72CF-424C-8AA0-6CF95B041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515" y="2428875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8355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财务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C2DA24-E45C-4416-814A-44B7A4FB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515" y="3590925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8355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法务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7B6C3E-2C38-41D0-80C7-B85C2347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1719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8355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行政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83A8B2-3062-4908-B02B-45162A66C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8785" y="3590925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8355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研发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ED75EA-F2DF-4E26-8753-2EBCDF0A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8785" y="2428875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8355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营销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1D4928-878D-4693-8611-D0390EB4F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19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内部职能与消费行为数据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F33D7C-DF29-47FA-A68C-C0CDC691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763000" y="2171700"/>
            <a:ext cx="0" cy="1162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D5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C954B6-B85E-4A80-89FB-E6F78D3B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763000" y="2752725"/>
            <a:ext cx="1006365" cy="581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D5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D1D63B-A697-49DA-824C-E18CDA6F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763000" y="3333750"/>
            <a:ext cx="1006365" cy="581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D5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7B12F9-5F6E-4468-8BA5-F22208FA9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763000" y="3333750"/>
            <a:ext cx="0" cy="1162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D5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DB63BB-8253-4A32-847A-B5DAE8CF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756635" y="3333750"/>
            <a:ext cx="1006365" cy="581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D5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5496EA-73FE-494B-B48A-8418F728F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56635" y="2752725"/>
            <a:ext cx="1006365" cy="581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D5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F25B0B-0DE1-48F0-A337-B2E3E7641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52700"/>
            <a:ext cx="1562100" cy="1562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17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外部信息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A85246-0865-453D-9CFB-F64FBB0AE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478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A8D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8355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rPr>
              <a:t>市场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04AF7C-1AD8-4C78-9AE5-300F3AFEC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5515" y="2428875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A8D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8355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rPr>
              <a:t>技术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94F332-BA08-4D2C-A610-B86D37E0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5515" y="3590925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A8D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8355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rPr>
              <a:t>服务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04F0C9-4536-4FB3-A2D8-DC1917B3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1719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A8D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8355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rPr>
              <a:t>金融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438416-FD52-4FFC-A3F8-F3AC9A49C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2785" y="3590925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A8D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8355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rPr>
              <a:t>物流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615941-B794-4E26-B16A-967AF71F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2785" y="2428875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A8D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8355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rPr>
              <a:t>咨询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E1012D-4089-4158-9CF8-A6DA9DBF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219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rPr>
              <a:t>外部数据与合作伙伴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4E5C15A-AF31-4026-A359-5662C586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57850"/>
            <a:ext cx="34290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内部数据支撑经营判断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D89A303-464C-423F-9B59-4E4ECFAD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657850"/>
            <a:ext cx="34290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4B7FC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打通内外部生态形成闭环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4CB578-2BD7-47A8-A4B5-230A3B94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657850"/>
            <a:ext cx="34290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0A8D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外部信息帮助识别趋势与风险</a:t>
            </a:r>
          </a:p>
        </p:txBody>
      </p:sp>
    </p:spTree>
    <p:extLst>
      <p:ext uri="{BB962C8B-B14F-4D97-AF65-F5344CB8AC3E}">
        <p14:creationId xmlns:p14="http://schemas.microsoft.com/office/powerpoint/2010/main" val="4206642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2026-08-09T01:05:10.1090000Z</dcterms:created>
  <dcterms:modified xsi:type="dcterms:W3CDTF">2026-08-09T01:05:10.1100000Z</dcterms:modified>
</coreProperties>
</file>