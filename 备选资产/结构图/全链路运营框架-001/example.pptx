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03e7dbf1aa4daf" /><Relationship Type="http://schemas.openxmlformats.org/officeDocument/2006/relationships/extended-properties" Target="/docProps/app.xml" Id="R59efb08e12fb4413" /><Relationship Type="http://schemas.openxmlformats.org/officeDocument/2006/relationships/officeDocument" Target="/ppt/presentation.xml" Id="Rf069df8eee64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bf11c917d44dc5"/>
  </p:sldMasterIdLst>
  <p:notesMasterIdLst>
    <p:notesMasterId xmlns:r="http://schemas.openxmlformats.org/officeDocument/2006/relationships" r:id="Rc530ab5031754763"/>
  </p:notesMasterIdLst>
  <p:sldIdLst>
    <p:sldId xmlns:r="http://schemas.openxmlformats.org/officeDocument/2006/relationships" id="256" r:id="Rc95a388d3d7140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95568ba7240cc" /><Relationship Type="http://schemas.openxmlformats.org/officeDocument/2006/relationships/slideMaster" Target="/ppt/slideMasters/slideMaster1.xml" Id="R1ebf11c917d44dc5" /><Relationship Type="http://schemas.openxmlformats.org/officeDocument/2006/relationships/notesMaster" Target="/ppt/notesMasters/notesMaster1.xml" Id="Rc530ab5031754763" /><Relationship Type="http://schemas.openxmlformats.org/officeDocument/2006/relationships/presProps" Target="/ppt/presProps.xml" Id="R53a5f163c95844e5" /><Relationship Type="http://schemas.openxmlformats.org/officeDocument/2006/relationships/tableStyles" Target="/ppt/tableStyles.xml" Id="R9d7369e25b684f73" /><Relationship Type="http://schemas.openxmlformats.org/officeDocument/2006/relationships/slide" Target="/ppt/slides/slide1.xml" Id="Rc95a388d3d7140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9529ea1a354c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4b01229c340fa" /><Relationship Type="http://schemas.openxmlformats.org/officeDocument/2006/relationships/notesMaster" Target="/ppt/notesMasters/notesMaster1.xml" Id="Rb85da96bc48e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aae3f10ce4a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275590d9b4693" /><Relationship Type="http://schemas.openxmlformats.org/officeDocument/2006/relationships/slideLayout" Target="/ppt/slideLayouts/slideLayout1.xml" Id="Rdae2eb747a1248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e2eb747a1248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992a1a64d4bcf" /><Relationship Type="http://schemas.openxmlformats.org/officeDocument/2006/relationships/notesSlide" Target="/ppt/notesSlides/notesSlide1.xml" Id="Raa8806b61174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3AA4D-6981-4717-8FE8-B926CF5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智慧供应链全链路运营框架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C11C0-A7CB-41B1-B332-D3279BE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全链路运营框架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D0DB0-B5FE-4CF2-8BAE-318A3FD9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4FFF3-C86A-4E81-A3BA-83E861A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289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CE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A8F1F-4204-49E0-AE97-98AA1C32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85900"/>
            <a:ext cx="319405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02431-1C81-4F5B-922A-F41366EC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1485900"/>
            <a:ext cx="319405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517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37667-2248-4A94-BB06-7583F9C6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1485900"/>
            <a:ext cx="31940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876DB-1A9F-4B77-9A28-E6159D01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一站式全链路运营平台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111CC-5E0D-4DBD-ADFD-3026A76C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24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828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ADB6A-ECAF-4424-A8E0-BD50DB79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724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828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A97F4-FE28-4688-902A-D118CCA0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2724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828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54835-005E-4711-82DB-48B31962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828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AE65A-8EF1-4587-B839-CA30B820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125" y="2724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828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17A89-A2BB-446B-BAC7-05B7934C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0" y="2724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9828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金融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537B9-07E8-4B2D-A24A-30179C46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762000" cy="14097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6973F-F09D-4B6F-8572-141EEE17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152650"/>
            <a:ext cx="762000" cy="14097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083C2-0DB4-4A1A-BE3F-D72E67EE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266223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DDBF3-00DA-4021-B538-7DC8BB20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266223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决策智能化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CD656-E5BE-4E21-BACD-01F0BCB3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319338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采购决策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配送决策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运营决策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81B70-6776-4677-9F3E-A33576F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4305300"/>
            <a:ext cx="266223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55CDB-7EFE-4862-8ABF-6399F83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4305300"/>
            <a:ext cx="266223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运营可视化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5B064-FE4C-4627-A530-0EBC445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4914900"/>
            <a:ext cx="2319338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过程可视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仓储可视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风险可视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67F4A-317C-4938-9B1B-1118DD7D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05300"/>
            <a:ext cx="266223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A90CA-D7A7-42E2-8EC7-6B161ABB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305300"/>
            <a:ext cx="266223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组织生态化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C6390-7ED4-453C-B26B-FC94EA36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14900"/>
            <a:ext cx="2319338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协同关系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资源共通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信息共享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9CA97-FCE9-4D56-868A-AD358D39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305300"/>
            <a:ext cx="2662238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7CEA5-EADC-4813-BC96-0D169E4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305300"/>
            <a:ext cx="2662238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要素集成化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43060F-388F-4F6F-8E62-5BA46413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4914900"/>
            <a:ext cx="2319338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价值管理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生产管理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风险管理</a:t>
            </a:r>
          </a:p>
        </p:txBody>
      </p:sp>
    </p:spTree>
    <p:extLst>
      <p:ext uri="{BB962C8B-B14F-4D97-AF65-F5344CB8AC3E}">
        <p14:creationId xmlns:p14="http://schemas.microsoft.com/office/powerpoint/2010/main" val="1233221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2026-08-09T01:01:04.7480000Z</dcterms:created>
  <dcterms:modified xsi:type="dcterms:W3CDTF">2026-08-09T01:01:04.7480000Z</dcterms:modified>
</coreProperties>
</file>