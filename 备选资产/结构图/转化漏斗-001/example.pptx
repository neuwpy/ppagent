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18568e1ccc43e8" /><Relationship Type="http://schemas.openxmlformats.org/officeDocument/2006/relationships/extended-properties" Target="/docProps/app.xml" Id="R9c3fd323533b4bc5" /><Relationship Type="http://schemas.openxmlformats.org/officeDocument/2006/relationships/officeDocument" Target="/ppt/presentation.xml" Id="Ra2d82a1a0f744e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2ea8e1f4f94e41"/>
  </p:sldMasterIdLst>
  <p:notesMasterIdLst>
    <p:notesMasterId xmlns:r="http://schemas.openxmlformats.org/officeDocument/2006/relationships" r:id="R21f2373e69634690"/>
  </p:notesMasterIdLst>
  <p:sldIdLst>
    <p:sldId xmlns:r="http://schemas.openxmlformats.org/officeDocument/2006/relationships" id="256" r:id="R67518088d37648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709b5e7d604718" /><Relationship Type="http://schemas.openxmlformats.org/officeDocument/2006/relationships/slideMaster" Target="/ppt/slideMasters/slideMaster1.xml" Id="R362ea8e1f4f94e41" /><Relationship Type="http://schemas.openxmlformats.org/officeDocument/2006/relationships/notesMaster" Target="/ppt/notesMasters/notesMaster1.xml" Id="R21f2373e69634690" /><Relationship Type="http://schemas.openxmlformats.org/officeDocument/2006/relationships/presProps" Target="/ppt/presProps.xml" Id="R6180fceadff14b66" /><Relationship Type="http://schemas.openxmlformats.org/officeDocument/2006/relationships/tableStyles" Target="/ppt/tableStyles.xml" Id="R99746e1c47b44e21" /><Relationship Type="http://schemas.openxmlformats.org/officeDocument/2006/relationships/slide" Target="/ppt/slides/slide1.xml" Id="R67518088d37648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4a4157c06a44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61d42d912a41f4" /><Relationship Type="http://schemas.openxmlformats.org/officeDocument/2006/relationships/notesMaster" Target="/ppt/notesMasters/notesMaster1.xml" Id="Ra2df5ffa149241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42fa47b18a45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1c711f19ab41e5" /><Relationship Type="http://schemas.openxmlformats.org/officeDocument/2006/relationships/slideLayout" Target="/ppt/slideLayouts/slideLayout1.xml" Id="R170b0d1011f34a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0b0d1011f34a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09fafe46145d1" /><Relationship Type="http://schemas.openxmlformats.org/officeDocument/2006/relationships/notesSlide" Target="/ppt/notesSlides/notesSlide1.xml" Id="R5a379ad5eff44c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F37E46-287A-4352-8B35-B43C62B7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转化漏斗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43E673-8D16-452E-A58B-87B00336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递减转化 · 阶段拆解</a:t>
            </a:r>
          </a:p>
        </p:txBody>
      </p:sp>
      <p:sp>
        <p:nvSpPr>
          <p:cNvPr id="3" name="PPAGENT_QA|parent=funnel-stage-0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83C7B3B9-69BB-4647-AF1D-3D1BF0AD9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533400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FC61F-2155-43FB-8A7B-CCED7C3E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525780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B82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20D048-B2CD-4888-84EC-1F57E009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5029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2CDB3-79ED-429C-850F-9E687454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5029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收到稿件</a:t>
            </a:r>
          </a:p>
        </p:txBody>
      </p:sp>
      <p:sp>
        <p:nvSpPr>
          <p:cNvPr id="7" name="PPAGENT_QA|parent=funnel-note-0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40EF4887-49C5-490B-A0B7-2FB7BFE7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08A00B-B3C4-4471-A762-E68A46BE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33525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4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397BD-AA70-4D95-B19B-E00A76C7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2877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  收到稿件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155CF-7580-4C97-8DFA-2DBC5F7B9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95475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原始信息完整进入处理流程，保留来源锚点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0DBFA7-6EC9-45A1-AF08-037129BB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24063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dash"/>
          </a:ln>
        </p:spPr>
      </p:sp>
      <p:sp>
        <p:nvSpPr>
          <p:cNvPr id="12" name="PPAGENT_QA|parent=funnel-stage-1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C73854B6-B264-44B6-B573-04F3642E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600325"/>
            <a:ext cx="428625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C3CFF8-1912-4CFE-A106-AEDC8C01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552700"/>
            <a:ext cx="42100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7A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BF3B0-F439-42AF-AC3B-D92AA151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695575"/>
            <a:ext cx="39814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78%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10C9D4-7977-402E-9948-F2D4FE6C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962275"/>
            <a:ext cx="3981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形成页面</a:t>
            </a:r>
          </a:p>
        </p:txBody>
      </p:sp>
      <p:sp>
        <p:nvSpPr>
          <p:cNvPr id="16" name="PPAGENT_QA|parent=funnel-note-1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C09DB0D7-C9D8-4F58-B040-D640F207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DD6A9-107D-42A7-A22B-8E8CED18B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76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A462AE-1888-440B-8A1F-DD0CE99E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05100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  形成页面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795E89-3100-44A6-B58C-BB9EDDE4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71800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内容导演完成叙事拆页和页面职责判断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0A0A07-6AF5-49F7-AE03-4B3D5B96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3100388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dash"/>
          </a:ln>
        </p:spPr>
      </p:sp>
      <p:sp>
        <p:nvSpPr>
          <p:cNvPr id="21" name="PPAGENT_QA|parent=funnel-stage-2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C697000C-2681-40CD-9A32-DE10D488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676650"/>
            <a:ext cx="323850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A90C33-BE32-4082-9D79-6B038ECF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629025"/>
            <a:ext cx="316230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FC1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9844FC-96D6-433E-8948-0C8862FF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771900"/>
            <a:ext cx="2933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52%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042101-2111-45F8-9970-EF422D9E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038600"/>
            <a:ext cx="2933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匹配资产</a:t>
            </a:r>
          </a:p>
        </p:txBody>
      </p:sp>
      <p:sp>
        <p:nvSpPr>
          <p:cNvPr id="25" name="PPAGENT_QA|parent=funnel-note-2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E5925954-2D46-42D4-B009-BFBE0CF3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90CF5F-9931-4234-BE95-3C182BD4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86175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7F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BC1AF7-7F0B-461D-8AFB-E01079B0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781425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03  匹配资产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E8E6AE-115B-46AD-BA46-6A9435F4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48125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视觉导演只从合法候选中选择适配结构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E5813A-9585-493B-966F-1442D4DC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176713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dash"/>
          </a:ln>
        </p:spPr>
      </p:sp>
      <p:sp>
        <p:nvSpPr>
          <p:cNvPr id="30" name="PPAGENT_QA|parent=funnel-stage-3|domains=funnel-shape,funnel-content">
            <a:extLst xmlns:a="http://schemas.openxmlformats.org/drawingml/2006/main">
              <a:ext uri="{FF2B5EF4-FFF2-40B4-BE49-F238E27FC236}">
                <a16:creationId xmlns:a16="http://schemas.microsoft.com/office/drawing/2014/main" id="{4C64D786-2A0E-46A7-916D-C10E631F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752975"/>
            <a:ext cx="2190750" cy="10001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961EC9-6690-429A-BE6C-F9AF0413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05350"/>
            <a:ext cx="2114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0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58897C-38AB-4382-B333-3F3ED1D1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8225"/>
            <a:ext cx="1885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6C96A"/>
                </a:solidFill>
                <a:latin typeface="Microsoft YaHei"/>
                <a:ea typeface="Microsoft YaHei"/>
                <a:cs typeface="Microsoft YaHei"/>
              </a:rPr>
              <a:t>36%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66B77F-5FCF-4A6D-913F-EAF54213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14925"/>
            <a:ext cx="18859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可靠交付</a:t>
            </a:r>
          </a:p>
        </p:txBody>
      </p:sp>
      <p:sp>
        <p:nvSpPr>
          <p:cNvPr id="34" name="PPAGENT_QA|parent=funnel-note-3|domains=funnel-note,funnel-content">
            <a:extLst xmlns:a="http://schemas.openxmlformats.org/drawingml/2006/main">
              <a:ext uri="{FF2B5EF4-FFF2-40B4-BE49-F238E27FC236}">
                <a16:creationId xmlns:a16="http://schemas.microsoft.com/office/drawing/2014/main" id="{F5781777-BDEE-487A-B131-18DBE2A2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4552950" cy="981075"/>
          </a:xfrm>
          <a:prstGeom xmlns:a="http://schemas.openxmlformats.org/drawingml/2006/main" prst="roundRect">
            <a:avLst>
              <a:gd name="adj" fmla="val 11650"/>
            </a:avLst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D8E5E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B65B7D-83B7-4BA6-A043-95994EDF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57150" cy="981075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A0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10A738-3111-4C50-8B6C-458F27B5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57750"/>
            <a:ext cx="4000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04  可靠交付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64C5EE-1517-4C66-9A98-FCC6F896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24450"/>
            <a:ext cx="4000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容量、几何和渲染检查通过后输出可编辑文件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BE51ED-466D-47E7-8556-AC21FC53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253038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91B8D7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104929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2026-08-10T10:46:32.1850000Z</dcterms:created>
  <dcterms:modified xsi:type="dcterms:W3CDTF">2026-08-10T10:46:32.1850000Z</dcterms:modified>
</coreProperties>
</file>