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d17b00b1ec43a1" /><Relationship Type="http://schemas.openxmlformats.org/officeDocument/2006/relationships/extended-properties" Target="/docProps/app.xml" Id="R2ddb7ae319d1488b" /><Relationship Type="http://schemas.openxmlformats.org/officeDocument/2006/relationships/officeDocument" Target="/ppt/presentation.xml" Id="R8b6be28cd638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f55c7acc0144f2"/>
  </p:sldMasterIdLst>
  <p:notesMasterIdLst>
    <p:notesMasterId xmlns:r="http://schemas.openxmlformats.org/officeDocument/2006/relationships" r:id="R2ee5d42985784b61"/>
  </p:notesMasterIdLst>
  <p:sldIdLst>
    <p:sldId xmlns:r="http://schemas.openxmlformats.org/officeDocument/2006/relationships" id="256" r:id="Rf28527c8a9eb48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a1799a69ce4493" /><Relationship Type="http://schemas.openxmlformats.org/officeDocument/2006/relationships/slideMaster" Target="/ppt/slideMasters/slideMaster1.xml" Id="R37f55c7acc0144f2" /><Relationship Type="http://schemas.openxmlformats.org/officeDocument/2006/relationships/notesMaster" Target="/ppt/notesMasters/notesMaster1.xml" Id="R2ee5d42985784b61" /><Relationship Type="http://schemas.openxmlformats.org/officeDocument/2006/relationships/presProps" Target="/ppt/presProps.xml" Id="R0c22b186f97a4056" /><Relationship Type="http://schemas.openxmlformats.org/officeDocument/2006/relationships/tableStyles" Target="/ppt/tableStyles.xml" Id="Rb13f148cf07b4eaa" /><Relationship Type="http://schemas.openxmlformats.org/officeDocument/2006/relationships/slide" Target="/ppt/slides/slide1.xml" Id="Rf28527c8a9eb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f53c25e0cd44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0c9ea8cf944a94" /><Relationship Type="http://schemas.openxmlformats.org/officeDocument/2006/relationships/notesMaster" Target="/ppt/notesMasters/notesMaster1.xml" Id="Rd946a0d285d748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1b6a125014b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df7794257940fe" /><Relationship Type="http://schemas.openxmlformats.org/officeDocument/2006/relationships/slideLayout" Target="/ppt/slideLayouts/slideLayout1.xml" Id="R5bc187e06c1242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c187e06c1242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61ab069e94d54" /><Relationship Type="http://schemas.openxmlformats.org/officeDocument/2006/relationships/notesSlide" Target="/ppt/notesSlides/notesSlide1.xml" Id="Ra9a421f556fe48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0AF8C-2FEF-460E-870C-9D095FF5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转化漏斗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0422B-3C6E-4968-BC26-20444B04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转化漏斗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E72BC-9B6A-49FA-A350-F19D8172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4762500" cy="9906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48E63-B272-4FCD-AFC9-4E4AE66B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第一阶段说明与关键观察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561AF-4926-48F5-B9DD-502CB745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240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8D8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35DF1-B260-4FFC-9265-FE3C0FCC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33650"/>
            <a:ext cx="3714750" cy="9906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72%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07765-434E-4FB8-B256-96CAAEEF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第二阶段说明与关键观察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76100-FC32-4572-ABBB-504772A3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289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8D8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B4ABC-AFB6-4BB8-A213-29434555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638550"/>
            <a:ext cx="2714625" cy="9906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580CE-72AA-4D9C-88F8-8237C892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第三阶段说明与关键观察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C031D-3B65-44CF-A23B-8C3423E5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41338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8D8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D0223-E979-4CBF-AE12-1DA29DD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1714500" cy="9906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4C8F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8604F-8BE5-4FDE-A082-5FC61333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第四阶段说明与关键观察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EBA86-6034-42F9-AEB0-310DF5E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38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8D8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93254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2026-08-08T07:13:29.4910000Z</dcterms:created>
  <dcterms:modified xsi:type="dcterms:W3CDTF">2026-08-08T07:13:29.4910000Z</dcterms:modified>
</coreProperties>
</file>