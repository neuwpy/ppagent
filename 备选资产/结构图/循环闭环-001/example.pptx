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4a8b09f0894751" /><Relationship Type="http://schemas.openxmlformats.org/officeDocument/2006/relationships/extended-properties" Target="/docProps/app.xml" Id="Rc88e56c737da43ef" /><Relationship Type="http://schemas.openxmlformats.org/officeDocument/2006/relationships/officeDocument" Target="/ppt/presentation.xml" Id="R51b82ebee0e84b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b2665b7df94a85"/>
  </p:sldMasterIdLst>
  <p:notesMasterIdLst>
    <p:notesMasterId xmlns:r="http://schemas.openxmlformats.org/officeDocument/2006/relationships" r:id="R199aa02052804963"/>
  </p:notesMasterIdLst>
  <p:sldIdLst>
    <p:sldId xmlns:r="http://schemas.openxmlformats.org/officeDocument/2006/relationships" id="256" r:id="Rf9292f42be5d453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7f9d47e6184004" /><Relationship Type="http://schemas.openxmlformats.org/officeDocument/2006/relationships/slideMaster" Target="/ppt/slideMasters/slideMaster1.xml" Id="R4ab2665b7df94a85" /><Relationship Type="http://schemas.openxmlformats.org/officeDocument/2006/relationships/notesMaster" Target="/ppt/notesMasters/notesMaster1.xml" Id="R199aa02052804963" /><Relationship Type="http://schemas.openxmlformats.org/officeDocument/2006/relationships/presProps" Target="/ppt/presProps.xml" Id="R7d5581ba572d43c7" /><Relationship Type="http://schemas.openxmlformats.org/officeDocument/2006/relationships/tableStyles" Target="/ppt/tableStyles.xml" Id="R9e93f872aabe4ab5" /><Relationship Type="http://schemas.openxmlformats.org/officeDocument/2006/relationships/slide" Target="/ppt/slides/slide1.xml" Id="Rf9292f42be5d45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2d6e2f6c724b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e7f14bf43b547e4" /><Relationship Type="http://schemas.openxmlformats.org/officeDocument/2006/relationships/notesMaster" Target="/ppt/notesMasters/notesMaster1.xml" Id="Re0c2ce3243f849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503147be344dc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91c53e47534519" /><Relationship Type="http://schemas.openxmlformats.org/officeDocument/2006/relationships/slideLayout" Target="/ppt/slideLayouts/slideLayout1.xml" Id="R733edb1d0f074af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3edb1d0f074a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3117bfe6864ded" /><Relationship Type="http://schemas.openxmlformats.org/officeDocument/2006/relationships/notesSlide" Target="/ppt/notesSlides/notesSlide1.xml" Id="R27acac6be48a4d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537E04-09FE-4451-8F32-D40FB10D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循环闭环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6490F7-1CAF-4827-8830-D208C6C92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循环主题 · 反馈闭环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BE78C1-FFCB-4EB7-8688-20154151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43075"/>
            <a:ext cx="3848100" cy="3848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0">
            <a:solidFill>
              <a:srgbClr val="D9EAF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A8D98E-2DA3-4A62-A13B-0CEFCF0B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24075"/>
            <a:ext cx="3086100" cy="3086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8DAF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5F77FB-728A-4DF4-8E9B-CA0D1F774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724025"/>
            <a:ext cx="10477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C9B8B4-732F-424C-8403-FAD55A38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266700" cy="1047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FA1D86-8EEF-4918-B670-96C4824A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5343525"/>
            <a:ext cx="1047750" cy="2667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45BFD6-0B00-4947-93ED-D7CDD6D3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143250"/>
            <a:ext cx="266700" cy="1047750"/>
          </a:xfrm>
          <a:prstGeom xmlns:a="http://schemas.openxmlformats.org/drawingml/2006/main" prst="up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CB7C5A-4A76-4EC5-88CA-0002689D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持续改进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519274-E59D-444E-84E8-7CD1706FF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5621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C61F4E-1F4F-41A9-B546-F0A48961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29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0B7161-500E-4461-9533-8FE83897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5295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1FA38E-17EA-4064-9BFD-441ADFCA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29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PPAGENT_QA|parent=cycle-step-0|domains=cycle-card,cycle-content">
            <a:extLst xmlns:a="http://schemas.openxmlformats.org/drawingml/2006/main">
              <a:ext uri="{FF2B5EF4-FFF2-40B4-BE49-F238E27FC236}">
                <a16:creationId xmlns:a16="http://schemas.microsoft.com/office/drawing/2014/main" id="{7B542BF9-C9D8-442D-85E6-64D84E58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62150"/>
            <a:ext cx="26098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90129B-AC5F-4327-99E8-66BD0CF94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240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5E94F3-86CD-4CE7-8929-6D8E0652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0764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82B925-7845-48D8-A2AD-B9AF88690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622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收集真实使用中的问题</a:t>
            </a:r>
          </a:p>
        </p:txBody>
      </p:sp>
      <p:sp>
        <p:nvSpPr>
          <p:cNvPr id="18" name="PPAGENT_QA|parent=cycle-step-1|domains=cycle-card,cycle-content">
            <a:extLst xmlns:a="http://schemas.openxmlformats.org/drawingml/2006/main">
              <a:ext uri="{FF2B5EF4-FFF2-40B4-BE49-F238E27FC236}">
                <a16:creationId xmlns:a16="http://schemas.microsoft.com/office/drawing/2014/main" id="{D8A1BCBD-B819-4790-BEB5-A6161EC2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19650"/>
            <a:ext cx="26098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EBC2D0-440A-403F-923C-55ABA88A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9815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81CA24-C962-48EF-9862-D983576F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7C4D05-5431-44CD-8079-D7B48EA6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197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8542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确认问题属于</a:t>
            </a:r>
          </a:p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内容还是视觉</a:t>
            </a:r>
          </a:p>
        </p:txBody>
      </p:sp>
      <p:sp>
        <p:nvSpPr>
          <p:cNvPr id="22" name="PPAGENT_QA|parent=cycle-step-3|domains=cycle-card,cycle-content">
            <a:extLst xmlns:a="http://schemas.openxmlformats.org/drawingml/2006/main">
              <a:ext uri="{FF2B5EF4-FFF2-40B4-BE49-F238E27FC236}">
                <a16:creationId xmlns:a16="http://schemas.microsoft.com/office/drawing/2014/main" id="{DEDC0C42-5931-4435-8031-6E75F601D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2150"/>
            <a:ext cx="26098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38C134-230D-4269-B608-03BF26058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1240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8CE5E6-A061-4F07-8CA7-13F396A9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0390B2-CB21-49D2-9A66-46E6F30C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使用新稿件重新检查</a:t>
            </a:r>
          </a:p>
        </p:txBody>
      </p:sp>
      <p:sp>
        <p:nvSpPr>
          <p:cNvPr id="26" name="PPAGENT_QA|parent=cycle-step-2|domains=cycle-card,cycle-content">
            <a:extLst xmlns:a="http://schemas.openxmlformats.org/drawingml/2006/main">
              <a:ext uri="{FF2B5EF4-FFF2-40B4-BE49-F238E27FC236}">
                <a16:creationId xmlns:a16="http://schemas.microsoft.com/office/drawing/2014/main" id="{737A2565-0882-4D8B-A147-6851BA12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19650"/>
            <a:ext cx="26098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948A8F-4303-4B61-88DB-95AD0343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9815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0ECA33-3C1B-4FFC-9D46-890E8837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修正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76CE5B-B6B8-4F0C-B9C1-234B3C91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197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8542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更新规则、</a:t>
            </a:r>
          </a:p>
          <a:p xmlns:a="http://schemas.openxmlformats.org/drawingml/2006/main">
            <a:pPr algn="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资产或渲染代码</a:t>
            </a:r>
          </a:p>
        </p:txBody>
      </p:sp>
    </p:spTree>
    <p:extLst>
      <p:ext uri="{BB962C8B-B14F-4D97-AF65-F5344CB8AC3E}">
        <p14:creationId xmlns:p14="http://schemas.microsoft.com/office/powerpoint/2010/main" val="18667781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2026-08-10T10:55:46.7220000Z</dcterms:created>
  <dcterms:modified xsi:type="dcterms:W3CDTF">2026-08-10T10:55:46.7220000Z</dcterms:modified>
</coreProperties>
</file>