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5914f30aab4b20" /><Relationship Type="http://schemas.openxmlformats.org/officeDocument/2006/relationships/extended-properties" Target="/docProps/app.xml" Id="Ra710df4e40654d29" /><Relationship Type="http://schemas.openxmlformats.org/officeDocument/2006/relationships/officeDocument" Target="/ppt/presentation.xml" Id="Re9f7a8e0a54847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9d345511784cdb"/>
  </p:sldMasterIdLst>
  <p:notesMasterIdLst>
    <p:notesMasterId xmlns:r="http://schemas.openxmlformats.org/officeDocument/2006/relationships" r:id="Raf01adb6511647a2"/>
  </p:notesMasterIdLst>
  <p:sldIdLst>
    <p:sldId xmlns:r="http://schemas.openxmlformats.org/officeDocument/2006/relationships" id="256" r:id="Rba9857371acf4d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32960b2b3144b8" /><Relationship Type="http://schemas.openxmlformats.org/officeDocument/2006/relationships/slideMaster" Target="/ppt/slideMasters/slideMaster1.xml" Id="Rd49d345511784cdb" /><Relationship Type="http://schemas.openxmlformats.org/officeDocument/2006/relationships/notesMaster" Target="/ppt/notesMasters/notesMaster1.xml" Id="Raf01adb6511647a2" /><Relationship Type="http://schemas.openxmlformats.org/officeDocument/2006/relationships/presProps" Target="/ppt/presProps.xml" Id="R89f5a034fb8a4c29" /><Relationship Type="http://schemas.openxmlformats.org/officeDocument/2006/relationships/tableStyles" Target="/ppt/tableStyles.xml" Id="R695984e9488e4a0a" /><Relationship Type="http://schemas.openxmlformats.org/officeDocument/2006/relationships/slide" Target="/ppt/slides/slide1.xml" Id="Rba9857371acf4d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1d3762b4f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fcf518f924db7" /><Relationship Type="http://schemas.openxmlformats.org/officeDocument/2006/relationships/notesMaster" Target="/ppt/notesMasters/notesMaster1.xml" Id="Redd349424cec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aaff9482944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08eedb6d694f5d" /><Relationship Type="http://schemas.openxmlformats.org/officeDocument/2006/relationships/slideLayout" Target="/ppt/slideLayouts/slideLayout1.xml" Id="Rf8848fb75bdb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848fb75bdb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c72eb693044e6" /><Relationship Type="http://schemas.openxmlformats.org/officeDocument/2006/relationships/notesSlide" Target="/ppt/notesSlides/notesSlide1.xml" Id="R9712a4c4cf1e4e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67D32-8471-4CA9-8216-7EBBB82D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循环闭环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2238C-E15C-4B0E-840A-9781401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循环闭环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85B39-4998-4DEB-A5EC-85D9B287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DCE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23827-5140-477B-A08A-4D28D104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6192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B9D45-07AA-473A-893C-53C93B58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16192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D51E4-93E4-440C-9E8D-B0A76561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16192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B1973-C1A1-4472-BE2C-689F4A16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57500"/>
            <a:ext cx="16192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F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</a:t>
            </a:r>
          </a:p>
        </p:txBody>
      </p:sp>
      <p:cxnSp>
        <p:nvCxnSpPr>
          <p:cNvPr id="19" name=""/>
          <p:cNvCxnSpPr>
            <a:stCxn xmlns:a="http://schemas.openxmlformats.org/drawingml/2006/main" id="4" idx="5"/>
            <a:endCxn xmlns:a="http://schemas.openxmlformats.org/drawingml/2006/main" id="5" idx="1"/>
          </p:cNvCxnSpPr>
          <p:nvPr/>
        </p:nvCxnSpPr>
        <p:spPr>
          <a:xfrm xmlns:a="http://schemas.openxmlformats.org/drawingml/2006/main" rot="16200000" flipH="1">
            <a:off x="6561686" y="2048866"/>
            <a:ext cx="735504" cy="118864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77C8"/>
            </a:solidFill>
            <a:prstDash val="solid"/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7"/>
          </p:cNvCxnSpPr>
          <p:nvPr/>
        </p:nvCxnSpPr>
        <p:spPr>
          <a:xfrm xmlns:a="http://schemas.openxmlformats.org/drawingml/2006/main" rot="5400000">
            <a:off x="6323561" y="3763366"/>
            <a:ext cx="1211754" cy="118864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77C8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6" idx="1"/>
            <a:endCxn xmlns:a="http://schemas.openxmlformats.org/drawingml/2006/main" id="7" idx="5"/>
          </p:cNvCxnSpPr>
          <p:nvPr/>
        </p:nvCxnSpPr>
        <p:spPr>
          <a:xfrm xmlns:a="http://schemas.openxmlformats.org/drawingml/2006/main" rot="16200000" flipH="1">
            <a:off x="3989936" y="3763366"/>
            <a:ext cx="1211754" cy="118864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77C8"/>
            </a:solidFill>
            <a:prstDash val="solid"/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7" idx="7"/>
            <a:endCxn xmlns:a="http://schemas.openxmlformats.org/drawingml/2006/main" id="4" idx="3"/>
          </p:cNvCxnSpPr>
          <p:nvPr/>
        </p:nvCxnSpPr>
        <p:spPr>
          <a:xfrm xmlns:a="http://schemas.openxmlformats.org/drawingml/2006/main" rot="5400000">
            <a:off x="4228061" y="2048866"/>
            <a:ext cx="735504" cy="118864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77C8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29026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2026-08-08T07:34:32.1170000Z</dcterms:created>
  <dcterms:modified xsi:type="dcterms:W3CDTF">2026-08-08T07:34:32.1170000Z</dcterms:modified>
</coreProperties>
</file>