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f6a682006b4799" /><Relationship Type="http://schemas.openxmlformats.org/officeDocument/2006/relationships/extended-properties" Target="/docProps/app.xml" Id="R8e4a454ccceb4ef1" /><Relationship Type="http://schemas.openxmlformats.org/officeDocument/2006/relationships/officeDocument" Target="/ppt/presentation.xml" Id="R1f57f217c09345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c29d32679446d4"/>
  </p:sldMasterIdLst>
  <p:notesMasterIdLst>
    <p:notesMasterId xmlns:r="http://schemas.openxmlformats.org/officeDocument/2006/relationships" r:id="Rd6dbac62197e4eca"/>
  </p:notesMasterIdLst>
  <p:sldIdLst>
    <p:sldId xmlns:r="http://schemas.openxmlformats.org/officeDocument/2006/relationships" id="256" r:id="R555277c61c3743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04fc555ec44c63" /><Relationship Type="http://schemas.openxmlformats.org/officeDocument/2006/relationships/slideMaster" Target="/ppt/slideMasters/slideMaster1.xml" Id="R37c29d32679446d4" /><Relationship Type="http://schemas.openxmlformats.org/officeDocument/2006/relationships/notesMaster" Target="/ppt/notesMasters/notesMaster1.xml" Id="Rd6dbac62197e4eca" /><Relationship Type="http://schemas.openxmlformats.org/officeDocument/2006/relationships/presProps" Target="/ppt/presProps.xml" Id="R95891771d5284bf4" /><Relationship Type="http://schemas.openxmlformats.org/officeDocument/2006/relationships/tableStyles" Target="/ppt/tableStyles.xml" Id="Rc20ee54def1b4ad7" /><Relationship Type="http://schemas.openxmlformats.org/officeDocument/2006/relationships/slide" Target="/ppt/slides/slide1.xml" Id="R555277c61c3743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d3216ed6ce48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a203724d244790" /><Relationship Type="http://schemas.openxmlformats.org/officeDocument/2006/relationships/notesMaster" Target="/ppt/notesMasters/notesMaster1.xml" Id="Ra796f55e03334c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01bcbc6d884d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a7f30a83e0460c" /><Relationship Type="http://schemas.openxmlformats.org/officeDocument/2006/relationships/slideLayout" Target="/ppt/slideLayouts/slideLayout1.xml" Id="Rf5ab6ab04cab41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ab6ab04cab41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afbee1ea5498e" /><Relationship Type="http://schemas.openxmlformats.org/officeDocument/2006/relationships/notesSlide" Target="/ppt/notesSlides/notesSlide1.xml" Id="R58e18779a1c84f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6DC2EA-20DA-4C69-B5F6-16F1B871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目标与 KPI 映射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BD9A0-91D9-443A-B54D-407E8AF7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目标与 KPI 映射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277B87-E8BA-40D0-AB45-2989AF23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09750"/>
            <a:ext cx="28575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目标完成情况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FBB7A-855B-4B57-9EE6-441A7A58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6764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D8862-13DD-47F4-85F1-EC2D53AE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28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目标一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2C415-69B5-4DB7-A274-E5AE43FF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669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说明目标及其完成情况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0BF513-8056-4FB9-A591-DBEA935B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811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9555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指标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B43C5-C791-400F-BFDE-6D7C3E02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5811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97573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20%</a:t>
            </a:r>
          </a:p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指标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F3CC4-8C2D-4273-A282-9AD32C48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29565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B576C-6F95-4037-A7F8-0C281A2B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48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目标二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064947-D8AF-4134-BA2F-42DDCF81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说明目标及其完成情况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9E765-3070-4232-A2B3-B755D325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0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9555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5K</a:t>
            </a:r>
          </a:p>
          <a:p xmlns:a="http://schemas.openxmlformats.org/drawingml/2006/main">
            <a:pPr algn="ctr">
              <a:def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指标 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AB603-2B32-4D8E-AB3B-6E78CD5C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20040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97573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15%</a:t>
            </a:r>
          </a:p>
          <a:p xmlns:a="http://schemas.openxmlformats.org/drawingml/2006/main">
            <a:pPr algn="ctr">
              <a:def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指标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1D6CE-AEE3-4C99-ABD1-DDE83852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9149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1334D-C581-4217-86A9-2B4323EF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67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目标三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D61C5-2212-457F-9B1D-ACDB60CE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054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说明目标及其完成情况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9FBB9C-CBFE-4F8F-B3A8-3BDB6A36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96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9555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45天</a:t>
            </a:r>
          </a:p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指标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4B2D73-A7F2-423F-A128-5E6D3777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8196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97573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25%</a:t>
            </a:r>
          </a:p>
          <a:p xmlns:a="http://schemas.openxmlformats.org/drawingml/2006/main">
            <a:pPr algn="ctr"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指标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D21FA2-434E-450F-BF2D-7A11E513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66875"/>
            <a:ext cx="1714500" cy="37147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</p:spTree>
    <p:extLst>
      <p:ext uri="{BB962C8B-B14F-4D97-AF65-F5344CB8AC3E}">
        <p14:creationId xmlns:p14="http://schemas.microsoft.com/office/powerpoint/2010/main" val="16911202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2026-08-08T07:13:30.7080000Z</dcterms:created>
  <dcterms:modified xsi:type="dcterms:W3CDTF">2026-08-08T07:13:30.7080000Z</dcterms:modified>
</coreProperties>
</file>