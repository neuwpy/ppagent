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ca02616ecf404c" /><Relationship Type="http://schemas.openxmlformats.org/officeDocument/2006/relationships/extended-properties" Target="/docProps/app.xml" Id="Ref5830bd8386432b" /><Relationship Type="http://schemas.openxmlformats.org/officeDocument/2006/relationships/officeDocument" Target="/ppt/presentation.xml" Id="R7aff056f4ee34b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dbdfe580c94be3"/>
  </p:sldMasterIdLst>
  <p:notesMasterIdLst>
    <p:notesMasterId xmlns:r="http://schemas.openxmlformats.org/officeDocument/2006/relationships" r:id="Rab1cfdc9df334eca"/>
  </p:notesMasterIdLst>
  <p:sldIdLst>
    <p:sldId xmlns:r="http://schemas.openxmlformats.org/officeDocument/2006/relationships" id="256" r:id="R8d7cb050db4f45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c71bffd92348b0" /><Relationship Type="http://schemas.openxmlformats.org/officeDocument/2006/relationships/slideMaster" Target="/ppt/slideMasters/slideMaster1.xml" Id="Rabdbdfe580c94be3" /><Relationship Type="http://schemas.openxmlformats.org/officeDocument/2006/relationships/notesMaster" Target="/ppt/notesMasters/notesMaster1.xml" Id="Rab1cfdc9df334eca" /><Relationship Type="http://schemas.openxmlformats.org/officeDocument/2006/relationships/presProps" Target="/ppt/presProps.xml" Id="R1229fc958c394c39" /><Relationship Type="http://schemas.openxmlformats.org/officeDocument/2006/relationships/tableStyles" Target="/ppt/tableStyles.xml" Id="R391f47df36d34433" /><Relationship Type="http://schemas.openxmlformats.org/officeDocument/2006/relationships/slide" Target="/ppt/slides/slide1.xml" Id="R8d7cb050db4f45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3ec0ade21148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088f51df0d4f12" /><Relationship Type="http://schemas.openxmlformats.org/officeDocument/2006/relationships/notesMaster" Target="/ppt/notesMasters/notesMaster1.xml" Id="R170fa0c7fc9643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a7bc261f34e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42ef54eb1142c8" /><Relationship Type="http://schemas.openxmlformats.org/officeDocument/2006/relationships/slideLayout" Target="/ppt/slideLayouts/slideLayout1.xml" Id="R60979635f21046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979635f21046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d8337f8f044b5" /><Relationship Type="http://schemas.openxmlformats.org/officeDocument/2006/relationships/notesSlide" Target="/ppt/notesSlides/notesSlide1.xml" Id="R163fb8c124d247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2D9090-1911-42F9-BD6A-21958F7B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目标与 KPI 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932BD-958A-4151-81BF-AEB748C5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总目标 · 单元指标 · 结果贡献</a:t>
            </a:r>
          </a:p>
        </p:txBody>
      </p:sp>
      <p:sp>
        <p:nvSpPr>
          <p:cNvPr id="3" name="PPAGENT_QA|parent=goal-kpi-goal">
            <a:extLst xmlns:a="http://schemas.openxmlformats.org/drawingml/2006/main">
              <a:ext uri="{FF2B5EF4-FFF2-40B4-BE49-F238E27FC236}">
                <a16:creationId xmlns:a16="http://schemas.microsoft.com/office/drawing/2014/main" id="{665C431F-6DD7-4CAD-8DC2-31E9A4B2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5AA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年度总目标：稳定增长、提升体验并形成可持续能力</a:t>
            </a:r>
          </a:p>
        </p:txBody>
      </p:sp>
      <p:sp>
        <p:nvSpPr>
          <p:cNvPr id="4" name="PPAGENT_CONNECTOR|from=goal-kpi-goal|fromSide=bottom|to=goal-kpi-column-0|toSide=top">
            <a:extLst xmlns:a="http://schemas.openxmlformats.org/drawingml/2006/main">
              <a:ext uri="{FF2B5EF4-FFF2-40B4-BE49-F238E27FC236}">
                <a16:creationId xmlns:a16="http://schemas.microsoft.com/office/drawing/2014/main" id="{BC8434A6-4804-4837-9952-0AF08D5C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39240" y="1847850"/>
            <a:ext cx="455676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5" name="PPAGENT_QA|parent=goal-kpi-column-0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1D7CD88D-648F-480F-9317-85468971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9466F-67F0-49BE-A5CE-0FE73E5F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内容运营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550B3-47C5-4499-8031-73FC88F5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提高优质内容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供给与传播效率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24FE0-AFC9-40EF-AB72-073992F8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BFDFC-C369-4435-80EB-0E04F01D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355万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FBBAE-7AE4-414A-A6A7-38C890D3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阅读量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23049-EB56-4B7C-8C2C-A6F4685F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2D057-0A59-4144-8CCC-D167D9BF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2EA88-FACE-43B0-9BE1-DCFB8A48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13FE6-262D-44C3-A36A-2F06908B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扩大品牌影响</a:t>
            </a:r>
          </a:p>
        </p:txBody>
      </p:sp>
      <p:sp>
        <p:nvSpPr>
          <p:cNvPr id="15" name="PPAGENT_CONNECTOR|from=goal-kpi-goal|fromSide=bottom|to=goal-kpi-column-1|toSide=top">
            <a:extLst xmlns:a="http://schemas.openxmlformats.org/drawingml/2006/main">
              <a:ext uri="{FF2B5EF4-FFF2-40B4-BE49-F238E27FC236}">
                <a16:creationId xmlns:a16="http://schemas.microsoft.com/office/drawing/2014/main" id="{F936D0A5-41CC-474F-9D5A-58E70370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817620" y="1847850"/>
            <a:ext cx="227838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16" name="PPAGENT_QA|parent=goal-kpi-column-1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58D119D5-41ED-4AFC-98D7-3E538A36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19C0A-EC1C-46E9-A059-F4F593B9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电商运营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28ADE-FF67-42C3-A829-77CA9F8A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改善交易转化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与重点品类收益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6101C-7575-40D7-9646-4DF107C3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F4C20-2729-4667-9BA5-6C1EB4D0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963万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DF5C1-0E80-4FDF-91A5-2A9DF598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6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销售额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4EB28-2F3A-4888-B83A-FC510453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3BD79-D82F-4A83-820C-65D564EA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6.2%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62988-F3B1-4D44-8A80-AC0A3688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6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转化率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23356-F459-4A75-A566-26F612EC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提升经营收益</a:t>
            </a:r>
          </a:p>
        </p:txBody>
      </p:sp>
      <p:sp>
        <p:nvSpPr>
          <p:cNvPr id="26" name="PPAGENT_CONNECTOR|from=goal-kpi-goal|fromSide=bottom|to=goal-kpi-column-2|toSide=top">
            <a:extLst xmlns:a="http://schemas.openxmlformats.org/drawingml/2006/main">
              <a:ext uri="{FF2B5EF4-FFF2-40B4-BE49-F238E27FC236}">
                <a16:creationId xmlns:a16="http://schemas.microsoft.com/office/drawing/2014/main" id="{D283DD50-C0FD-45CB-A00C-E5DF37B5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8478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27" name="PPAGENT_QA|parent=goal-kpi-column-2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00FBA6EB-4459-42A9-B78E-302DF39C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A7A32-988F-465C-9026-63524A4D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用户增长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E6ACFE-4241-4E31-A552-E9BA4926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扩大有效用户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并提升持续活跃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5C382-AE9B-408B-918F-B90624BE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4D0AA-4BA0-47A2-8739-9A5B65D7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66.8万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684271-A848-4F96-A051-A3FA84E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34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新增用户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2E1296-A95B-43C9-973C-CA52A9CE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1D8440-3031-4DED-9E45-BA3226B4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42%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839D8A-4D90-4273-B671-C87031FA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34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留存率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8BF5C2-3E33-428D-A309-B0B48A21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改善用户体验</a:t>
            </a:r>
          </a:p>
        </p:txBody>
      </p:sp>
      <p:sp>
        <p:nvSpPr>
          <p:cNvPr id="37" name="PPAGENT_CONNECTOR|from=goal-kpi-goal|fromSide=bottom|to=goal-kpi-column-3|toSide=top">
            <a:extLst xmlns:a="http://schemas.openxmlformats.org/drawingml/2006/main">
              <a:ext uri="{FF2B5EF4-FFF2-40B4-BE49-F238E27FC236}">
                <a16:creationId xmlns:a16="http://schemas.microsoft.com/office/drawing/2014/main" id="{F6C098E8-2706-45BE-B9F3-EE8A5C70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847850"/>
            <a:ext cx="227838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38" name="PPAGENT_QA|parent=goal-kpi-column-3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E1DBBF82-05E9-4A3D-8CC5-3ACB82E2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690875-9657-4030-889E-4ACE7F8F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产品技术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67C8ED-6A36-4FAB-9C2D-96D1EE98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保障产品稳定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并缩短交付周期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DE88C6-7006-444F-88AE-853C3C1A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1BA92A-C0BD-41E3-A135-0D8BA40A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99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99.95%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C513E5-B763-40A8-9C65-E23C03F9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72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可用性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01788E-BA29-45AC-8FCE-586038C3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7B1222-147B-489B-86A9-0D368E2C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99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21天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5D65DB-AAF8-4E90-9E19-254A1453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72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交付周期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963D1E-966A-4CFC-AEB5-39C6F7AE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提高产品稳定</a:t>
            </a:r>
          </a:p>
        </p:txBody>
      </p:sp>
      <p:sp>
        <p:nvSpPr>
          <p:cNvPr id="48" name="PPAGENT_CONNECTOR|from=goal-kpi-goal|fromSide=bottom|to=goal-kpi-column-4|toSide=top">
            <a:extLst xmlns:a="http://schemas.openxmlformats.org/drawingml/2006/main">
              <a:ext uri="{FF2B5EF4-FFF2-40B4-BE49-F238E27FC236}">
                <a16:creationId xmlns:a16="http://schemas.microsoft.com/office/drawing/2014/main" id="{2150562F-85E2-4C7C-9E41-E4F4911A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847850"/>
            <a:ext cx="455676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49" name="PPAGENT_QA|parent=goal-kpi-column-4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0103AE07-E8F7-473D-96C9-60C9CBE4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5FEA1B-3AE3-477F-BFE7-FCEBCF25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商业合作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7E067F-443B-4453-80C4-8AEC3287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拓展优质伙伴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并提高合作质量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34A57A-E6B6-43C1-80DB-D0A4777D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5F6705-1A6B-402B-81AA-49DD36B8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220个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F15A7F-9DAE-4E0D-8FA7-325BD60E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0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合作伙伴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74C225-2695-4158-A3A3-E9331170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3EA251-6E10-4369-9B6E-033913F2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71A5A9-C0D0-4CE3-A8D2-5E4AC231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0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续约率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E15936-4E5F-4491-B03D-4FF20B6E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增强盈利能力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438E97-9E00-492A-94BE-4E0B3B93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总目标向责任单元拆解，KPI 与最终贡献保持一一对应</a:t>
            </a:r>
          </a:p>
        </p:txBody>
      </p:sp>
    </p:spTree>
    <p:extLst>
      <p:ext uri="{BB962C8B-B14F-4D97-AF65-F5344CB8AC3E}">
        <p14:creationId xmlns:p14="http://schemas.microsoft.com/office/powerpoint/2010/main" val="1814741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2026-08-10T12:58:16.4490000Z</dcterms:created>
  <dcterms:modified xsi:type="dcterms:W3CDTF">2026-08-10T12:58:16.4490000Z</dcterms:modified>
</coreProperties>
</file>