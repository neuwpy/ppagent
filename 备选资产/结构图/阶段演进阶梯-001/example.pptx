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dcf79d44014cae" /><Relationship Type="http://schemas.openxmlformats.org/officeDocument/2006/relationships/extended-properties" Target="/docProps/app.xml" Id="Ra9b224c4a3ce4f03" /><Relationship Type="http://schemas.openxmlformats.org/officeDocument/2006/relationships/officeDocument" Target="/ppt/presentation.xml" Id="R7cea3245711f41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d437b1d6434ef5"/>
  </p:sldMasterIdLst>
  <p:notesMasterIdLst>
    <p:notesMasterId xmlns:r="http://schemas.openxmlformats.org/officeDocument/2006/relationships" r:id="R0c8bdc46105f4a65"/>
  </p:notesMasterIdLst>
  <p:sldIdLst>
    <p:sldId xmlns:r="http://schemas.openxmlformats.org/officeDocument/2006/relationships" id="256" r:id="Rd29dfba644e54c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315249b1b0427b" /><Relationship Type="http://schemas.openxmlformats.org/officeDocument/2006/relationships/slideMaster" Target="/ppt/slideMasters/slideMaster1.xml" Id="R7ad437b1d6434ef5" /><Relationship Type="http://schemas.openxmlformats.org/officeDocument/2006/relationships/notesMaster" Target="/ppt/notesMasters/notesMaster1.xml" Id="R0c8bdc46105f4a65" /><Relationship Type="http://schemas.openxmlformats.org/officeDocument/2006/relationships/presProps" Target="/ppt/presProps.xml" Id="R2d752dad7ae34734" /><Relationship Type="http://schemas.openxmlformats.org/officeDocument/2006/relationships/tableStyles" Target="/ppt/tableStyles.xml" Id="R70324e81cb274510" /><Relationship Type="http://schemas.openxmlformats.org/officeDocument/2006/relationships/slide" Target="/ppt/slides/slide1.xml" Id="Rd29dfba644e54c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702fc233ed4f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78a6b0412b44e2" /><Relationship Type="http://schemas.openxmlformats.org/officeDocument/2006/relationships/notesMaster" Target="/ppt/notesMasters/notesMaster1.xml" Id="R1397391ef8b64d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6818b2de14b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c0f7bded024257" /><Relationship Type="http://schemas.openxmlformats.org/officeDocument/2006/relationships/slideLayout" Target="/ppt/slideLayouts/slideLayout1.xml" Id="Raeaf9dd40b5141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af9dd40b5141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db077cbb64833" /><Relationship Type="http://schemas.openxmlformats.org/officeDocument/2006/relationships/notesSlide" Target="/ppt/notesSlides/notesSlide1.xml" Id="Rac865e35656544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270EF-211B-4856-8B48-ECA1DCD5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组织能力演进路径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B504E-9FD8-45BD-B3BD-AC6B73BB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阶段演进阶梯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FB1D6-B852-4377-AF78-0C3C1ED6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95700"/>
            <a:ext cx="26955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377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FF32D-B7EA-4091-B6A5-D5C2F080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F4A"/>
                </a:solidFill>
                <a:latin typeface="Microsoft YaHei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886FC-22B2-4DE6-A0FD-36FCBE7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起步建设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0C66B-80E8-4318-8221-054AFE59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明确目标和职责边界</a:t>
            </a:r>
          </a:p>
          <a:p xmlns:a="http://schemas.openxmlformats.org/drawingml/2006/main">
            <a:pPr algn="l">
              <a:def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完成基础流程搭建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F3465-B53A-49F1-89BD-8E03AC5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143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B8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72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A6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A62A"/>
                </a:solidFill>
                <a:latin typeface="Microsoft YaHei"/>
                <a:ea typeface="Microsoft YaHei"/>
                <a:cs typeface="Microsoft YaHei"/>
              </a:rPr>
              <a:t>初创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01BBD-D510-4A69-A287-7342F95B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38338" y="2714625"/>
            <a:ext cx="27717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8CC4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C4990-5B97-4BB6-A716-4295D785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33700"/>
            <a:ext cx="2695575" cy="32385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174A8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D6993-B32C-4618-A5A8-0B206AD8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29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F4A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4EB6A-7993-4387-A6DD-21AAB3F8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338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规模增长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CA615-49B3-4707-913E-0D87205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62450"/>
            <a:ext cx="22383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形成标准协作机制</a:t>
            </a:r>
          </a:p>
          <a:p xmlns:a="http://schemas.openxmlformats.org/drawingml/2006/main">
            <a:pPr algn="l">
              <a:def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扩充关键岗位能力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35CB7-EBA9-4A7D-AF38-6B367EDD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738" y="2381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72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DE28C-F269-470A-896C-6816ABB7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10113" y="1952625"/>
            <a:ext cx="27717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8CC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CA4C0-0698-416E-A437-9DC1232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71700"/>
            <a:ext cx="2695575" cy="40005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10377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372D2-6E20-4A83-B11D-F27BA76C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F4A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5D52B-F05E-4284-B301-4646D87B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结构转型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A6CD0-ABD2-4995-8ACC-EDE9CD02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2238375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从项目驱动转向平台化</a:t>
            </a:r>
          </a:p>
          <a:p xmlns:a="http://schemas.openxmlformats.org/drawingml/2006/main">
            <a:pPr algn="l">
              <a:def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建立跨部门治理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854CC-8C96-420B-8862-16ACE8AA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513" y="1619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72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转型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19B6A-E301-45F3-AF34-E9926D3E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81888" y="1190625"/>
            <a:ext cx="27717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8CC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7011A-EFE6-416C-B325-536A8500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09700"/>
            <a:ext cx="2695575" cy="47625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174A8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85F67-FA4A-451E-864A-1E61F329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905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F4A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50A7A-7A4B-48F3-93A6-B0C5B529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098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全面发展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D428A-45FD-4BA7-A2EF-9A1D8707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38450"/>
            <a:ext cx="22383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实现能力复用</a:t>
            </a:r>
          </a:p>
          <a:p xmlns:a="http://schemas.openxmlformats.org/drawingml/2006/main">
            <a:pPr algn="l">
              <a:def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形成持续改进闭环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776248-B39B-4EB2-B693-925F0CEF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857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72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发展</a:t>
            </a:r>
          </a:p>
        </p:txBody>
      </p:sp>
    </p:spTree>
    <p:extLst>
      <p:ext uri="{BB962C8B-B14F-4D97-AF65-F5344CB8AC3E}">
        <p14:creationId xmlns:p14="http://schemas.microsoft.com/office/powerpoint/2010/main" val="648148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2026-08-09T02:20:58.6900000Z</dcterms:created>
  <dcterms:modified xsi:type="dcterms:W3CDTF">2026-08-09T02:20:58.6900000Z</dcterms:modified>
</coreProperties>
</file>