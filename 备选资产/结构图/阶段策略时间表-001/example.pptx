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2b57018ec4e35" /><Relationship Type="http://schemas.openxmlformats.org/officeDocument/2006/relationships/extended-properties" Target="/docProps/app.xml" Id="R56546c3371fe4cba" /><Relationship Type="http://schemas.openxmlformats.org/officeDocument/2006/relationships/officeDocument" Target="/ppt/presentation.xml" Id="Rf640b846e46d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4093bce8c4538"/>
  </p:sldMasterIdLst>
  <p:notesMasterIdLst>
    <p:notesMasterId xmlns:r="http://schemas.openxmlformats.org/officeDocument/2006/relationships" r:id="R262d2c45c53249a2"/>
  </p:notesMasterIdLst>
  <p:sldIdLst>
    <p:sldId xmlns:r="http://schemas.openxmlformats.org/officeDocument/2006/relationships" id="256" r:id="R64cf2ec5acb6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ac5952cbc24bba" /><Relationship Type="http://schemas.openxmlformats.org/officeDocument/2006/relationships/slideMaster" Target="/ppt/slideMasters/slideMaster1.xml" Id="Re0e4093bce8c4538" /><Relationship Type="http://schemas.openxmlformats.org/officeDocument/2006/relationships/notesMaster" Target="/ppt/notesMasters/notesMaster1.xml" Id="R262d2c45c53249a2" /><Relationship Type="http://schemas.openxmlformats.org/officeDocument/2006/relationships/presProps" Target="/ppt/presProps.xml" Id="Rd96bfb1aba98443d" /><Relationship Type="http://schemas.openxmlformats.org/officeDocument/2006/relationships/tableStyles" Target="/ppt/tableStyles.xml" Id="Rd7eab457922341f9" /><Relationship Type="http://schemas.openxmlformats.org/officeDocument/2006/relationships/slide" Target="/ppt/slides/slide1.xml" Id="R64cf2ec5acb6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d3820daac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f03229e1cb49c2" /><Relationship Type="http://schemas.openxmlformats.org/officeDocument/2006/relationships/notesMaster" Target="/ppt/notesMasters/notesMaster1.xml" Id="R274a53bd32ae41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fe01ca2fc40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6b471652ad4984" /><Relationship Type="http://schemas.openxmlformats.org/officeDocument/2006/relationships/slideLayout" Target="/ppt/slideLayouts/slideLayout1.xml" Id="R206bccc08062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bccc08062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9d2b0bcc7444f" /><Relationship Type="http://schemas.openxmlformats.org/officeDocument/2006/relationships/notesSlide" Target="/ppt/notesSlides/notesSlide1.xml" Id="Re5064fdbc5da48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175EC7-D13C-44BA-90C5-498480FD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新品上市阶段传播策略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9433A-172F-41FA-86C2-FC59682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阶段策略时间表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FD741-E8F4-4974-BAB8-5FFE128D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12E6F-7C90-45B4-9A91-76CCB89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63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89B30-B529-4943-9230-8DDFDFDF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75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FD840-46D4-41AB-A416-B7D15E2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B5C1E-77CC-4261-905A-957272D3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E0D6-6A57-47D3-9A87-B526F3A3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313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796F4-DD3B-4FFB-A4D3-128D8B59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FF1F4-E6A6-4BCA-8B25-4DE58F06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938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D409F-D69D-433A-ABEA-4E822F0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86825-6A96-499E-850B-D0C708CA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96DD9-1E7D-4C4D-839B-BC77669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CD09F-A6D2-4FBC-9A11-1266A647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188" y="1314450"/>
            <a:ext cx="84931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755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DCA60-BDA6-4D4A-9C76-6C99998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104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151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6358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FCD6-B499-4F4C-ADD8-A1CAE2B2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3397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预热期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B622D-523E-4373-B2FE-D644A484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320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建立认知并积累关注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048E7-AD9F-4282-AF1C-9194034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43200"/>
            <a:ext cx="316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明确核心话题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启动种子内容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沉淀首批用户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A48DE-DA51-45A1-83EC-8178A63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733550"/>
            <a:ext cx="3397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上市期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012B4-E3BA-4185-854D-75A5784A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250" y="2286000"/>
            <a:ext cx="320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集中曝光并建立价值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BDBF5-4679-410D-A5AB-3BA76C5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2743200"/>
            <a:ext cx="316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发布核心内容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形成媒体联动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验证转化路径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CF486-85E8-4B63-82E9-17284B0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733550"/>
            <a:ext cx="3397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增长期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FF28C-CDF7-463F-968F-8962341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286000"/>
            <a:ext cx="320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强化体验并形成口碑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C5652-2626-4F43-B26B-1CF1265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550" y="2743200"/>
            <a:ext cx="316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复用优质素材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扩大用户案例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优化持续运营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8AF38-B6BB-45EB-BEDC-94E9126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33550"/>
            <a:ext cx="1047750" cy="18288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3151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8B7FA-5E24-448F-9D7E-0ED2E8C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29050"/>
            <a:ext cx="104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A1A89-377D-4145-8C94-E1251E9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1019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D3D23-D83A-4B94-8560-A220D572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86200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概念预热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78CCB-0322-4991-B713-3C298FD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4181475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3200A-212D-41D8-BBBB-7B7BF95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886200"/>
            <a:ext cx="3302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案例扩散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37E88-9C47-4103-BB79-4C3D081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104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DD3E3-9C50-4B86-B36F-7E6B5AF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1019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933D5A-E476-4BF3-92BE-D7D1082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88" y="4686300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种子体验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69648E-E26B-4C02-851B-202CD2B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938" y="4981575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上市活动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F09D8-5E58-4F2B-A57C-C84829E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4686300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社群运营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5380A-8C3D-40A2-A9B9-7B09195D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104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E5C31-CFA8-4E31-BAEC-28370C7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1019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6AE957-7B51-4248-ABAC-444A5B8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86400"/>
            <a:ext cx="3302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渠道准备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7B96D2-0FE8-4084-B4F8-6ADA3817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5781675"/>
            <a:ext cx="4151313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联合推广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B12F30-A43B-4CB7-8E78-F442EC98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5486400"/>
            <a:ext cx="2452688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长期投放</a:t>
            </a:r>
          </a:p>
        </p:txBody>
      </p:sp>
    </p:spTree>
    <p:extLst>
      <p:ext uri="{BB962C8B-B14F-4D97-AF65-F5344CB8AC3E}">
        <p14:creationId xmlns:p14="http://schemas.microsoft.com/office/powerpoint/2010/main" val="273410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2026-08-09T01:46:46.8150000Z</dcterms:created>
  <dcterms:modified xsi:type="dcterms:W3CDTF">2026-08-09T01:46:46.8150000Z</dcterms:modified>
</coreProperties>
</file>