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0ccf64418474a" /><Relationship Type="http://schemas.openxmlformats.org/officeDocument/2006/relationships/extended-properties" Target="/docProps/app.xml" Id="R750350d58dca4e19" /><Relationship Type="http://schemas.openxmlformats.org/officeDocument/2006/relationships/officeDocument" Target="/ppt/presentation.xml" Id="R33efe012079142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c80b2a85c492f"/>
  </p:sldMasterIdLst>
  <p:notesMasterIdLst>
    <p:notesMasterId xmlns:r="http://schemas.openxmlformats.org/officeDocument/2006/relationships" r:id="R6a665f2286e14e9d"/>
  </p:notesMasterIdLst>
  <p:sldIdLst>
    <p:sldId xmlns:r="http://schemas.openxmlformats.org/officeDocument/2006/relationships" id="256" r:id="R54ed3015581848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d8f232f7254037" /><Relationship Type="http://schemas.openxmlformats.org/officeDocument/2006/relationships/slideMaster" Target="/ppt/slideMasters/slideMaster1.xml" Id="Rebcc80b2a85c492f" /><Relationship Type="http://schemas.openxmlformats.org/officeDocument/2006/relationships/notesMaster" Target="/ppt/notesMasters/notesMaster1.xml" Id="R6a665f2286e14e9d" /><Relationship Type="http://schemas.openxmlformats.org/officeDocument/2006/relationships/presProps" Target="/ppt/presProps.xml" Id="R2ac200b4370b4b7b" /><Relationship Type="http://schemas.openxmlformats.org/officeDocument/2006/relationships/tableStyles" Target="/ppt/tableStyles.xml" Id="Rb4caf125f5824828" /><Relationship Type="http://schemas.openxmlformats.org/officeDocument/2006/relationships/slide" Target="/ppt/slides/slide1.xml" Id="R54ed3015581848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6ede14603847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892ff2940416c" /><Relationship Type="http://schemas.openxmlformats.org/officeDocument/2006/relationships/notesMaster" Target="/ppt/notesMasters/notesMaster1.xml" Id="R388866cb1f1f4d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8b0a0928847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14c86a7054d3c" /><Relationship Type="http://schemas.openxmlformats.org/officeDocument/2006/relationships/slideLayout" Target="/ppt/slideLayouts/slideLayout1.xml" Id="R5f867800321f4f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867800321f4f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77e265cab480f" /><Relationship Type="http://schemas.openxmlformats.org/officeDocument/2006/relationships/notesSlide" Target="/ppt/notesSlides/notesSlide1.xml" Id="R09b186ce231a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62A9E-20C7-4959-A251-48D95357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层级金字塔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004EB-55BA-41E5-BC3A-3FDE2296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战略层级 · 能力递进</a:t>
            </a:r>
          </a:p>
        </p:txBody>
      </p:sp>
      <p:sp>
        <p:nvSpPr>
          <p:cNvPr id="3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7E4860E6-3C86-4C94-B805-F525125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1714500" cy="1042988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AC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9638-A518-4129-8CB5-56618A31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287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8BF6C-B2F6-434C-A9D4-9E4AFF7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1452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549C3-E99C-44F9-A5B6-2542AED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2688"/>
            <a:ext cx="20574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7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B3ADCE64-5A14-4B40-BE69-073CC99C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24000"/>
            <a:ext cx="4629150" cy="995363"/>
          </a:xfrm>
          <a:prstGeom xmlns:a="http://schemas.openxmlformats.org/drawingml/2006/main" prst="roundRect">
            <a:avLst>
              <a:gd name="adj" fmla="val 11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CFF1C-8131-476B-B707-4AB35FB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9756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6CD40-E930-469E-AB2C-A757E789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28775"/>
            <a:ext cx="356235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明确要解决的问题、价值判断和长期边界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D03EA-2F0F-408C-A4B9-D55FDE3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6444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11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A3B034FE-4F1D-46C2-A1F9-16A4367C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95563"/>
            <a:ext cx="2895600" cy="1042988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BA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A4DA6-CAC7-42FE-99EE-D170CF0F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9388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CB618-361B-4F5D-8D87-4ACAFD3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5138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9627F-EC7D-4441-9F2D-5CEEDE6F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32385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15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5783153E-1D46-40BC-98CC-257AFC3E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14613"/>
            <a:ext cx="4629150" cy="995363"/>
          </a:xfrm>
          <a:prstGeom xmlns:a="http://schemas.openxmlformats.org/drawingml/2006/main" prst="roundRect">
            <a:avLst>
              <a:gd name="adj" fmla="val 11483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9CC06-84E8-49A3-8FE5-D98F348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036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692AC-9138-451B-9E63-D595AAE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9388"/>
            <a:ext cx="356235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把经验变成可选择、可验证的工作规则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0F9F2-01A4-40B2-8F2C-32E8A324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17056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19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E257C84D-7A7B-44D1-8691-41FB2D0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6175"/>
            <a:ext cx="4076700" cy="1042988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87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17DF4-C298-4209-B4E7-351923F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0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0A5DE-D51E-4A29-BE96-78D307DC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377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B6860-8A3F-48F8-A879-FCC772C6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3913"/>
            <a:ext cx="44196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23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1533C4A5-10D0-4B83-9C30-A183598F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05225"/>
            <a:ext cx="4629150" cy="995363"/>
          </a:xfrm>
          <a:prstGeom xmlns:a="http://schemas.openxmlformats.org/drawingml/2006/main" prst="roundRect">
            <a:avLst>
              <a:gd name="adj" fmla="val 11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B1469-633B-4C80-B734-FD95B66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098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EA4BF-9C9D-4D00-909D-C1E8B950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356235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提供可复用组件、版式和稳定的渲染能力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4BD19-3688-46F7-9FC5-422473C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07669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27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987FA0F-FDE7-452C-B4BA-DEBEAB0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6788"/>
            <a:ext cx="5257800" cy="1042988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85F9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C5E33-8781-45EA-A51C-6FF7ABC6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0613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977532-432A-4B21-A5D6-3F8E2F1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6363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DO</a:t>
            </a:r>
          </a:p>
        </p:txBody>
      </p:sp>
      <p:sp>
        <p:nvSpPr>
          <p:cNvPr id="30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6020DEDF-51E4-45F4-9F58-47F9289B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95838"/>
            <a:ext cx="4629150" cy="995363"/>
          </a:xfrm>
          <a:prstGeom xmlns:a="http://schemas.openxmlformats.org/drawingml/2006/main" prst="roundRect">
            <a:avLst>
              <a:gd name="adj" fmla="val 11483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F3996-6D1A-4EDA-9C80-31D2BBFF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31594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F9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EAB7C-BAF4-4A40-8021-7C5CC2E0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0613"/>
            <a:ext cx="3562350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根据真实稿件完成生成、检查与最终交付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191625-D45E-4894-96B7-E9DAA3D8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98281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978772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2026-08-10T10:56:30.2900000Z</dcterms:created>
  <dcterms:modified xsi:type="dcterms:W3CDTF">2026-08-10T10:56:30.2900000Z</dcterms:modified>
</coreProperties>
</file>