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e342863eb84915" /><Relationship Type="http://schemas.openxmlformats.org/officeDocument/2006/relationships/extended-properties" Target="/docProps/app.xml" Id="R5d38ea2343144534" /><Relationship Type="http://schemas.openxmlformats.org/officeDocument/2006/relationships/officeDocument" Target="/ppt/presentation.xml" Id="R77f46dd7a23145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8c74b8edfb4a02"/>
  </p:sldMasterIdLst>
  <p:notesMasterIdLst>
    <p:notesMasterId xmlns:r="http://schemas.openxmlformats.org/officeDocument/2006/relationships" r:id="Raf90f91a8ed64e46"/>
  </p:notesMasterIdLst>
  <p:sldIdLst>
    <p:sldId xmlns:r="http://schemas.openxmlformats.org/officeDocument/2006/relationships" id="256" r:id="R99641318115d4d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955dcb46d74220" /><Relationship Type="http://schemas.openxmlformats.org/officeDocument/2006/relationships/slideMaster" Target="/ppt/slideMasters/slideMaster1.xml" Id="R8c8c74b8edfb4a02" /><Relationship Type="http://schemas.openxmlformats.org/officeDocument/2006/relationships/notesMaster" Target="/ppt/notesMasters/notesMaster1.xml" Id="Raf90f91a8ed64e46" /><Relationship Type="http://schemas.openxmlformats.org/officeDocument/2006/relationships/presProps" Target="/ppt/presProps.xml" Id="Rd0c8e601ca8a4d0d" /><Relationship Type="http://schemas.openxmlformats.org/officeDocument/2006/relationships/tableStyles" Target="/ppt/tableStyles.xml" Id="R73622fa6917c4b4f" /><Relationship Type="http://schemas.openxmlformats.org/officeDocument/2006/relationships/slide" Target="/ppt/slides/slide1.xml" Id="R99641318115d4d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913ae1bdb942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9d5d563d1f4f81" /><Relationship Type="http://schemas.openxmlformats.org/officeDocument/2006/relationships/notesMaster" Target="/ppt/notesMasters/notesMaster1.xml" Id="R0d3461e843954a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a1775f47141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bb3a4ae06e4d49" /><Relationship Type="http://schemas.openxmlformats.org/officeDocument/2006/relationships/slideLayout" Target="/ppt/slideLayouts/slideLayout1.xml" Id="R3fd664139d7b4a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d664139d7b4a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6c559c7c8499a" /><Relationship Type="http://schemas.openxmlformats.org/officeDocument/2006/relationships/notesSlide" Target="/ppt/notesSlides/notesSlide1.xml" Id="R9679d33a104042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FBBA1-06B1-4218-9C61-0EBE6615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层级金字塔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971AF-7F3A-44D4-A471-84761781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层级金字塔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CFBE6-059C-4365-A49C-227801E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28750"/>
            <a:ext cx="2000250" cy="10477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核心层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36432-E41C-4110-88F9-2ED58AC4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62100"/>
            <a:ext cx="4095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负责定义方向与核心策略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56459-4C6E-4244-BE72-19670483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90800"/>
            <a:ext cx="3143250" cy="10477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关键层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6A41B-E100-4E56-860F-0E1150F4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负责关键任务与资源配置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EFC9F-7B56-4440-977E-95DC923E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52850"/>
            <a:ext cx="4286250" cy="10477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支撑层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D50DE5-0807-42C3-AB05-1EE46D74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86200"/>
            <a:ext cx="4095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负责协作、保障和能力建设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172D5-E93C-41AA-8AA6-C57343CC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14900"/>
            <a:ext cx="5429250" cy="10477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06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基础层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FADB9-20D7-436D-95EA-61F8CB85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48250"/>
            <a:ext cx="4095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负责日常执行与广泛覆盖</a:t>
            </a:r>
          </a:p>
        </p:txBody>
      </p:sp>
    </p:spTree>
    <p:extLst>
      <p:ext uri="{BB962C8B-B14F-4D97-AF65-F5344CB8AC3E}">
        <p14:creationId xmlns:p14="http://schemas.microsoft.com/office/powerpoint/2010/main" val="15154327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2026-08-08T07:13:30.0950000Z</dcterms:created>
  <dcterms:modified xsi:type="dcterms:W3CDTF">2026-08-08T07:13:30.0960000Z</dcterms:modified>
</coreProperties>
</file>