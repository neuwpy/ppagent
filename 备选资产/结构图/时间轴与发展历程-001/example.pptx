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93840919d8d45fd" /><Relationship Type="http://schemas.openxmlformats.org/officeDocument/2006/relationships/extended-properties" Target="/docProps/app.xml" Id="Rf52377f998d94422" /><Relationship Type="http://schemas.openxmlformats.org/officeDocument/2006/relationships/officeDocument" Target="/ppt/presentation.xml" Id="R4c60cbc8ac384c7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633279d12ee445c"/>
  </p:sldMasterIdLst>
  <p:notesMasterIdLst>
    <p:notesMasterId xmlns:r="http://schemas.openxmlformats.org/officeDocument/2006/relationships" r:id="R25bfec688d6349b4"/>
  </p:notesMasterIdLst>
  <p:sldIdLst>
    <p:sldId xmlns:r="http://schemas.openxmlformats.org/officeDocument/2006/relationships" id="256" r:id="R2ab883adba8c48e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460deb10c0947c8" /><Relationship Type="http://schemas.openxmlformats.org/officeDocument/2006/relationships/slideMaster" Target="/ppt/slideMasters/slideMaster1.xml" Id="R1633279d12ee445c" /><Relationship Type="http://schemas.openxmlformats.org/officeDocument/2006/relationships/notesMaster" Target="/ppt/notesMasters/notesMaster1.xml" Id="R25bfec688d6349b4" /><Relationship Type="http://schemas.openxmlformats.org/officeDocument/2006/relationships/presProps" Target="/ppt/presProps.xml" Id="R36d8f3d7887f43e4" /><Relationship Type="http://schemas.openxmlformats.org/officeDocument/2006/relationships/tableStyles" Target="/ppt/tableStyles.xml" Id="Rb91af85bab734f98" /><Relationship Type="http://schemas.openxmlformats.org/officeDocument/2006/relationships/slide" Target="/ppt/slides/slide1.xml" Id="R2ab883adba8c48e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bde86abcbd547c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a7ad9e9c44d4e36" /><Relationship Type="http://schemas.openxmlformats.org/officeDocument/2006/relationships/notesMaster" Target="/ppt/notesMasters/notesMaster1.xml" Id="Rd43001321485493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94cc95dbd5402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7d3039ce0304432" /><Relationship Type="http://schemas.openxmlformats.org/officeDocument/2006/relationships/slideLayout" Target="/ppt/slideLayouts/slideLayout1.xml" Id="R3c6e5649dd6748b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c6e5649dd6748b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f6aff054774021" /><Relationship Type="http://schemas.openxmlformats.org/officeDocument/2006/relationships/notesSlide" Target="/ppt/notesSlides/notesSlide1.xml" Id="R7eae98a8066149e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2B104BA-F3CB-4E0D-895A-B1360206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时间轴与发展历程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317DEE-9194-4BA6-83CB-58A4165BF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时间轴 / 路线图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63E04E-7C52-41CD-B092-A4072AF9D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857250" y="4429125"/>
            <a:ext cx="3429000" cy="10001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677C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148E4E-DD3B-40CB-8191-752764FBE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286250" y="3429000"/>
            <a:ext cx="3429000" cy="10001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677C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A99A17-5F6D-4F88-B63A-FDF13B37D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7715250" y="2428875"/>
            <a:ext cx="3429000" cy="10001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677C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D8F415-F47B-4B77-962D-0EF8ACB9D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149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9860E2-4FE4-4A37-9DAC-0ED4B0736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238500"/>
            <a:ext cx="209550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5E3"/>
            </a:solidFill>
            <a:prstDash val="dash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FDBAEE-24DA-42A6-BAB4-4E464D300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409950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阶段一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AFF763-29DF-4936-8FDA-BA67BBAB0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714750"/>
            <a:ext cx="1790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起步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AD6C4C-52D5-447D-8C27-EA294A53A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26720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说明本阶段的重要事项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DC2764-C693-41AB-82C6-EEE0DFF1F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3148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D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B73037-33D3-4FEB-A57C-D49EFB9D4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238375"/>
            <a:ext cx="209550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5E3"/>
            </a:solidFill>
            <a:prstDash val="dash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89B2CF-0BCE-4D3C-B8F0-F3CD32144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409825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阶段二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C6BE71-C042-4172-A626-B1317E7BC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714625"/>
            <a:ext cx="1790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扩展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6D320B-6FFE-417B-94ED-0C0E838B8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267075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说明本阶段的重要事项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36665BC-7CB0-4A61-A380-78BF872F9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3147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76F13D-6EF1-4E18-92B6-CDF41BA40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238250"/>
            <a:ext cx="209550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5E3"/>
            </a:solidFill>
            <a:prstDash val="dash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3D5198-E9F1-47BF-9BEA-1FFBFDBDE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409700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阶段三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FC677D-6786-4886-9FF6-E5EC3BA55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714500"/>
            <a:ext cx="1790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成熟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895CF2C-E40B-437D-B00C-9548D85B0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2669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说明本阶段的重要事项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3804838-E5F1-4799-AF62-805C4C671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23145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D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D84C8A3-5EC2-44BB-8E7C-63A7EAC2C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38125"/>
            <a:ext cx="209550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5E3"/>
            </a:solidFill>
            <a:prstDash val="dash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48EB0E0-2D57-462F-9760-7CEF6898D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09575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阶段四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45B06C1-3735-4B94-BA90-129EBEFF8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714375"/>
            <a:ext cx="1790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升级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20E8BCA-6E7F-498E-84DB-8C57921B4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266825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说明本阶段的重要事项</a:t>
            </a:r>
          </a:p>
        </p:txBody>
      </p:sp>
    </p:spTree>
    <p:extLst>
      <p:ext uri="{BB962C8B-B14F-4D97-AF65-F5344CB8AC3E}">
        <p14:creationId xmlns:p14="http://schemas.microsoft.com/office/powerpoint/2010/main" val="213009206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2026-08-08T07:20:50.5980000Z</dcterms:created>
  <dcterms:modified xsi:type="dcterms:W3CDTF">2026-08-08T07:20:50.5980000Z</dcterms:modified>
</coreProperties>
</file>