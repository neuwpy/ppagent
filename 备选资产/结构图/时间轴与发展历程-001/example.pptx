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ed75d6becf44dc" /><Relationship Type="http://schemas.openxmlformats.org/officeDocument/2006/relationships/extended-properties" Target="/docProps/app.xml" Id="R8497aaebec78449b" /><Relationship Type="http://schemas.openxmlformats.org/officeDocument/2006/relationships/officeDocument" Target="/ppt/presentation.xml" Id="R37915c8d438e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0c2cad4cc47fc"/>
  </p:sldMasterIdLst>
  <p:notesMasterIdLst>
    <p:notesMasterId xmlns:r="http://schemas.openxmlformats.org/officeDocument/2006/relationships" r:id="R6cf3cc822ca748ca"/>
  </p:notesMasterIdLst>
  <p:sldIdLst>
    <p:sldId xmlns:r="http://schemas.openxmlformats.org/officeDocument/2006/relationships" id="256" r:id="Rfaa8020e505c49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ec46dff1cb42b1" /><Relationship Type="http://schemas.openxmlformats.org/officeDocument/2006/relationships/slideMaster" Target="/ppt/slideMasters/slideMaster1.xml" Id="R0b70c2cad4cc47fc" /><Relationship Type="http://schemas.openxmlformats.org/officeDocument/2006/relationships/notesMaster" Target="/ppt/notesMasters/notesMaster1.xml" Id="R6cf3cc822ca748ca" /><Relationship Type="http://schemas.openxmlformats.org/officeDocument/2006/relationships/presProps" Target="/ppt/presProps.xml" Id="Rb599603fce034ec7" /><Relationship Type="http://schemas.openxmlformats.org/officeDocument/2006/relationships/tableStyles" Target="/ppt/tableStyles.xml" Id="R2be958a76394468f" /><Relationship Type="http://schemas.openxmlformats.org/officeDocument/2006/relationships/slide" Target="/ppt/slides/slide1.xml" Id="Rfaa8020e505c49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27fbcf4c28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e499dd661c42cf" /><Relationship Type="http://schemas.openxmlformats.org/officeDocument/2006/relationships/notesMaster" Target="/ppt/notesMasters/notesMaster1.xml" Id="R3db67a12173745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3ca107f1942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76c3c808874869" /><Relationship Type="http://schemas.openxmlformats.org/officeDocument/2006/relationships/slideLayout" Target="/ppt/slideLayouts/slideLayout1.xml" Id="R2b317f70cd66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317f70cd66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27cf5016d4989" /><Relationship Type="http://schemas.openxmlformats.org/officeDocument/2006/relationships/notesSlide" Target="/ppt/notesSlides/notesSlide1.xml" Id="R07db2f0886ad45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652B79-7B02-43D1-B324-B2E0045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时间轴与发展历程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84A6C-8069-499C-AEA2-BD9E4CD6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阶段节点 · 发展历程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17DA8-0D1F-40A6-A1B8-E1DDA87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73034-5618-44ED-A0C0-D1E3A6F0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76375"/>
            <a:ext cx="2686050" cy="4495800"/>
          </a:xfrm>
          <a:prstGeom xmlns:a="http://schemas.openxmlformats.org/drawingml/2006/main" prst="roundRect">
            <a:avLst>
              <a:gd name="adj" fmla="val 70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3AE86-E40D-4460-BAA1-AB68A7EE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F93B8-93F8-495E-BD3A-231942B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BCB64-09F3-4017-B0AF-FDF6C965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A3B3F-EC9A-4FEB-B5D8-DD675845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验证方向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F2F04-5CD7-4FCB-AF49-871110EC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用一个真实场景确认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需求、边界与最小闭环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43E8E-A649-439B-8ABA-783743D4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36166-6DBD-4E22-A36C-7659FE3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5E5AD-CBCF-4C83-B0ED-C1189DB8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161EB-9FBA-4BD3-9645-646AC73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F1786-C48F-4000-9328-620F337E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沉淀能力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8C7E1-F295-4B56-B631-15842955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把稳定经验整理为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规则、资产和可调用代码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1412E-E0A2-4FB2-9742-614899E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53678-809D-4AEA-9305-5A6CBCBD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76375"/>
            <a:ext cx="2686050" cy="4495800"/>
          </a:xfrm>
          <a:prstGeom xmlns:a="http://schemas.openxmlformats.org/drawingml/2006/main" prst="roundRect">
            <a:avLst>
              <a:gd name="adj" fmla="val 70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6E508-E6F0-4362-80E1-A2A6D88F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C94C6-F43E-4A2B-9115-D78DB761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D9B31-1E5A-4B0C-87E9-FEA55868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D36A5-5DB5-435A-8DE7-7D7CFE41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扩展场景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875A4-15A0-408D-BDA1-5919D10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在统一内核上逐步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适配更多组织和用途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AF058-98B7-4AAD-9F7E-6D3BDC0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31F1F-E88F-45D8-8047-BDC471D7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514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2028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19A42-17C1-4ED4-878F-F442E25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阶段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BC32F-50C6-4647-948D-6F2FDD8F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77F6C-C8BC-494E-8975-E646AED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形成系统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18F51-AE9F-49E1-AAE4-36D42F2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让稿件、视觉规范与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可靠交付形成完整链路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5B15A-5CD3-47AD-8393-6FEA7B45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5851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2026-08-10T10:56:08.3330000Z</dcterms:created>
  <dcterms:modified xsi:type="dcterms:W3CDTF">2026-08-10T10:56:08.3330000Z</dcterms:modified>
</coreProperties>
</file>