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3d2166edb14fcd" /><Relationship Type="http://schemas.openxmlformats.org/officeDocument/2006/relationships/extended-properties" Target="/docProps/app.xml" Id="Rc85851499c4b4872" /><Relationship Type="http://schemas.openxmlformats.org/officeDocument/2006/relationships/officeDocument" Target="/ppt/presentation.xml" Id="Rc3cb8be7d85f4d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a948f5f66e42b8"/>
  </p:sldMasterIdLst>
  <p:notesMasterIdLst>
    <p:notesMasterId xmlns:r="http://schemas.openxmlformats.org/officeDocument/2006/relationships" r:id="R42e4ed2ec6ea433c"/>
  </p:notesMasterIdLst>
  <p:sldIdLst>
    <p:sldId xmlns:r="http://schemas.openxmlformats.org/officeDocument/2006/relationships" id="256" r:id="R05a259e4c1bf49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09b06fdd9e4d76" /><Relationship Type="http://schemas.openxmlformats.org/officeDocument/2006/relationships/slideMaster" Target="/ppt/slideMasters/slideMaster1.xml" Id="Raca948f5f66e42b8" /><Relationship Type="http://schemas.openxmlformats.org/officeDocument/2006/relationships/notesMaster" Target="/ppt/notesMasters/notesMaster1.xml" Id="R42e4ed2ec6ea433c" /><Relationship Type="http://schemas.openxmlformats.org/officeDocument/2006/relationships/presProps" Target="/ppt/presProps.xml" Id="R4200ff57172847ab" /><Relationship Type="http://schemas.openxmlformats.org/officeDocument/2006/relationships/tableStyles" Target="/ppt/tableStyles.xml" Id="Rf4670ca0607d45de" /><Relationship Type="http://schemas.openxmlformats.org/officeDocument/2006/relationships/slide" Target="/ppt/slides/slide1.xml" Id="R05a259e4c1bf49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9ffcb7d8d94c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aeaa7e41ce4544" /><Relationship Type="http://schemas.openxmlformats.org/officeDocument/2006/relationships/notesMaster" Target="/ppt/notesMasters/notesMaster1.xml" Id="R23767ab0f33b4e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01c498a2a946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ea407faeed4301" /><Relationship Type="http://schemas.openxmlformats.org/officeDocument/2006/relationships/slideLayout" Target="/ppt/slideLayouts/slideLayout1.xml" Id="Rc9e53c3d02fd4d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e53c3d02fd4d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0234e933f4c1e" /><Relationship Type="http://schemas.openxmlformats.org/officeDocument/2006/relationships/notesSlide" Target="/ppt/notesSlides/notesSlide1.xml" Id="R1d9905ff961e49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415396-3EC5-49AF-804F-ACB0F242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主要研究结论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8CFE20-E4FD-43EA-A157-657958CB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分层结论陈述</a:t>
            </a:r>
          </a:p>
        </p:txBody>
      </p:sp>
      <p:sp>
        <p:nvSpPr>
          <p:cNvPr id="3" name="PPAGENT_QA|parent=conclusion-section-0|domains=conclusion-sections">
            <a:extLst xmlns:a="http://schemas.openxmlformats.org/drawingml/2006/main">
              <a:ext uri="{FF2B5EF4-FFF2-40B4-BE49-F238E27FC236}">
                <a16:creationId xmlns:a16="http://schemas.microsoft.com/office/drawing/2014/main" id="{92455B0D-C682-4ACE-B002-98B728CE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52550"/>
            <a:ext cx="108966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5F0F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AA607-4B7E-4FDC-8525-C41034A7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52550"/>
            <a:ext cx="2000250" cy="1485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A7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38100" rIns="2667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基础发现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D08C3-9A49-4508-8CB8-4311134A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66850"/>
            <a:ext cx="8210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关键变量之间存在稳定关联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不同情境下作用强度存在差异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主要结果通过稳健性检验</a:t>
            </a:r>
          </a:p>
        </p:txBody>
      </p:sp>
      <p:sp>
        <p:nvSpPr>
          <p:cNvPr id="6" name="PPAGENT_QA|parent=conclusion-section-1|domains=conclusion-sections">
            <a:extLst xmlns:a="http://schemas.openxmlformats.org/drawingml/2006/main">
              <a:ext uri="{FF2B5EF4-FFF2-40B4-BE49-F238E27FC236}">
                <a16:creationId xmlns:a16="http://schemas.microsoft.com/office/drawing/2014/main" id="{B3B8EA8C-7C91-4E47-9A6F-8832455E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90850"/>
            <a:ext cx="108966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EAE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47F3B-6C19-4F4C-BCEC-4A2DF928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90850"/>
            <a:ext cx="2000250" cy="1485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807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38100" rIns="2667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机制解释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6437D0-FDC6-4FF3-BEE6-2F4BFE5E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105150"/>
            <a:ext cx="8210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中介路径得到数据支持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边界条件改变部分作用方向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理论模型与观测结果保持一致</a:t>
            </a:r>
          </a:p>
        </p:txBody>
      </p:sp>
      <p:sp>
        <p:nvSpPr>
          <p:cNvPr id="9" name="PPAGENT_QA|parent=conclusion-section-2|domains=conclusion-sections">
            <a:extLst xmlns:a="http://schemas.openxmlformats.org/drawingml/2006/main">
              <a:ext uri="{FF2B5EF4-FFF2-40B4-BE49-F238E27FC236}">
                <a16:creationId xmlns:a16="http://schemas.microsoft.com/office/drawing/2014/main" id="{A6C0D513-9859-4E5C-A5F4-2D240FF2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8966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7E8D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A96D89-4FD0-402A-ADBE-601B5080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2000250" cy="1485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895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38100" rIns="2667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实践启示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813CC-D12F-4D75-A4A0-84A85787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743450"/>
            <a:ext cx="8210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优先干预高影响环节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采用分层策略匹配不同对象</a:t>
            </a:r>
          </a:p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• 建立持续监测和反馈机制</a:t>
            </a:r>
          </a:p>
        </p:txBody>
      </p:sp>
    </p:spTree>
    <p:extLst>
      <p:ext uri="{BB962C8B-B14F-4D97-AF65-F5344CB8AC3E}">
        <p14:creationId xmlns:p14="http://schemas.microsoft.com/office/powerpoint/2010/main" val="15272224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2026-08-10T11:49:22.1930000Z</dcterms:created>
  <dcterms:modified xsi:type="dcterms:W3CDTF">2026-08-10T11:49:22.1940000Z</dcterms:modified>
</coreProperties>
</file>