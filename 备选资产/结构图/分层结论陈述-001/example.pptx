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206b39400d48ee" /><Relationship Type="http://schemas.openxmlformats.org/officeDocument/2006/relationships/extended-properties" Target="/docProps/app.xml" Id="R6d6fed1f373048bc" /><Relationship Type="http://schemas.openxmlformats.org/officeDocument/2006/relationships/officeDocument" Target="/ppt/presentation.xml" Id="R827ce784767448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766a92ef6a4b03"/>
  </p:sldMasterIdLst>
  <p:notesMasterIdLst>
    <p:notesMasterId xmlns:r="http://schemas.openxmlformats.org/officeDocument/2006/relationships" r:id="Rcf2edec442b44764"/>
  </p:notesMasterIdLst>
  <p:sldIdLst>
    <p:sldId xmlns:r="http://schemas.openxmlformats.org/officeDocument/2006/relationships" id="256" r:id="R7e0d6e6024b449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f96ab015f54fee" /><Relationship Type="http://schemas.openxmlformats.org/officeDocument/2006/relationships/slideMaster" Target="/ppt/slideMasters/slideMaster1.xml" Id="Ree766a92ef6a4b03" /><Relationship Type="http://schemas.openxmlformats.org/officeDocument/2006/relationships/notesMaster" Target="/ppt/notesMasters/notesMaster1.xml" Id="Rcf2edec442b44764" /><Relationship Type="http://schemas.openxmlformats.org/officeDocument/2006/relationships/presProps" Target="/ppt/presProps.xml" Id="R9cad7c8d87bf4f57" /><Relationship Type="http://schemas.openxmlformats.org/officeDocument/2006/relationships/tableStyles" Target="/ppt/tableStyles.xml" Id="R315a2e9e112c4487" /><Relationship Type="http://schemas.openxmlformats.org/officeDocument/2006/relationships/slide" Target="/ppt/slides/slide1.xml" Id="R7e0d6e6024b449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ef107123d44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3986e424fa423c" /><Relationship Type="http://schemas.openxmlformats.org/officeDocument/2006/relationships/notesMaster" Target="/ppt/notesMasters/notesMaster1.xml" Id="R7ea13fd9a46040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7ac3cc91841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c21875cf964dff" /><Relationship Type="http://schemas.openxmlformats.org/officeDocument/2006/relationships/slideLayout" Target="/ppt/slideLayouts/slideLayout1.xml" Id="R7d06183512d5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06183512d5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020e1ba94aaa" /><Relationship Type="http://schemas.openxmlformats.org/officeDocument/2006/relationships/notesSlide" Target="/ppt/notesSlides/notesSlide1.xml" Id="Rfd1af240753649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60DD8-CB8F-4098-B7FC-5AE6E06C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主要研究结论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C894F-8357-406A-BB63-E49B2050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分层结论陈述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EFF15-3549-4E86-80C6-AD4A3FD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896600" cy="14732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0D0EE-0CA9-482B-BB13-BC142A32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809750" cy="14732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174A7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0FEE-E482-432F-982A-61B56D4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85900"/>
            <a:ext cx="843915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关键变量之间存在稳定关联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不同情境下作用强度存在差异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主要结果通过稳健性检验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97152-5DD1-4F04-BE40-34DEF7F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7200"/>
            <a:ext cx="10896600" cy="14732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0EC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B62D3-61BB-4B9F-B842-247E1CC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7200"/>
            <a:ext cx="1809750" cy="14732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9A8B8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DD72C-474F-46FE-B997-DE1938AC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30550"/>
            <a:ext cx="843915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中介路径得到数据支持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边界条件改变部分作用方向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理论模型与观测结果保持一致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B9649-8243-4A0C-8F07-874BBA4E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1850"/>
            <a:ext cx="10896600" cy="14732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4EF69-FFE7-45C8-B54D-FA0F434E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1850"/>
            <a:ext cx="1809750" cy="14732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D889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实践启示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16CCC-7987-468E-8AD7-668A84A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5200"/>
            <a:ext cx="843915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优先干预高影响环节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采用分层策略匹配不同对象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建立持续监测和反馈机制</a:t>
            </a:r>
          </a:p>
        </p:txBody>
      </p:sp>
    </p:spTree>
    <p:extLst>
      <p:ext uri="{BB962C8B-B14F-4D97-AF65-F5344CB8AC3E}">
        <p14:creationId xmlns:p14="http://schemas.microsoft.com/office/powerpoint/2010/main" val="635801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2026-08-09T02:45:41.2560000Z</dcterms:created>
  <dcterms:modified xsi:type="dcterms:W3CDTF">2026-08-09T02:45:41.2560000Z</dcterms:modified>
</coreProperties>
</file>