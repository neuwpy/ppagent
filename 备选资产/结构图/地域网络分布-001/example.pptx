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0da853d0544f0d" /><Relationship Type="http://schemas.openxmlformats.org/officeDocument/2006/relationships/extended-properties" Target="/docProps/app.xml" Id="R0bc74b916aaf45b2" /><Relationship Type="http://schemas.openxmlformats.org/officeDocument/2006/relationships/officeDocument" Target="/ppt/presentation.xml" Id="R4c670f33add24f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a07ba3ae774246"/>
  </p:sldMasterIdLst>
  <p:notesMasterIdLst>
    <p:notesMasterId xmlns:r="http://schemas.openxmlformats.org/officeDocument/2006/relationships" r:id="R4dc8a7faf557410e"/>
  </p:notesMasterIdLst>
  <p:sldIdLst>
    <p:sldId xmlns:r="http://schemas.openxmlformats.org/officeDocument/2006/relationships" id="256" r:id="R71a89949449a49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6804f800ce4e24" /><Relationship Type="http://schemas.openxmlformats.org/officeDocument/2006/relationships/slideMaster" Target="/ppt/slideMasters/slideMaster1.xml" Id="R14a07ba3ae774246" /><Relationship Type="http://schemas.openxmlformats.org/officeDocument/2006/relationships/notesMaster" Target="/ppt/notesMasters/notesMaster1.xml" Id="R4dc8a7faf557410e" /><Relationship Type="http://schemas.openxmlformats.org/officeDocument/2006/relationships/presProps" Target="/ppt/presProps.xml" Id="Rbeabc77980dd4c1d" /><Relationship Type="http://schemas.openxmlformats.org/officeDocument/2006/relationships/tableStyles" Target="/ppt/tableStyles.xml" Id="Re52beff5f86c4975" /><Relationship Type="http://schemas.openxmlformats.org/officeDocument/2006/relationships/slide" Target="/ppt/slides/slide1.xml" Id="R71a89949449a49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6a4f26d06e48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69f2d658c34d40" /><Relationship Type="http://schemas.openxmlformats.org/officeDocument/2006/relationships/notesMaster" Target="/ppt/notesMasters/notesMaster1.xml" Id="R6fa465527e9d4b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c2504428e34b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137c7218e34969" /><Relationship Type="http://schemas.openxmlformats.org/officeDocument/2006/relationships/slideLayout" Target="/ppt/slideLayouts/slideLayout1.xml" Id="R726c9ca47b0248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6c9ca47b0248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bbfdf6d964ced" /><Relationship Type="http://schemas.openxmlformats.org/officeDocument/2006/relationships/notesSlide" Target="/ppt/notesSlides/notesSlide1.xml" Id="R0188375229e540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F3329C-6E5A-40B9-84E4-3C74C36E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全国服务网络分布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A7417-C9B5-4926-950A-F2BF3478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地域网络分布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B21F9-7BB6-493E-9CB5-0061BC94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809625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14288">
            <a:solidFill>
              <a:srgbClr val="B7CCDE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1D864-6A1C-4C57-A413-564EF20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2476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6E911-29D5-4073-A53B-FA7D9971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9527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97372-F348-409D-9BF9-A34B028F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2190750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EE8EE-48BA-49CE-9C79-BA868A67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238125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4D145-7C27-4162-BED5-AE675482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14550" y="1409700"/>
            <a:ext cx="0" cy="476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81DD6-078C-4CE2-93ED-7528064E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236220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053D4-C762-46F6-ABA7-8A044B27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33800" y="1409700"/>
            <a:ext cx="0" cy="476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06817-B069-4774-B382-EDDF2873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331470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AAC9B-2171-4436-8E40-1FB0B52E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53050" y="1409700"/>
            <a:ext cx="0" cy="476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9B015-A398-4619-B24B-F23197AD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426720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95E72-96E4-4D08-96CE-77ACD0F5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72300" y="1409700"/>
            <a:ext cx="0" cy="476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D2654-4E6E-4D95-BF6E-1E4F0782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21970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7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90C18-A6BF-499C-89A0-77E7E46C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396740" y="2510790"/>
            <a:ext cx="440055" cy="1280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BA6CF-B55F-4EE0-98F6-C1B1CAC0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396740" y="3710940"/>
            <a:ext cx="2053590" cy="800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11C755-2833-42DE-A2EF-A2958056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96740" y="3790950"/>
            <a:ext cx="880110" cy="11201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99FA74-5680-4569-B3B8-4FBD7581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489835" y="3790950"/>
            <a:ext cx="19069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85DE0-4460-4ABD-87FC-3885CAA8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870" y="234886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9B6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2FAA16-4A16-43DE-910A-33BBE53E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245" y="2720340"/>
            <a:ext cx="1181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北部中心</a:t>
            </a:r>
          </a:p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12 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DDB38C-AC75-46DC-82DE-BF2EB843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05" y="354901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EA03F-07AF-405A-A9BB-FD3D8C70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780" y="3920490"/>
            <a:ext cx="1181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东部中心</a:t>
            </a:r>
          </a:p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18 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EBCA93-F196-4420-9F4D-32DD01C0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74916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66551-62DC-457F-9B98-6544251E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20640"/>
            <a:ext cx="1181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南部中心</a:t>
            </a:r>
          </a:p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9 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373B66-71C6-4956-87EA-720EF7F2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910" y="3629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946DBB-CF9B-43FB-936E-491443A0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285" y="4000500"/>
            <a:ext cx="1181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西部中心</a:t>
            </a:r>
          </a:p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7 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52BA15-7443-44B6-8C23-A76B87DD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815" y="3629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8865B1-ED7C-4952-B97F-9DAF1AF0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190" y="4000500"/>
            <a:ext cx="1181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中部枢纽</a:t>
            </a:r>
          </a:p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15 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022ACB-6AD0-4C33-AA0D-69361C23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09700"/>
            <a:ext cx="2857500" cy="476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3F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799C50-FE81-49A3-807D-E73ABD50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764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覆盖能力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D5E078-E83C-4C0E-9CED-5041D022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66950"/>
            <a:ext cx="2247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A689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61  覆盖城市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57A29D-09D0-4796-A59A-1903724D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09900"/>
            <a:ext cx="2247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259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 区域中心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30ED01-EE91-4743-B688-B24C2757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52850"/>
            <a:ext cx="2247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A689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2h  平均响应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141E52-96EB-4D3B-8F64-8158DB0A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95800"/>
            <a:ext cx="2247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259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300km  服务半径</a:t>
            </a:r>
          </a:p>
        </p:txBody>
      </p:sp>
    </p:spTree>
    <p:extLst>
      <p:ext uri="{BB962C8B-B14F-4D97-AF65-F5344CB8AC3E}">
        <p14:creationId xmlns:p14="http://schemas.microsoft.com/office/powerpoint/2010/main" val="563574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2026-08-09T02:57:10.1280000Z</dcterms:created>
  <dcterms:modified xsi:type="dcterms:W3CDTF">2026-08-09T02:57:10.1280000Z</dcterms:modified>
</coreProperties>
</file>