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c347097b6944c11" /><Relationship Type="http://schemas.openxmlformats.org/officeDocument/2006/relationships/extended-properties" Target="/docProps/app.xml" Id="R93859410ec134e5e" /><Relationship Type="http://schemas.openxmlformats.org/officeDocument/2006/relationships/officeDocument" Target="/ppt/presentation.xml" Id="Rc2eb34f88fac4e9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826d301cf054405"/>
  </p:sldMasterIdLst>
  <p:notesMasterIdLst>
    <p:notesMasterId xmlns:r="http://schemas.openxmlformats.org/officeDocument/2006/relationships" r:id="Ra27e6e96ce1e4ef0"/>
  </p:notesMasterIdLst>
  <p:sldIdLst>
    <p:sldId xmlns:r="http://schemas.openxmlformats.org/officeDocument/2006/relationships" id="256" r:id="R6a3be0458600406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c7e45cf330d46a0" /><Relationship Type="http://schemas.openxmlformats.org/officeDocument/2006/relationships/slideMaster" Target="/ppt/slideMasters/slideMaster1.xml" Id="Rb826d301cf054405" /><Relationship Type="http://schemas.openxmlformats.org/officeDocument/2006/relationships/notesMaster" Target="/ppt/notesMasters/notesMaster1.xml" Id="Ra27e6e96ce1e4ef0" /><Relationship Type="http://schemas.openxmlformats.org/officeDocument/2006/relationships/presProps" Target="/ppt/presProps.xml" Id="R4c914118edd74d4f" /><Relationship Type="http://schemas.openxmlformats.org/officeDocument/2006/relationships/tableStyles" Target="/ppt/tableStyles.xml" Id="Rb7f80167a9664946" /><Relationship Type="http://schemas.openxmlformats.org/officeDocument/2006/relationships/slide" Target="/ppt/slides/slide1.xml" Id="R6a3be0458600406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840486545694f6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b7b6ca8d7a94580" /><Relationship Type="http://schemas.openxmlformats.org/officeDocument/2006/relationships/notesMaster" Target="/ppt/notesMasters/notesMaster1.xml" Id="Rb7debf4fbd66433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34bea05bfd4a4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772ec6475814d9c" /><Relationship Type="http://schemas.openxmlformats.org/officeDocument/2006/relationships/slideLayout" Target="/ppt/slideLayouts/slideLayout1.xml" Id="R1e0ad45710dc486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e0ad45710dc486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f71890b7b548aa" /><Relationship Type="http://schemas.openxmlformats.org/officeDocument/2006/relationships/notesSlide" Target="/ppt/notesSlides/notesSlide1.xml" Id="Ra5dfebf19621472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63DEA78-CD29-4CA2-888B-55E52A799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多阶段流向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A4FA50-68A9-449C-9F4A-4D57F408A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763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rPr>
              <a:t>多阶段流向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43E997-307F-4A9D-8D30-4F018E52E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24000"/>
            <a:ext cx="142875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583BAA-90EA-4000-BCED-13B06F08F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52750"/>
            <a:ext cx="142875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52D65B-D287-468B-A917-8BCE620FF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81500"/>
            <a:ext cx="142875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8EECAD-FCC1-436F-AFAC-196815A8F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524000"/>
            <a:ext cx="142875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0A8D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43429D-84BC-49EC-A52F-6FD119D9F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952750"/>
            <a:ext cx="142875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0A8D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55B6BB-79C6-472D-BC54-94CB7418D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381500"/>
            <a:ext cx="142875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0A8D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589ACF-6789-43F3-B9D0-A53081D5C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524000"/>
            <a:ext cx="142875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4CBD1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7A9E50-966C-4D79-A30C-8CB44BC04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952750"/>
            <a:ext cx="142875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4CBD1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EF8DDA-DFF5-441C-895B-321EB760A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381500"/>
            <a:ext cx="142875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4CBD1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cxnSp>
        <p:nvCxnSpPr>
          <p:cNvPr id="51" name=""/>
          <p:cNvCxnSpPr>
            <a:stCxn xmlns:a="http://schemas.openxmlformats.org/drawingml/2006/main" id="3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305050" y="1952625"/>
            <a:ext cx="3086100" cy="0"/>
          </a:xfrm>
          <a:prstGeom xmlns:a="http://schemas.openxmlformats.org/drawingml/2006/main" prst="curvedConnector2">
            <a:avLst/>
          </a:prstGeom>
          <a:ln xmlns:a="http://schemas.openxmlformats.org/drawingml/2006/main" w="95250">
            <a:solidFill>
              <a:srgbClr val="1677C8"/>
            </a:solidFill>
            <a:prstDash val="solid"/>
          </a:ln>
        </p:spPr>
      </p:cxnSp>
      <p:cxnSp>
        <p:nvCxnSpPr>
          <p:cNvPr id="52" name=""/>
          <p:cNvCxnSpPr>
            <a:stCxn xmlns:a="http://schemas.openxmlformats.org/drawingml/2006/main" id="3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rot="16200000" flipH="1">
            <a:off x="3133725" y="1123950"/>
            <a:ext cx="1428750" cy="3086100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57150">
            <a:solidFill>
              <a:srgbClr val="1677C8"/>
            </a:solidFill>
            <a:prstDash val="solid"/>
          </a:ln>
        </p:spPr>
      </p:cxnSp>
      <p:cxnSp>
        <p:nvCxnSpPr>
          <p:cNvPr id="53" name=""/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305050" y="3381375"/>
            <a:ext cx="3086100" cy="0"/>
          </a:xfrm>
          <a:prstGeom xmlns:a="http://schemas.openxmlformats.org/drawingml/2006/main" prst="curvedConnector2">
            <a:avLst/>
          </a:prstGeom>
          <a:ln xmlns:a="http://schemas.openxmlformats.org/drawingml/2006/main" w="114300">
            <a:solidFill>
              <a:srgbClr val="1677C8"/>
            </a:solidFill>
            <a:prstDash val="solid"/>
          </a:ln>
        </p:spPr>
      </p:cxnSp>
      <p:cxnSp>
        <p:nvCxnSpPr>
          <p:cNvPr id="54" name="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305050" y="4810125"/>
            <a:ext cx="3086100" cy="0"/>
          </a:xfrm>
          <a:prstGeom xmlns:a="http://schemas.openxmlformats.org/drawingml/2006/main" prst="curvedConnector2">
            <a:avLst/>
          </a:prstGeom>
          <a:ln xmlns:a="http://schemas.openxmlformats.org/drawingml/2006/main" w="76200">
            <a:solidFill>
              <a:srgbClr val="1677C8"/>
            </a:solidFill>
            <a:prstDash val="solid"/>
          </a:ln>
        </p:spPr>
      </p:cxnSp>
      <p:cxnSp>
        <p:nvCxnSpPr>
          <p:cNvPr id="55" name=""/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rot="16200000" flipH="1">
            <a:off x="7648575" y="1123950"/>
            <a:ext cx="1428750" cy="3086100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66675">
            <a:solidFill>
              <a:srgbClr val="1677C8"/>
            </a:solidFill>
            <a:prstDash val="solid"/>
          </a:ln>
        </p:spPr>
      </p:cxnSp>
      <p:cxnSp>
        <p:nvCxnSpPr>
          <p:cNvPr id="56" name="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rot="5400000">
            <a:off x="7648575" y="1123950"/>
            <a:ext cx="1428750" cy="3086100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114300">
            <a:solidFill>
              <a:srgbClr val="1677C8"/>
            </a:solidFill>
            <a:prstDash val="solid"/>
          </a:ln>
        </p:spPr>
      </p:cxnSp>
      <p:cxnSp>
        <p:nvCxnSpPr>
          <p:cNvPr id="57" name="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6819900" y="4810125"/>
            <a:ext cx="3086100" cy="0"/>
          </a:xfrm>
          <a:prstGeom xmlns:a="http://schemas.openxmlformats.org/drawingml/2006/main" prst="curvedConnector2">
            <a:avLst/>
          </a:prstGeom>
          <a:ln xmlns:a="http://schemas.openxmlformats.org/drawingml/2006/main" w="76200">
            <a:solidFill>
              <a:srgbClr val="1677C8"/>
            </a:solidFill>
            <a:prstDash val="soli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C26383-EE5E-45C8-BF5C-622129535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001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阶段一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C29D37-CA07-428E-AE7A-9E1CA9AA9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76400"/>
            <a:ext cx="120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方向 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0449A1-2F0D-4697-98D5-AA7726029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002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rPr>
              <a:t>40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600E80-10FA-4E4C-AF42-57B14D34E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05150"/>
            <a:ext cx="120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方向 B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44D7AE-D9E5-4C13-ACEE-A184A5814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2900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rPr>
              <a:t>35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B8E3FB-FBF1-497F-80E3-3F9558D3F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33900"/>
            <a:ext cx="120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方向 C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C4C58AB-C05D-4C1C-A612-6F7BA55AA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577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rPr>
              <a:t>25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AE34795-1112-4BF0-BD5C-0E8712F8D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12001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阶段二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F2450A1-A830-42C6-A631-8F9F59D57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676400"/>
            <a:ext cx="120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方向 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0225E26-7BB2-4215-858D-90400FB9D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0002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rPr>
              <a:t>30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698E0BF-4CE4-4C4B-8000-A232F6180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105150"/>
            <a:ext cx="120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方向 B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BD78D66-20B8-4CDD-AD9E-E77AB5E34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42900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rPr>
              <a:t>45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78A70AE-D72D-4274-A595-D3CBD1D82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533900"/>
            <a:ext cx="120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方向 C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CB23B06-51C0-4127-AC46-2C9D94172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8577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rPr>
              <a:t>25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CEF2C77-6184-4189-B638-0083D5F1E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2001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阶段三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4DC1BA7-3BBD-4D32-8096-ECE346024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676400"/>
            <a:ext cx="120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方向 A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F4D9BC5-70D2-4309-839E-8CD9938C5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0002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rPr>
              <a:t>50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8BD9E81-FD5D-418D-8DDF-8E231834F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105150"/>
            <a:ext cx="120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方向 B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826CC7E-977E-463B-B07C-F1260A47B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42900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rPr>
              <a:t>30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32400B5-8A03-4BA9-9723-18C75D57F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533900"/>
            <a:ext cx="120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方向 C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04FC227-014E-4CAF-BC76-777D5F59B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8577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205618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2026-08-08T07:09:31.2920000Z</dcterms:created>
  <dcterms:modified xsi:type="dcterms:W3CDTF">2026-08-08T07:09:31.2930000Z</dcterms:modified>
</coreProperties>
</file>