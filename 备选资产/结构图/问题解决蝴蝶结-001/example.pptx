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427aec2bdb40db" /><Relationship Type="http://schemas.openxmlformats.org/officeDocument/2006/relationships/extended-properties" Target="/docProps/app.xml" Id="Rb5458bfbe75549c7" /><Relationship Type="http://schemas.openxmlformats.org/officeDocument/2006/relationships/officeDocument" Target="/ppt/presentation.xml" Id="R498c5d25b58240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a7f5b2bc8e4c23"/>
  </p:sldMasterIdLst>
  <p:notesMasterIdLst>
    <p:notesMasterId xmlns:r="http://schemas.openxmlformats.org/officeDocument/2006/relationships" r:id="R5d9a83346470453d"/>
  </p:notesMasterIdLst>
  <p:sldIdLst>
    <p:sldId xmlns:r="http://schemas.openxmlformats.org/officeDocument/2006/relationships" id="256" r:id="R9de376b0f35248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34098209ca4e0c" /><Relationship Type="http://schemas.openxmlformats.org/officeDocument/2006/relationships/slideMaster" Target="/ppt/slideMasters/slideMaster1.xml" Id="R77a7f5b2bc8e4c23" /><Relationship Type="http://schemas.openxmlformats.org/officeDocument/2006/relationships/notesMaster" Target="/ppt/notesMasters/notesMaster1.xml" Id="R5d9a83346470453d" /><Relationship Type="http://schemas.openxmlformats.org/officeDocument/2006/relationships/presProps" Target="/ppt/presProps.xml" Id="R83243d6433784a6a" /><Relationship Type="http://schemas.openxmlformats.org/officeDocument/2006/relationships/tableStyles" Target="/ppt/tableStyles.xml" Id="R098b0b5b3f754830" /><Relationship Type="http://schemas.openxmlformats.org/officeDocument/2006/relationships/slide" Target="/ppt/slides/slide1.xml" Id="R9de376b0f35248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8a1549689a46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fb70716b8748f3" /><Relationship Type="http://schemas.openxmlformats.org/officeDocument/2006/relationships/notesMaster" Target="/ppt/notesMasters/notesMaster1.xml" Id="R97689f2e833346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cb5d01a14f4b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7b99533d2e445d" /><Relationship Type="http://schemas.openxmlformats.org/officeDocument/2006/relationships/slideLayout" Target="/ppt/slideLayouts/slideLayout1.xml" Id="R0f336c92b6f84d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336c92b6f84d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adea98ff64bb9" /><Relationship Type="http://schemas.openxmlformats.org/officeDocument/2006/relationships/notesSlide" Target="/ppt/notesSlides/notesSlide1.xml" Id="Rb40e1f2fddc740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97E528-B242-46C8-8120-046F4CBE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常见问题与解决路径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632FE-D3EC-45E4-95EE-B47BE83A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问题—解决方案蝴蝶结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D8584-5746-4C7C-ADB8-066EB7E7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905000"/>
            <a:ext cx="3143250" cy="2381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8A8F9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27797-530F-491B-BA71-7C9EDECD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143250" cy="2381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268B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DF26A-82A6-48B6-AC80-5885BD57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19350"/>
            <a:ext cx="1428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55A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55A62"/>
                </a:solidFill>
                <a:latin typeface="Microsoft YaHei"/>
                <a:ea typeface="Microsoft YaHei"/>
                <a:cs typeface="Microsoft YaHei"/>
              </a:rPr>
              <a:t>常见问题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AE29F-E651-4CA0-8251-A03A926E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1428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D2A60-B2F9-48EC-A97A-25B4A879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66850"/>
            <a:ext cx="2857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数据来源混乱，口径不统一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12CB3-F088-4F47-9881-8141DA46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66950"/>
            <a:ext cx="2857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7DBE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资源数量不足，关键环节缺位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38753-E015-4352-A9A7-A3E894DA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67050"/>
            <a:ext cx="2857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处理响应不及时，信息回流缓慢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99FBA-0E30-4173-ADDD-37F12657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67150"/>
            <a:ext cx="2857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7DBE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过程管控不足，风险暴露较晚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136499-8CB8-4C60-B506-55C73159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466850"/>
            <a:ext cx="2857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C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统一标准并建立完整数据链路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3212D0-104F-4DD4-9A4A-E223BC67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66950"/>
            <a:ext cx="2857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1F7FD"/>
          </a:solidFill>
          <a:ln xmlns:a="http://schemas.openxmlformats.org/drawingml/2006/main" w="9525">
            <a:solidFill>
              <a:srgbClr val="C5D7EC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按优先级配置资源和责任人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FD108F-6412-40F2-ADCC-B459901D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67050"/>
            <a:ext cx="2857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C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建立周期分析和反馈机制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50F32-1126-46B4-80C7-E636E4F5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67150"/>
            <a:ext cx="2857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1F7FD"/>
          </a:solidFill>
          <a:ln xmlns:a="http://schemas.openxmlformats.org/drawingml/2006/main" w="9525">
            <a:solidFill>
              <a:srgbClr val="C5D7EC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设置过程检查点与风险预警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F92A9-31FC-40DC-8B11-3CE3B8B2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0"/>
            <a:ext cx="26765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完善制度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9927A-136C-4C6C-A67F-3CB2BC65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143500"/>
            <a:ext cx="26765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强化协同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A93545-8E73-4577-BE44-CEEF09D2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43500"/>
            <a:ext cx="26765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监测反馈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F12084-D5A5-4CA9-9D65-278463AD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143500"/>
            <a:ext cx="26765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能力建设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A49106-B1E6-4DB5-A641-7AB384F4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053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持续改进动作</a:t>
            </a:r>
          </a:p>
        </p:txBody>
      </p:sp>
    </p:spTree>
    <p:extLst>
      <p:ext uri="{BB962C8B-B14F-4D97-AF65-F5344CB8AC3E}">
        <p14:creationId xmlns:p14="http://schemas.microsoft.com/office/powerpoint/2010/main" val="16123965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2026-08-09T01:44:13.9390000Z</dcterms:created>
  <dcterms:modified xsi:type="dcterms:W3CDTF">2026-08-09T01:44:13.9390000Z</dcterms:modified>
</coreProperties>
</file>