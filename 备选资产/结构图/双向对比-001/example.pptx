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7405670ca04576" /><Relationship Type="http://schemas.openxmlformats.org/officeDocument/2006/relationships/extended-properties" Target="/docProps/app.xml" Id="Rc08cc136e39b478f" /><Relationship Type="http://schemas.openxmlformats.org/officeDocument/2006/relationships/officeDocument" Target="/ppt/presentation.xml" Id="R365d4c140b2d44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839025f35f4329"/>
  </p:sldMasterIdLst>
  <p:notesMasterIdLst>
    <p:notesMasterId xmlns:r="http://schemas.openxmlformats.org/officeDocument/2006/relationships" r:id="R84c323c22e3c4ed4"/>
  </p:notesMasterIdLst>
  <p:sldIdLst>
    <p:sldId xmlns:r="http://schemas.openxmlformats.org/officeDocument/2006/relationships" id="256" r:id="R0bc85d79448640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6ac5a599884d94" /><Relationship Type="http://schemas.openxmlformats.org/officeDocument/2006/relationships/slideMaster" Target="/ppt/slideMasters/slideMaster1.xml" Id="R24839025f35f4329" /><Relationship Type="http://schemas.openxmlformats.org/officeDocument/2006/relationships/notesMaster" Target="/ppt/notesMasters/notesMaster1.xml" Id="R84c323c22e3c4ed4" /><Relationship Type="http://schemas.openxmlformats.org/officeDocument/2006/relationships/presProps" Target="/ppt/presProps.xml" Id="Rc0cedfc6878a4ebe" /><Relationship Type="http://schemas.openxmlformats.org/officeDocument/2006/relationships/tableStyles" Target="/ppt/tableStyles.xml" Id="R05509aa68de7400a" /><Relationship Type="http://schemas.openxmlformats.org/officeDocument/2006/relationships/slide" Target="/ppt/slides/slide1.xml" Id="R0bc85d79448640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38e9458d524b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f7de5a71594bac" /><Relationship Type="http://schemas.openxmlformats.org/officeDocument/2006/relationships/notesMaster" Target="/ppt/notesMasters/notesMaster1.xml" Id="R9950bb37ae8842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3d647eeef141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0fe7e36bbe496f" /><Relationship Type="http://schemas.openxmlformats.org/officeDocument/2006/relationships/slideLayout" Target="/ppt/slideLayouts/slideLayout1.xml" Id="R363fdc0768854e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3fdc0768854e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19f734d1f49ad" /><Relationship Type="http://schemas.openxmlformats.org/officeDocument/2006/relationships/notesSlide" Target="/ppt/notesSlides/notesSlide1.xml" Id="Re0fcf54a7f5440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33E5D4-92A2-4A63-BA52-A7981ECC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两种生成路线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31873-1F47-46CD-AD65-69370311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双向对比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688C4-FA56-41F0-A4B5-B73CAE64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1430000" cy="49530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>
            <a:gsLst>
              <a:gs pos="0">
                <a:srgbClr val="FFFFFF"/>
              </a:gs>
              <a:gs pos="52000">
                <a:srgbClr val="EEF6FC"/>
              </a:gs>
              <a:gs pos="100000">
                <a:srgbClr val="FFFFF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PPAGENT_QA|parent=comparison-lef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C32949DA-2A60-4DF1-B1E5-936BE62F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within=comparison-lef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EB8B3F2E-9EA2-49C0-9882-3EF6F8E5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7E8A9A"/>
              </a:gs>
              <a:gs pos="100000">
                <a:srgbClr val="9BA6B4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PPAGENT_QA|within=comparison-lef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ABF81CA0-9157-4DAD-B840-48C9D94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7" name="PPAGENT_QA|parent=comparison-left-row-0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330864AF-9742-48D4-83D4-1B8B2BFC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431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7E8A9A"/>
              </a:gs>
              <a:gs pos="100000">
                <a:srgbClr val="9BA6B4"/>
              </a:gs>
            </a:gsLst>
            <a:lin ang="0"/>
          </a:gradFill>
          <a:ln xmlns:a="http://schemas.openxmlformats.org/drawingml/2006/main" w="9525">
            <a:solidFill>
              <a:srgbClr val="6B768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PPAGENT_QA|within=comparison-lef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2EDAB000-5A35-46FF-A889-F65D174D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97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9" name="PPAGENT_QA|within=comparison-lef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0EB96DEA-CF17-4814-9EF2-09A07BAE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4003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10" name="PPAGENT_QA|parent=comparison-left-row-1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A954EC99-6577-4155-9C86-24BBC8A2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813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7E8A9A"/>
              </a:gs>
              <a:gs pos="100000">
                <a:srgbClr val="9BA6B4"/>
              </a:gs>
            </a:gsLst>
            <a:lin ang="0"/>
          </a:gradFill>
          <a:ln xmlns:a="http://schemas.openxmlformats.org/drawingml/2006/main" w="9525">
            <a:solidFill>
              <a:srgbClr val="6B768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1" name="PPAGENT_QA|within=comparison-lef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D148E10A-D897-408F-9BB3-62BF9274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956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97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2" name="PPAGENT_QA|within=comparison-lef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C19EA076-D96D-4347-BA8A-9F9C2499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238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13" name="PPAGENT_QA|parent=comparison-left-row-2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6A380249-8DBC-4524-91C3-A0599CE8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7E8A9A"/>
              </a:gs>
              <a:gs pos="100000">
                <a:srgbClr val="9BA6B4"/>
              </a:gs>
            </a:gsLst>
            <a:lin ang="0"/>
          </a:gradFill>
          <a:ln xmlns:a="http://schemas.openxmlformats.org/drawingml/2006/main" w="9525">
            <a:solidFill>
              <a:srgbClr val="6B768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PPAGENT_QA|within=comparison-lef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80E66FF8-4FE1-4F9D-9668-356704C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33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97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5" name="PPAGENT_QA|within=comparison-lef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ECFF8077-2F33-4B2F-BF04-7F697F44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76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16" name="PPAGENT_QA|parent=comparison-left-row-3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FF06B58C-F746-4470-8A59-94D97AAF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577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7E8A9A"/>
              </a:gs>
              <a:gs pos="100000">
                <a:srgbClr val="9BA6B4"/>
              </a:gs>
            </a:gsLst>
            <a:lin ang="0"/>
          </a:gradFill>
          <a:ln xmlns:a="http://schemas.openxmlformats.org/drawingml/2006/main" w="9525">
            <a:solidFill>
              <a:srgbClr val="6B768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PPAGENT_QA|within=comparison-lef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3D2F130A-4D9B-4DA2-B4B1-E5683484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720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97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8" name="PPAGENT_QA|within=comparison-lef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5EFFB02C-067D-4250-987F-34195C8D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914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经验难以沉淀</a:t>
            </a:r>
          </a:p>
        </p:txBody>
      </p:sp>
      <p:sp>
        <p:nvSpPr>
          <p:cNvPr id="19" name="PPAGENT_QA|parent=comparison-righ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4F2316D0-5489-49A7-A517-301DFEE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PPAGENT_QA|within=comparison-righ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4CBC2264-74F4-4F09-B796-F6EF15C5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1" name="PPAGENT_QA|within=comparison-righ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970887C4-5AEE-4D64-B302-22813293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22" name="PPAGENT_QA|parent=comparison-right-row-0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E68A79BC-00BF-4BA4-8DCB-C953405D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431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14CBD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PPAGENT_QA|within=comparison-righ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CED0FF5F-28DC-496A-BF3F-7A4C6548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57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4" name="PPAGENT_QA|within=comparison-righ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886642A6-909C-4143-9D10-64BAC002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003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25" name="PPAGENT_QA|parent=comparison-right-row-1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88B44F4B-3A04-4A96-ABCC-BDE202CE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813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14CBD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6" name="PPAGENT_QA|within=comparison-righ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5B1A3145-6238-4E74-84D5-124A2430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956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7" name="PPAGENT_QA|within=comparison-righ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504B6BA2-4553-457F-BF40-921FE3E4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38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版式边界明确</a:t>
            </a:r>
          </a:p>
        </p:txBody>
      </p:sp>
      <p:sp>
        <p:nvSpPr>
          <p:cNvPr id="28" name="PPAGENT_QA|parent=comparison-right-row-2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99248C49-E2DE-41C3-BAB0-286E064A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195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14CBD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9" name="PPAGENT_QA|within=comparison-righ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6860CEE8-D3B2-4440-BA64-B86C1A44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33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0" name="PPAGENT_QA|within=comparison-righ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CFCF4BB5-FE57-4CEF-98AA-E88C38A8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76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31" name="PPAGENT_QA|parent=comparison-right-row-3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FDA70C29-506D-4C01-952E-6E117FE0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8577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14CBD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2" name="PPAGENT_QA|within=comparison-righ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0113E20B-30C2-41BF-9EDB-710A6E5A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720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3" name="PPAGENT_QA|within=comparison-righ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D80DD785-E1A0-44C9-BEDE-68A0E976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14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能力持续积累</a:t>
            </a:r>
          </a:p>
        </p:txBody>
      </p:sp>
      <p:sp>
        <p:nvSpPr>
          <p:cNvPr id="34" name="PPAGENT_QA|parent=comparison-center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9571630F-92D4-48A2-AC0A-5BF13007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575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AB8C7"/>
            </a:solidFill>
            <a:prstDash val="dash"/>
          </a:ln>
        </p:spPr>
      </p:sp>
      <p:sp>
        <p:nvSpPr>
          <p:cNvPr id="35" name="PPAGENT_QA|within=comparison-center|role=center-disc">
            <a:extLst xmlns:a="http://schemas.openxmlformats.org/drawingml/2006/main">
              <a:ext uri="{FF2B5EF4-FFF2-40B4-BE49-F238E27FC236}">
                <a16:creationId xmlns:a16="http://schemas.microsoft.com/office/drawing/2014/main" id="{5E4AC7C4-B97C-42E5-9615-DF07925C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028700" cy="10287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00A8D8"/>
              </a:gs>
            </a:gsLst>
            <a:lin ang="8100000"/>
          </a:gra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40DB1C-2335-4868-916C-FB37440F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62625"/>
            <a:ext cx="1101090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4CBD1"/>
            </a:solidFill>
            <a:prstDash val="dash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40E99F-20CB-483F-8A88-21C8C0E2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909621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2026-08-10T06:13:34.8860000Z</dcterms:created>
  <dcterms:modified xsi:type="dcterms:W3CDTF">2026-08-10T06:13:34.8860000Z</dcterms:modified>
</coreProperties>
</file>