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3a07d47bab40c8" /><Relationship Type="http://schemas.openxmlformats.org/officeDocument/2006/relationships/extended-properties" Target="/docProps/app.xml" Id="R57de882d900c418b" /><Relationship Type="http://schemas.openxmlformats.org/officeDocument/2006/relationships/officeDocument" Target="/ppt/presentation.xml" Id="Rec433d1e582142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7c89ab9ab44570"/>
  </p:sldMasterIdLst>
  <p:notesMasterIdLst>
    <p:notesMasterId xmlns:r="http://schemas.openxmlformats.org/officeDocument/2006/relationships" r:id="Rb8318d96908a45b7"/>
  </p:notesMasterIdLst>
  <p:sldIdLst>
    <p:sldId xmlns:r="http://schemas.openxmlformats.org/officeDocument/2006/relationships" id="256" r:id="R3ff567d1025c42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aa838acf364f71" /><Relationship Type="http://schemas.openxmlformats.org/officeDocument/2006/relationships/slideMaster" Target="/ppt/slideMasters/slideMaster1.xml" Id="R857c89ab9ab44570" /><Relationship Type="http://schemas.openxmlformats.org/officeDocument/2006/relationships/notesMaster" Target="/ppt/notesMasters/notesMaster1.xml" Id="Rb8318d96908a45b7" /><Relationship Type="http://schemas.openxmlformats.org/officeDocument/2006/relationships/presProps" Target="/ppt/presProps.xml" Id="R50fa3bb4fb4b4de6" /><Relationship Type="http://schemas.openxmlformats.org/officeDocument/2006/relationships/tableStyles" Target="/ppt/tableStyles.xml" Id="Rd904b63a2af74667" /><Relationship Type="http://schemas.openxmlformats.org/officeDocument/2006/relationships/slide" Target="/ppt/slides/slide1.xml" Id="R3ff567d1025c42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9f0cf783dd44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74e2558ba04c95" /><Relationship Type="http://schemas.openxmlformats.org/officeDocument/2006/relationships/notesMaster" Target="/ppt/notesMasters/notesMaster1.xml" Id="Re03e3fa2cdd241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7ed29567244e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da4e8ceddd4141" /><Relationship Type="http://schemas.openxmlformats.org/officeDocument/2006/relationships/slideLayout" Target="/ppt/slideLayouts/slideLayout1.xml" Id="R19c5e25291c84c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c5e25291c84c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7bf5de9c44195" /><Relationship Type="http://schemas.openxmlformats.org/officeDocument/2006/relationships/notesSlide" Target="/ppt/notesSlides/notesSlide1.xml" Id="Rcddbde33afd64e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C065D0-93E1-4D77-9F51-D9CFEF83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双向对比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3B758-6111-41FE-B283-C365911C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双向对比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DF2871-EFB7-49C3-B080-A89F629E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43125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E7D3D-C5FD-4EE1-A8BA-AD8A52E8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43125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 B</a:t>
            </a:r>
          </a:p>
        </p:txBody>
      </p:sp>
      <p:cxnSp>
        <p:nvCxnSpPr>
          <p:cNvPr id="17" name=""/>
          <p:cNvCxnSpPr>
            <a:stCxn xmlns:a="http://schemas.openxmlformats.org/drawingml/2006/main" id="3" idx="6"/>
            <a:endCxn xmlns:a="http://schemas.openxmlformats.org/drawingml/2006/main" id="4" idx="2"/>
          </p:cNvCxnSpPr>
          <p:nvPr/>
        </p:nvCxnSpPr>
        <p:spPr>
          <a:xfrm xmlns:a="http://schemas.openxmlformats.org/drawingml/2006/main">
            <a:off x="5524500" y="33337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4CBD1"/>
            </a:solidFill>
            <a:prstDash val="solid"/>
            <a:headEnd type="triangle" w="med" len="med"/>
            <a:tailEnd type="triangle" w="med" len="me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A48C18-1840-4BF6-ABF2-55D34641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190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优势一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000C74-F206-45C7-9F1D-03EF37F7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2190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优势二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2D967A-4BDC-4D1C-B0AC-5CA26423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2190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优势三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D3B346-2AB9-43DD-8333-B89B1FB1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66950"/>
            <a:ext cx="2190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优势一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6EE969-C2DE-427F-AE27-57F54C2D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95600"/>
            <a:ext cx="2190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优势二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608755-27AC-4019-B3E9-FC7A82F7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24250"/>
            <a:ext cx="2190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优势三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4F8975-DF52-4DD5-9B83-661AE72D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095625"/>
            <a:ext cx="10477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共同目标</a:t>
            </a:r>
          </a:p>
        </p:txBody>
      </p:sp>
    </p:spTree>
    <p:extLst>
      <p:ext uri="{BB962C8B-B14F-4D97-AF65-F5344CB8AC3E}">
        <p14:creationId xmlns:p14="http://schemas.microsoft.com/office/powerpoint/2010/main" val="10747930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2026-08-08T07:34:32.1400000Z</dcterms:created>
  <dcterms:modified xsi:type="dcterms:W3CDTF">2026-08-08T07:34:32.1400000Z</dcterms:modified>
</coreProperties>
</file>