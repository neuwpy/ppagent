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b3c1b8059b403d" /><Relationship Type="http://schemas.openxmlformats.org/officeDocument/2006/relationships/extended-properties" Target="/docProps/app.xml" Id="R3f42b19a707d43aa" /><Relationship Type="http://schemas.openxmlformats.org/officeDocument/2006/relationships/officeDocument" Target="/ppt/presentation.xml" Id="R1a200b7d935544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e3a9e0c3474cd7"/>
  </p:sldMasterIdLst>
  <p:notesMasterIdLst>
    <p:notesMasterId xmlns:r="http://schemas.openxmlformats.org/officeDocument/2006/relationships" r:id="Rcbb3d051e3b3490d"/>
  </p:notesMasterIdLst>
  <p:sldIdLst>
    <p:sldId xmlns:r="http://schemas.openxmlformats.org/officeDocument/2006/relationships" id="256" r:id="R621b2d01409245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ceafb15ac041a3" /><Relationship Type="http://schemas.openxmlformats.org/officeDocument/2006/relationships/slideMaster" Target="/ppt/slideMasters/slideMaster1.xml" Id="R0ae3a9e0c3474cd7" /><Relationship Type="http://schemas.openxmlformats.org/officeDocument/2006/relationships/notesMaster" Target="/ppt/notesMasters/notesMaster1.xml" Id="Rcbb3d051e3b3490d" /><Relationship Type="http://schemas.openxmlformats.org/officeDocument/2006/relationships/presProps" Target="/ppt/presProps.xml" Id="Rdf5be95ce7394058" /><Relationship Type="http://schemas.openxmlformats.org/officeDocument/2006/relationships/tableStyles" Target="/ppt/tableStyles.xml" Id="R2a62864ad7824323" /><Relationship Type="http://schemas.openxmlformats.org/officeDocument/2006/relationships/slide" Target="/ppt/slides/slide1.xml" Id="R621b2d01409245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c8d1ef5e2145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96e210626c45d8" /><Relationship Type="http://schemas.openxmlformats.org/officeDocument/2006/relationships/notesMaster" Target="/ppt/notesMasters/notesMaster1.xml" Id="R077008c164f84c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99ff6359b4b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06204d1dc64a8b" /><Relationship Type="http://schemas.openxmlformats.org/officeDocument/2006/relationships/slideLayout" Target="/ppt/slideLayouts/slideLayout1.xml" Id="R5d5b8fdaca624f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5b8fdaca624f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9f3a6a8ea40dd" /><Relationship Type="http://schemas.openxmlformats.org/officeDocument/2006/relationships/notesSlide" Target="/ppt/notesSlides/notesSlide1.xml" Id="Ra794d5b605a541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FB38FF-5134-4FF9-9970-6C646EDD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研究技术路线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18BE5-41CB-4F56-941A-4CC3BBE6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技术路线流程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67CA0-F635-490C-B0D7-83C7083C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19200"/>
            <a:ext cx="8572500" cy="5105400"/>
          </a:xfrm>
          <a:prstGeom xmlns:a="http://schemas.openxmlformats.org/drawingml/2006/main" prst="roundRect">
            <a:avLst>
              <a:gd name="adj" fmla="val 22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2E7DF-B86C-43BE-AA80-4ED26F10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19200"/>
            <a:ext cx="247650" cy="51054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F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2CD66-6839-45B8-AD90-8988113A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1714500"/>
            <a:ext cx="0" cy="401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7AE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DC84E-62B1-48F4-9270-D2141A12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29908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77AE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9F85F-1261-488B-AF29-2A9B2B89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29908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A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520E4-0AC6-42D7-BDF9-702D2310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9908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A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67695-5C40-4B3A-8A08-8AEF0277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48750" y="29908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AE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5AA11-1716-43FC-864F-8F9FDE59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57625" y="4762500"/>
            <a:ext cx="2238375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7A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03318-0F78-4D25-8775-54350BE4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76250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7A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0D802-2764-40ED-90EA-BA818AF8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96000" y="4762500"/>
            <a:ext cx="2238375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7A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CE81F-E182-497D-9998-2C72F9F5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409700"/>
            <a:ext cx="1428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C9DFF3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8318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研究启动</a:t>
            </a:r>
          </a:p>
        </p:txBody>
      </p:sp>
      <p:sp>
        <p:nvSpPr>
          <p:cNvPr id="14" name="PPAGENT_QA|parent=technical-question|domains=technical-route-main">
            <a:extLst xmlns:a="http://schemas.openxmlformats.org/drawingml/2006/main">
              <a:ext uri="{FF2B5EF4-FFF2-40B4-BE49-F238E27FC236}">
                <a16:creationId xmlns:a16="http://schemas.microsoft.com/office/drawing/2014/main" id="{0E4B112D-355F-48FC-84B3-053089C8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62150"/>
            <a:ext cx="3143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9DFF3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70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明确核心研究问题</a:t>
            </a:r>
          </a:p>
        </p:txBody>
      </p:sp>
      <p:sp>
        <p:nvSpPr>
          <p:cNvPr id="15" name="PPAGENT_QA|parent=technical-objective|domains=technical-route-main">
            <a:extLst xmlns:a="http://schemas.openxmlformats.org/drawingml/2006/main">
              <a:ext uri="{FF2B5EF4-FFF2-40B4-BE49-F238E27FC236}">
                <a16:creationId xmlns:a16="http://schemas.microsoft.com/office/drawing/2014/main" id="{C4886CEC-09FF-4A7D-8D91-AB262556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52700"/>
            <a:ext cx="3143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9DFF3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970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确定整体优化目标</a:t>
            </a:r>
          </a:p>
        </p:txBody>
      </p:sp>
      <p:sp>
        <p:nvSpPr>
          <p:cNvPr id="16" name="PPAGENT_QA|parent=technical-branch-0|domains=technical-route-branches">
            <a:extLst xmlns:a="http://schemas.openxmlformats.org/drawingml/2006/main">
              <a:ext uri="{FF2B5EF4-FFF2-40B4-BE49-F238E27FC236}">
                <a16:creationId xmlns:a16="http://schemas.microsoft.com/office/drawing/2014/main" id="{D6BB5AC2-3FC9-448F-BDC0-20EFFD9C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95650"/>
            <a:ext cx="1752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6E7F6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性能目标</a:t>
            </a:r>
          </a:p>
        </p:txBody>
      </p:sp>
      <p:sp>
        <p:nvSpPr>
          <p:cNvPr id="17" name="PPAGENT_QA|parent=technical-branch-1|domains=technical-route-branches">
            <a:extLst xmlns:a="http://schemas.openxmlformats.org/drawingml/2006/main">
              <a:ext uri="{FF2B5EF4-FFF2-40B4-BE49-F238E27FC236}">
                <a16:creationId xmlns:a16="http://schemas.microsoft.com/office/drawing/2014/main" id="{FFF54022-AEDC-460A-9617-4767B703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95650"/>
            <a:ext cx="1752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6E7F6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生态目标</a:t>
            </a:r>
          </a:p>
        </p:txBody>
      </p:sp>
      <p:sp>
        <p:nvSpPr>
          <p:cNvPr id="18" name="PPAGENT_QA|parent=technical-branch-2|domains=technical-route-branches">
            <a:extLst xmlns:a="http://schemas.openxmlformats.org/drawingml/2006/main">
              <a:ext uri="{FF2B5EF4-FFF2-40B4-BE49-F238E27FC236}">
                <a16:creationId xmlns:a16="http://schemas.microsoft.com/office/drawing/2014/main" id="{1E2DCDE0-2352-428C-87C4-E9E5B142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95650"/>
            <a:ext cx="17526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6E7F6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可靠性目标</a:t>
            </a:r>
          </a:p>
        </p:txBody>
      </p:sp>
      <p:sp>
        <p:nvSpPr>
          <p:cNvPr id="19" name="PPAGENT_QA|parent=technical-core|domains=technical-route-main">
            <a:extLst xmlns:a="http://schemas.openxmlformats.org/drawingml/2006/main">
              <a:ext uri="{FF2B5EF4-FFF2-40B4-BE49-F238E27FC236}">
                <a16:creationId xmlns:a16="http://schemas.microsoft.com/office/drawing/2014/main" id="{B31B6986-3D2B-4173-A0AD-66D67EE0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62400"/>
            <a:ext cx="3714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FD9F1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构建多目标分析与决策模型</a:t>
            </a:r>
          </a:p>
        </p:txBody>
      </p:sp>
      <p:sp>
        <p:nvSpPr>
          <p:cNvPr id="20" name="PPAGENT_QA|parent=technical-input-0|domains=technical-route-inputs">
            <a:extLst xmlns:a="http://schemas.openxmlformats.org/drawingml/2006/main">
              <a:ext uri="{FF2B5EF4-FFF2-40B4-BE49-F238E27FC236}">
                <a16:creationId xmlns:a16="http://schemas.microsoft.com/office/drawing/2014/main" id="{5D8A7645-016A-4B20-957B-A9F24219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572000"/>
            <a:ext cx="1676400" cy="381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6F0F8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8041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实验数据</a:t>
            </a:r>
          </a:p>
        </p:txBody>
      </p:sp>
      <p:sp>
        <p:nvSpPr>
          <p:cNvPr id="21" name="PPAGENT_QA|parent=technical-input-1|domains=technical-route-inputs">
            <a:extLst xmlns:a="http://schemas.openxmlformats.org/drawingml/2006/main">
              <a:ext uri="{FF2B5EF4-FFF2-40B4-BE49-F238E27FC236}">
                <a16:creationId xmlns:a16="http://schemas.microsoft.com/office/drawing/2014/main" id="{3BAD2CF8-5DC6-43DC-87EA-8AFD1E22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72000"/>
            <a:ext cx="1676400" cy="381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6F0F8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8041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现场观测</a:t>
            </a:r>
          </a:p>
        </p:txBody>
      </p:sp>
      <p:sp>
        <p:nvSpPr>
          <p:cNvPr id="22" name="PPAGENT_QA|parent=technical-input-2|domains=technical-route-inputs">
            <a:extLst xmlns:a="http://schemas.openxmlformats.org/drawingml/2006/main">
              <a:ext uri="{FF2B5EF4-FFF2-40B4-BE49-F238E27FC236}">
                <a16:creationId xmlns:a16="http://schemas.microsoft.com/office/drawing/2014/main" id="{AF23EA23-7B9A-431B-A0D6-82B52DFD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572000"/>
            <a:ext cx="1676400" cy="381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6F0F8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8041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专家知识</a:t>
            </a:r>
          </a:p>
        </p:txBody>
      </p:sp>
      <p:sp>
        <p:nvSpPr>
          <p:cNvPr id="23" name="PPAGENT_QA|parent=technical-analysis|domains=technical-route-main">
            <a:extLst xmlns:a="http://schemas.openxmlformats.org/drawingml/2006/main">
              <a:ext uri="{FF2B5EF4-FFF2-40B4-BE49-F238E27FC236}">
                <a16:creationId xmlns:a16="http://schemas.microsoft.com/office/drawing/2014/main" id="{672F0386-9463-45E3-B682-6C91F1C1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81600"/>
            <a:ext cx="4000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FD9F1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分析变量关系并验证模型稳健性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21F7A-E381-4974-9656-C6A53A19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791200"/>
            <a:ext cx="1809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C9DFF3"/>
          </a:solidFill>
          <a:ln xmlns:a="http://schemas.openxmlformats.org/drawingml/2006/main" w="14288">
            <a:solidFill>
              <a:srgbClr val="6CA7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7338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5281"/>
                </a:solidFill>
                <a:latin typeface="Microsoft YaHei"/>
                <a:ea typeface="Microsoft YaHei"/>
                <a:cs typeface="Microsoft YaHei"/>
              </a:rPr>
              <a:t>形成结论</a:t>
            </a:r>
          </a:p>
        </p:txBody>
      </p:sp>
    </p:spTree>
    <p:extLst>
      <p:ext uri="{BB962C8B-B14F-4D97-AF65-F5344CB8AC3E}">
        <p14:creationId xmlns:p14="http://schemas.microsoft.com/office/powerpoint/2010/main" val="1212707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2026-08-10T11:48:55.0190000Z</dcterms:created>
  <dcterms:modified xsi:type="dcterms:W3CDTF">2026-08-10T11:48:55.0190000Z</dcterms:modified>
</coreProperties>
</file>