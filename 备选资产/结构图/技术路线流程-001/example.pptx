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2d02b46263a487e" /><Relationship Type="http://schemas.openxmlformats.org/officeDocument/2006/relationships/extended-properties" Target="/docProps/app.xml" Id="Re105648df43e4e3f" /><Relationship Type="http://schemas.openxmlformats.org/officeDocument/2006/relationships/officeDocument" Target="/ppt/presentation.xml" Id="R780eac938b7f4a6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4c09348d4e34575"/>
  </p:sldMasterIdLst>
  <p:notesMasterIdLst>
    <p:notesMasterId xmlns:r="http://schemas.openxmlformats.org/officeDocument/2006/relationships" r:id="Rba4febd48b244d88"/>
  </p:notesMasterIdLst>
  <p:sldIdLst>
    <p:sldId xmlns:r="http://schemas.openxmlformats.org/officeDocument/2006/relationships" id="256" r:id="Rdafb21aa107d445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c02489a10a448c7" /><Relationship Type="http://schemas.openxmlformats.org/officeDocument/2006/relationships/slideMaster" Target="/ppt/slideMasters/slideMaster1.xml" Id="R14c09348d4e34575" /><Relationship Type="http://schemas.openxmlformats.org/officeDocument/2006/relationships/notesMaster" Target="/ppt/notesMasters/notesMaster1.xml" Id="Rba4febd48b244d88" /><Relationship Type="http://schemas.openxmlformats.org/officeDocument/2006/relationships/presProps" Target="/ppt/presProps.xml" Id="R4f4c2cf4a9e74ca9" /><Relationship Type="http://schemas.openxmlformats.org/officeDocument/2006/relationships/tableStyles" Target="/ppt/tableStyles.xml" Id="R4e58bdba6af24f6c" /><Relationship Type="http://schemas.openxmlformats.org/officeDocument/2006/relationships/slide" Target="/ppt/slides/slide1.xml" Id="Rdafb21aa107d445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a41a7c15d9843d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3692630efa14dae" /><Relationship Type="http://schemas.openxmlformats.org/officeDocument/2006/relationships/notesMaster" Target="/ppt/notesMasters/notesMaster1.xml" Id="Rf0737bf6aff74ed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2a925c2ca1427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c30244e7d864b4e" /><Relationship Type="http://schemas.openxmlformats.org/officeDocument/2006/relationships/slideLayout" Target="/ppt/slideLayouts/slideLayout1.xml" Id="Rbfed8d16fe0440e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fed8d16fe0440e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b33a2156574dec" /><Relationship Type="http://schemas.openxmlformats.org/officeDocument/2006/relationships/notesSlide" Target="/ppt/notesSlides/notesSlide1.xml" Id="R4bb83df02443460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FBC949-0E28-49B0-B161-5B9E392B4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990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研究技术路线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24B494-87BB-4773-808F-268B3CBBD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技术路线流程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19BE59-2BC4-4195-9063-ED6B0CE96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0" y="1657350"/>
            <a:ext cx="0" cy="3105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7AE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903C7F-0933-4EF0-94E5-53B80B249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857500" y="2952750"/>
            <a:ext cx="647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7AE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BCFE0D-DBEE-45F8-A47C-42F1F02A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857500" y="2952750"/>
            <a:ext cx="0" cy="323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7AEE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7EAAA9-3271-47B6-A96D-384AF7D83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0" y="2952750"/>
            <a:ext cx="0" cy="323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7AE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F595E2-C1FC-4496-81F2-E5DF452C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334500" y="2952750"/>
            <a:ext cx="0" cy="323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7AE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93E9F7-4F72-444A-8C13-2AF17E830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524250" y="4514850"/>
            <a:ext cx="2571750" cy="438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77AE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297A33-5539-4450-9479-AC25937F5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0" y="4514850"/>
            <a:ext cx="0" cy="438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77AE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F174DC-5789-4A6A-8D1B-B010DB394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6096000" y="4514850"/>
            <a:ext cx="2571750" cy="438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77AE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5D6AD4-AE62-4A89-A45D-AD75CDDF3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1257300"/>
            <a:ext cx="14287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BFD9F1"/>
          </a:solidFill>
          <a:ln xmlns:a="http://schemas.openxmlformats.org/drawingml/2006/main" w="14288">
            <a:solidFill>
              <a:srgbClr val="6CA7DD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92994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0528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05281"/>
                </a:solidFill>
                <a:latin typeface="Microsoft YaHei"/>
                <a:ea typeface="Microsoft YaHei"/>
                <a:cs typeface="Microsoft YaHei"/>
              </a:rPr>
              <a:t>研究启动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2D3830-BEFD-438F-9F28-D9E48BA8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847850"/>
            <a:ext cx="31432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C9DFF3"/>
          </a:solidFill>
          <a:ln xmlns:a="http://schemas.openxmlformats.org/drawingml/2006/main" w="14288">
            <a:solidFill>
              <a:srgbClr val="6CA7DD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528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05281"/>
                </a:solidFill>
                <a:latin typeface="Microsoft YaHei"/>
                <a:ea typeface="Microsoft YaHei"/>
                <a:cs typeface="Microsoft YaHei"/>
              </a:rPr>
              <a:t>明确核心研究问题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6CA4FA-E544-42DB-9F4D-F298D0B6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438400"/>
            <a:ext cx="31432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C9DFF3"/>
          </a:solidFill>
          <a:ln xmlns:a="http://schemas.openxmlformats.org/drawingml/2006/main" w="14288">
            <a:solidFill>
              <a:srgbClr val="6CA7DD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528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05281"/>
                </a:solidFill>
                <a:latin typeface="Microsoft YaHei"/>
                <a:ea typeface="Microsoft YaHei"/>
                <a:cs typeface="Microsoft YaHei"/>
              </a:rPr>
              <a:t>确定整体优化目标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DADDA7-371E-4AA9-A0A0-2CFC3A2BE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276600"/>
            <a:ext cx="20002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D6E7F6"/>
          </a:solidFill>
          <a:ln xmlns:a="http://schemas.openxmlformats.org/drawingml/2006/main" w="14288">
            <a:solidFill>
              <a:srgbClr val="6CA7DD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528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205281"/>
                </a:solidFill>
                <a:latin typeface="Microsoft YaHei"/>
                <a:ea typeface="Microsoft YaHei"/>
                <a:cs typeface="Microsoft YaHei"/>
              </a:rPr>
              <a:t>性能目标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6A7B61-E036-4CBF-BE10-A02064B30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276600"/>
            <a:ext cx="20002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D6E7F6"/>
          </a:solidFill>
          <a:ln xmlns:a="http://schemas.openxmlformats.org/drawingml/2006/main" w="14288">
            <a:solidFill>
              <a:srgbClr val="6CA7DD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528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205281"/>
                </a:solidFill>
                <a:latin typeface="Microsoft YaHei"/>
                <a:ea typeface="Microsoft YaHei"/>
                <a:cs typeface="Microsoft YaHei"/>
              </a:rPr>
              <a:t>生态目标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3FAB40-3CE8-4308-B550-A88815439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276600"/>
            <a:ext cx="20002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D6E7F6"/>
          </a:solidFill>
          <a:ln xmlns:a="http://schemas.openxmlformats.org/drawingml/2006/main" w="14288">
            <a:solidFill>
              <a:srgbClr val="6CA7DD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528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205281"/>
                </a:solidFill>
                <a:latin typeface="Microsoft YaHei"/>
                <a:ea typeface="Microsoft YaHei"/>
                <a:cs typeface="Microsoft YaHei"/>
              </a:rPr>
              <a:t>可靠性目标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93987C-FAD5-45E3-BB61-6D7FEC324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943350"/>
            <a:ext cx="37147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BFD9F1"/>
          </a:solidFill>
          <a:ln xmlns:a="http://schemas.openxmlformats.org/drawingml/2006/main" w="14288">
            <a:solidFill>
              <a:srgbClr val="6CA7DD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528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05281"/>
                </a:solidFill>
                <a:latin typeface="Microsoft YaHei"/>
                <a:ea typeface="Microsoft YaHei"/>
                <a:cs typeface="Microsoft YaHei"/>
              </a:rPr>
              <a:t>构建多目标分析与决策模型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39F375-9319-4EA8-91A8-1A2585E23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629150"/>
            <a:ext cx="1905000" cy="40005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E6F0F8"/>
          </a:solidFill>
          <a:ln xmlns:a="http://schemas.openxmlformats.org/drawingml/2006/main" w="14288">
            <a:solidFill>
              <a:srgbClr val="6CA7DD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95347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528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205281"/>
                </a:solidFill>
                <a:latin typeface="Microsoft YaHei"/>
                <a:ea typeface="Microsoft YaHei"/>
                <a:cs typeface="Microsoft YaHei"/>
              </a:rPr>
              <a:t>实验数据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5E1002-3F70-4245-9AAC-FC53FD933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29150"/>
            <a:ext cx="1905000" cy="40005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E6F0F8"/>
          </a:solidFill>
          <a:ln xmlns:a="http://schemas.openxmlformats.org/drawingml/2006/main" w="14288">
            <a:solidFill>
              <a:srgbClr val="6CA7DD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95347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528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205281"/>
                </a:solidFill>
                <a:latin typeface="Microsoft YaHei"/>
                <a:ea typeface="Microsoft YaHei"/>
                <a:cs typeface="Microsoft YaHei"/>
              </a:rPr>
              <a:t>现场观测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5A7B9D-95EA-436D-8DA9-76E063C71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629150"/>
            <a:ext cx="1905000" cy="40005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E6F0F8"/>
          </a:solidFill>
          <a:ln xmlns:a="http://schemas.openxmlformats.org/drawingml/2006/main" w="14288">
            <a:solidFill>
              <a:srgbClr val="6CA7DD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95347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528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205281"/>
                </a:solidFill>
                <a:latin typeface="Microsoft YaHei"/>
                <a:ea typeface="Microsoft YaHei"/>
                <a:cs typeface="Microsoft YaHei"/>
              </a:rPr>
              <a:t>专家知识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F550E6-D628-4F3C-B15F-7314949FA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276850"/>
            <a:ext cx="40005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BFD9F1"/>
          </a:solidFill>
          <a:ln xmlns:a="http://schemas.openxmlformats.org/drawingml/2006/main" w="14288">
            <a:solidFill>
              <a:srgbClr val="6CA7DD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528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05281"/>
                </a:solidFill>
                <a:latin typeface="Microsoft YaHei"/>
                <a:ea typeface="Microsoft YaHei"/>
                <a:cs typeface="Microsoft YaHei"/>
              </a:rPr>
              <a:t>分析变量关系并验证模型稳健性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D2DB56-C5C2-461A-8B85-DAF57C659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962650"/>
            <a:ext cx="180975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BFD9F1"/>
          </a:solidFill>
          <a:ln xmlns:a="http://schemas.openxmlformats.org/drawingml/2006/main" w="14288">
            <a:solidFill>
              <a:srgbClr val="6CA7DD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83189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0528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05281"/>
                </a:solidFill>
                <a:latin typeface="Microsoft YaHei"/>
                <a:ea typeface="Microsoft YaHei"/>
                <a:cs typeface="Microsoft YaHei"/>
              </a:rPr>
              <a:t>形成结论</a:t>
            </a:r>
          </a:p>
        </p:txBody>
      </p:sp>
    </p:spTree>
    <p:extLst>
      <p:ext uri="{BB962C8B-B14F-4D97-AF65-F5344CB8AC3E}">
        <p14:creationId xmlns:p14="http://schemas.microsoft.com/office/powerpoint/2010/main" val="17647849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2026-08-09T02:46:50.6220000Z</dcterms:created>
  <dcterms:modified xsi:type="dcterms:W3CDTF">2026-08-09T02:46:50.6220000Z</dcterms:modified>
</coreProperties>
</file>