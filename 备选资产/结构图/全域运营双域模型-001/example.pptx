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72496d04f58489f" /><Relationship Type="http://schemas.openxmlformats.org/officeDocument/2006/relationships/extended-properties" Target="/docProps/app.xml" Id="R31db45286e324911" /><Relationship Type="http://schemas.openxmlformats.org/officeDocument/2006/relationships/officeDocument" Target="/ppt/presentation.xml" Id="R0d7a7a619fd8469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4b34efef6f84243"/>
  </p:sldMasterIdLst>
  <p:notesMasterIdLst>
    <p:notesMasterId xmlns:r="http://schemas.openxmlformats.org/officeDocument/2006/relationships" r:id="R93c94e33f02241a7"/>
  </p:notesMasterIdLst>
  <p:sldIdLst>
    <p:sldId xmlns:r="http://schemas.openxmlformats.org/officeDocument/2006/relationships" id="256" r:id="R546bd3463e154b7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69e0d6c5c1948e3" /><Relationship Type="http://schemas.openxmlformats.org/officeDocument/2006/relationships/slideMaster" Target="/ppt/slideMasters/slideMaster1.xml" Id="Rd4b34efef6f84243" /><Relationship Type="http://schemas.openxmlformats.org/officeDocument/2006/relationships/notesMaster" Target="/ppt/notesMasters/notesMaster1.xml" Id="R93c94e33f02241a7" /><Relationship Type="http://schemas.openxmlformats.org/officeDocument/2006/relationships/presProps" Target="/ppt/presProps.xml" Id="R618f2bbeb4c44ea8" /><Relationship Type="http://schemas.openxmlformats.org/officeDocument/2006/relationships/tableStyles" Target="/ppt/tableStyles.xml" Id="Rce8c2dbae2784d60" /><Relationship Type="http://schemas.openxmlformats.org/officeDocument/2006/relationships/slide" Target="/ppt/slides/slide1.xml" Id="R546bd3463e154b7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950b13d1829472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876bb0afa9b41e8" /><Relationship Type="http://schemas.openxmlformats.org/officeDocument/2006/relationships/notesMaster" Target="/ppt/notesMasters/notesMaster1.xml" Id="R88f73cea880d47e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d798931db34de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066dde81ad24583" /><Relationship Type="http://schemas.openxmlformats.org/officeDocument/2006/relationships/slideLayout" Target="/ppt/slideLayouts/slideLayout1.xml" Id="Rea065fbe01da473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a065fbe01da473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a5e1dac777439b" /><Relationship Type="http://schemas.openxmlformats.org/officeDocument/2006/relationships/notesSlide" Target="/ppt/notesSlides/notesSlide1.xml" Id="Re1a320b1e09f488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23C439-90CE-4E84-975E-65AC2EB8F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981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用户全域运营双域模型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9C8279-65FA-43F0-85E7-074A41CD4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76300"/>
            <a:ext cx="647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rPr>
              <a:t>全域运营双域模型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11F431-7D70-44F8-9375-BF1CC37C1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333750"/>
            <a:ext cx="666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9D5E3"/>
            </a:solidFill>
            <a:prstDash val="dash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779F71-E4A0-4B1D-B633-8DA55AA3E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619250"/>
            <a:ext cx="3524250" cy="35242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2400">
            <a:solidFill>
              <a:srgbClr val="DCEE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D6C905-06C9-4714-8F42-26AA5C66F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600200"/>
            <a:ext cx="1104900" cy="35623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公域入口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F46048-9402-4D59-804F-86685ECE7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600200"/>
            <a:ext cx="1104900" cy="35623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00A8D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私域承接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2D019B-F03D-49FE-A166-644B7FAC1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238375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用户全域经营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9C1AEB-93CE-4CAD-A3B8-4E270B806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952750"/>
            <a:ext cx="9906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172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99433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公域流量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7AE49C-B610-40E0-9E16-22845586A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952750"/>
            <a:ext cx="9906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172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99433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私域流量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ABAB4A-3414-49A3-8F79-524D1DF03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1123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内容平台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52A787-3087-4858-AEC7-FEED9EF57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33650"/>
            <a:ext cx="1123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搜索渠道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62595C-448D-41FF-B6C3-6BE846FC9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43300"/>
            <a:ext cx="1123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线下场景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E2E08B-6448-4578-8C31-C2772E62C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52950"/>
            <a:ext cx="1123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开放合作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7EEB2A-455A-4BF6-90E1-60F7FCD55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1524000"/>
            <a:ext cx="1123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D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社群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2296E6-3487-49A9-84A7-840A3F3D2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2533650"/>
            <a:ext cx="1123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D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会员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8954E3-C2DD-4F0A-A779-6DBAFD600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3543300"/>
            <a:ext cx="1123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D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自有应用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1B468E-F727-4836-9E94-D6969B952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4552950"/>
            <a:ext cx="1123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D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一对一服务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D3CA7C-A9DD-441A-8515-079FBCDA7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62600"/>
            <a:ext cx="35433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677C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公域触达  10 万次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7BEEF8-2F51-4B46-8AD4-DEBC5CA46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562600"/>
            <a:ext cx="35433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A8D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A8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A8D8"/>
                </a:solidFill>
                <a:latin typeface="Microsoft YaHei"/>
                <a:ea typeface="Microsoft YaHei"/>
                <a:cs typeface="Microsoft YaHei"/>
              </a:rPr>
              <a:t>沉淀用户  2,000 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505120-70DD-490F-9806-84723C07F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562600"/>
            <a:ext cx="35433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677C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私域转化  17%</a:t>
            </a:r>
          </a:p>
        </p:txBody>
      </p:sp>
    </p:spTree>
    <p:extLst>
      <p:ext uri="{BB962C8B-B14F-4D97-AF65-F5344CB8AC3E}">
        <p14:creationId xmlns:p14="http://schemas.microsoft.com/office/powerpoint/2010/main" val="6310468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2026-08-09T01:02:01.8240000Z</dcterms:created>
  <dcterms:modified xsi:type="dcterms:W3CDTF">2026-08-09T01:02:01.8250000Z</dcterms:modified>
</coreProperties>
</file>