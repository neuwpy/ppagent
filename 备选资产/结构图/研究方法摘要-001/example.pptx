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ba45da7f134ee0" /><Relationship Type="http://schemas.openxmlformats.org/officeDocument/2006/relationships/extended-properties" Target="/docProps/app.xml" Id="R1e47ccb80def46c7" /><Relationship Type="http://schemas.openxmlformats.org/officeDocument/2006/relationships/officeDocument" Target="/ppt/presentation.xml" Id="R3981908391d64d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317cd617e4101"/>
  </p:sldMasterIdLst>
  <p:notesMasterIdLst>
    <p:notesMasterId xmlns:r="http://schemas.openxmlformats.org/officeDocument/2006/relationships" r:id="R124af45d71ef4594"/>
  </p:notesMasterIdLst>
  <p:sldIdLst>
    <p:sldId xmlns:r="http://schemas.openxmlformats.org/officeDocument/2006/relationships" id="256" r:id="R1c073538dc424f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6db867d3fe45f4" /><Relationship Type="http://schemas.openxmlformats.org/officeDocument/2006/relationships/slideMaster" Target="/ppt/slideMasters/slideMaster1.xml" Id="R290317cd617e4101" /><Relationship Type="http://schemas.openxmlformats.org/officeDocument/2006/relationships/notesMaster" Target="/ppt/notesMasters/notesMaster1.xml" Id="R124af45d71ef4594" /><Relationship Type="http://schemas.openxmlformats.org/officeDocument/2006/relationships/presProps" Target="/ppt/presProps.xml" Id="Rea5aa35440504f61" /><Relationship Type="http://schemas.openxmlformats.org/officeDocument/2006/relationships/tableStyles" Target="/ppt/tableStyles.xml" Id="Rcbd81129469e4f84" /><Relationship Type="http://schemas.openxmlformats.org/officeDocument/2006/relationships/slide" Target="/ppt/slides/slide1.xml" Id="R1c073538dc424f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363eb7502f4a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f475ec04ef4030" /><Relationship Type="http://schemas.openxmlformats.org/officeDocument/2006/relationships/notesMaster" Target="/ppt/notesMasters/notesMaster1.xml" Id="Rbf70331288234c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88594d6a6a4a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18552bfda840a4" /><Relationship Type="http://schemas.openxmlformats.org/officeDocument/2006/relationships/slideLayout" Target="/ppt/slideLayouts/slideLayout1.xml" Id="R4f29aab23a2542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29aab23a2542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2585085834183" /><Relationship Type="http://schemas.openxmlformats.org/officeDocument/2006/relationships/notesSlide" Target="/ppt/notesSlides/notesSlide1.xml" Id="Raf2e8799a8f843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37725-9B18-4ADF-B732-3554C294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研究方法与样本说明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366BB-DEFF-4F6C-930E-5E16A942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研究方法摘要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24A24-BCD3-46EB-828E-E062FC2F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1C39C-8811-4729-95EF-160877BB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样本及数据收集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FC931-56D7-4923-893A-50F61DA3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571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4EE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4EEF8"/>
                </a:solidFill>
                <a:latin typeface="Microsoft YaHei"/>
                <a:ea typeface="Microsoft YaHei"/>
                <a:cs typeface="Microsoft YaHei"/>
              </a:rPr>
              <a:t>采用分层抽样与结构化问卷相结合的方法，覆盖不同规模、行业和发展阶段的研究对象，并对有效样本进行一致性和偏差检查。</a:t>
            </a:r>
          </a:p>
        </p:txBody>
      </p:sp>
      <p:sp>
        <p:nvSpPr>
          <p:cNvPr id="6" name="PPAGENT_QA|parent=research-sample">
            <a:extLst xmlns:a="http://schemas.openxmlformats.org/drawingml/2006/main">
              <a:ext uri="{FF2B5EF4-FFF2-40B4-BE49-F238E27FC236}">
                <a16:creationId xmlns:a16="http://schemas.microsoft.com/office/drawing/2014/main" id="{AD62FBC8-57FA-4FBE-8FA7-D9BEB94D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0020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68"/>
          </a:solidFill>
          <a:ln xmlns:a="http://schemas.openxmlformats.org/drawingml/2006/main" w="66675">
            <a:solidFill>
              <a:srgbClr val="F0B78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5830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发放样本</a:t>
            </a:r>
          </a:p>
        </p:txBody>
      </p:sp>
      <p:sp>
        <p:nvSpPr>
          <p:cNvPr id="7" name="PPAGENT_CONNECTOR|from=research-sample|fromSide=right|to=research-response|toSide=left">
            <a:extLst xmlns:a="http://schemas.openxmlformats.org/drawingml/2006/main">
              <a:ext uri="{FF2B5EF4-FFF2-40B4-BE49-F238E27FC236}">
                <a16:creationId xmlns:a16="http://schemas.microsoft.com/office/drawing/2014/main" id="{FADD88B7-4C84-49B7-97F6-5A1860DC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91550" y="22764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D7A57F"/>
            </a:solidFill>
            <a:prstDash val="solid"/>
          </a:ln>
        </p:spPr>
      </p:sp>
      <p:sp>
        <p:nvSpPr>
          <p:cNvPr id="8" name="PPAGENT_QA|parent=research-response">
            <a:extLst xmlns:a="http://schemas.openxmlformats.org/drawingml/2006/main">
              <a:ext uri="{FF2B5EF4-FFF2-40B4-BE49-F238E27FC236}">
                <a16:creationId xmlns:a16="http://schemas.microsoft.com/office/drawing/2014/main" id="{3D3DE848-CD04-4925-808E-31BEBF54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0020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37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rPr>
              <a:t>4280</a:t>
            </a:r>
          </a:p>
          <a:p xmlns:a="http://schemas.openxmlformats.org/drawingml/2006/main">
            <a:pPr algn="ctr">
              <a:def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rPr>
              <a:t>有效回收</a:t>
            </a:r>
          </a:p>
        </p:txBody>
      </p:sp>
      <p:sp>
        <p:nvSpPr>
          <p:cNvPr id="9" name="PPAGENT_QA|parent=research-dimension-0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22817266-E422-43E6-963D-78C49BA2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638425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594F6-7D4E-4C70-AE94-E04E1479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3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05663-7542-4A92-9A3E-9317DDAC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48C1B-F5BB-46EE-8350-1A998571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22955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明确纳入标准、覆盖范围与样本单位。</a:t>
            </a:r>
          </a:p>
        </p:txBody>
      </p:sp>
      <p:sp>
        <p:nvSpPr>
          <p:cNvPr id="13" name="PPAGENT_QA|parent=research-dimension-1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36CEDCBB-2D5D-4F3D-AC2E-9026A626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38550"/>
            <a:ext cx="2638425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E5B18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2E917-0431-4EEB-8012-9FB53E37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888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C1753-7EBE-458F-89B5-34033AA8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33900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成立年限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18D63-0C86-4DE0-84E3-55A228B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48250"/>
            <a:ext cx="22955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区分早期、成长和成熟阶段。</a:t>
            </a:r>
          </a:p>
        </p:txBody>
      </p:sp>
      <p:sp>
        <p:nvSpPr>
          <p:cNvPr id="17" name="PPAGENT_QA|parent=research-dimension-2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FAFBF044-D430-4421-BCED-AAC6F570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2638425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57536-4578-45CB-BE64-A740E73E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13DDF-9A34-4CEF-98BF-45B0F7C3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收入来源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08667-D95D-41C9-AA7F-67C1CA93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48250"/>
            <a:ext cx="22955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识别主要业务结构和交易特征。</a:t>
            </a:r>
          </a:p>
        </p:txBody>
      </p:sp>
      <p:sp>
        <p:nvSpPr>
          <p:cNvPr id="21" name="PPAGENT_QA|parent=research-dimension-3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EF1CE9A7-EDA2-46DF-B81C-681D8A57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38550"/>
            <a:ext cx="2638425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E5B18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804B6-603A-44C5-B3BE-260C311D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97AC3-3B6F-4B02-9C49-0E06B181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533900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偏差检验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FC59A-3D2D-4E11-8B98-E79D87F4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048250"/>
            <a:ext cx="22955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比较早晚期样本并检验非应答偏差。</a:t>
            </a:r>
          </a:p>
        </p:txBody>
      </p:sp>
    </p:spTree>
    <p:extLst>
      <p:ext uri="{BB962C8B-B14F-4D97-AF65-F5344CB8AC3E}">
        <p14:creationId xmlns:p14="http://schemas.microsoft.com/office/powerpoint/2010/main" val="1522257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2026-08-10T12:59:24.0810000Z</dcterms:created>
  <dcterms:modified xsi:type="dcterms:W3CDTF">2026-08-10T12:59:24.0820000Z</dcterms:modified>
</coreProperties>
</file>