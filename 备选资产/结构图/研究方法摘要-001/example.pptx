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3b3f5aed464d28" /><Relationship Type="http://schemas.openxmlformats.org/officeDocument/2006/relationships/extended-properties" Target="/docProps/app.xml" Id="R696bdfd61a4e47ba" /><Relationship Type="http://schemas.openxmlformats.org/officeDocument/2006/relationships/officeDocument" Target="/ppt/presentation.xml" Id="R6232e27532e04fa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4491523761439a"/>
  </p:sldMasterIdLst>
  <p:notesMasterIdLst>
    <p:notesMasterId xmlns:r="http://schemas.openxmlformats.org/officeDocument/2006/relationships" r:id="Rc6f59217ec2740e0"/>
  </p:notesMasterIdLst>
  <p:sldIdLst>
    <p:sldId xmlns:r="http://schemas.openxmlformats.org/officeDocument/2006/relationships" id="256" r:id="R2bf16f16f8774b1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4973175878b4aa7" /><Relationship Type="http://schemas.openxmlformats.org/officeDocument/2006/relationships/slideMaster" Target="/ppt/slideMasters/slideMaster1.xml" Id="R9f4491523761439a" /><Relationship Type="http://schemas.openxmlformats.org/officeDocument/2006/relationships/notesMaster" Target="/ppt/notesMasters/notesMaster1.xml" Id="Rc6f59217ec2740e0" /><Relationship Type="http://schemas.openxmlformats.org/officeDocument/2006/relationships/presProps" Target="/ppt/presProps.xml" Id="R5c81557b90094a9a" /><Relationship Type="http://schemas.openxmlformats.org/officeDocument/2006/relationships/tableStyles" Target="/ppt/tableStyles.xml" Id="Rd5adc63ed49c4d50" /><Relationship Type="http://schemas.openxmlformats.org/officeDocument/2006/relationships/slide" Target="/ppt/slides/slide1.xml" Id="R2bf16f16f8774b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29887e59eaa48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d6246fa02e4be5" /><Relationship Type="http://schemas.openxmlformats.org/officeDocument/2006/relationships/notesMaster" Target="/ppt/notesMasters/notesMaster1.xml" Id="R95af1594324b460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0f9d7c096a4f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07da5450164504" /><Relationship Type="http://schemas.openxmlformats.org/officeDocument/2006/relationships/slideLayout" Target="/ppt/slideLayouts/slideLayout1.xml" Id="R51fd3ad3446246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fd3ad3446246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d7f0551ae94d09" /><Relationship Type="http://schemas.openxmlformats.org/officeDocument/2006/relationships/notesSlide" Target="/ppt/notesSlides/notesSlide1.xml" Id="R860153a949cb4cf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5137A6-5E58-4830-9828-5BE4B132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研究方法与样本说明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05486D-ED4D-45CE-BB78-7581F2239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研究方法摘要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DE7171-C687-4A15-910D-A39BEBFE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19200"/>
            <a:ext cx="12192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73F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F3812-1680-4537-BEE6-6DB55B7C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样本及数据收集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EF14AD-3BAF-4549-B1AD-F79B373F2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5715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4EE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E4EEF8"/>
                </a:solidFill>
                <a:latin typeface="Microsoft YaHei"/>
                <a:ea typeface="Microsoft YaHei"/>
                <a:cs typeface="Microsoft YaHei"/>
              </a:rPr>
              <a:t>采用分层抽样与结构化问卷相结合的方法，覆盖不同规模、行业和发展阶段的研究对象，并对有效样本进行一致性和偏差检查。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2CBF25-F774-407E-AB51-5C576437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00200"/>
            <a:ext cx="1352550" cy="1352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F68"/>
          </a:solidFill>
          <a:ln xmlns:a="http://schemas.openxmlformats.org/drawingml/2006/main" w="66675">
            <a:solidFill>
              <a:srgbClr val="F0B78D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5830</a:t>
            </a:r>
          </a:p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发放样本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EB1BAE-AB4F-485F-8C6E-EFFBCFE9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591550" y="2276475"/>
            <a:ext cx="85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0">
            <a:solidFill>
              <a:srgbClr val="D7A57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C4F9E6-580F-43A1-99E8-45068EBB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00200"/>
            <a:ext cx="1352550" cy="1352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37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B3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B3828"/>
                </a:solidFill>
                <a:latin typeface="Microsoft YaHei"/>
                <a:ea typeface="Microsoft YaHei"/>
                <a:cs typeface="Microsoft YaHei"/>
              </a:rPr>
              <a:t>4280</a:t>
            </a:r>
          </a:p>
          <a:p xmlns:a="http://schemas.openxmlformats.org/drawingml/2006/main">
            <a:pPr algn="ctr">
              <a:defRPr sz="1575" b="1">
                <a:solidFill>
                  <a:srgbClr val="5B3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B3828"/>
                </a:solidFill>
                <a:latin typeface="Microsoft YaHei"/>
                <a:ea typeface="Microsoft YaHei"/>
                <a:cs typeface="Microsoft YaHei"/>
              </a:rPr>
              <a:t>有效回收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639373-8891-48D1-A8B2-BDE7A3E2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38550"/>
            <a:ext cx="2638425" cy="25336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E9BE9E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DCB719-8321-42D0-8EAB-8F9D8A8C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163" y="3829050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D8C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561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5613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8224BE-BD14-4909-8924-176273AE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33900"/>
            <a:ext cx="2295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A3F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A3F2A"/>
                </a:solidFill>
                <a:latin typeface="Microsoft YaHei"/>
                <a:ea typeface="Microsoft YaHei"/>
                <a:cs typeface="Microsoft YaHei"/>
              </a:rPr>
              <a:t>研究对象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429F51-761C-4FE9-BD19-E8BD2D0B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22955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4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463A"/>
                </a:solidFill>
                <a:latin typeface="Microsoft YaHei"/>
                <a:ea typeface="Microsoft YaHei"/>
                <a:cs typeface="Microsoft YaHei"/>
              </a:rPr>
              <a:t>明确纳入标准、覆盖范围与样本单位。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3CF325-0AEF-4F6E-B4F2-7ADF8965E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638550"/>
            <a:ext cx="2638425" cy="25336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E5B18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555591-C732-46F2-AE88-27BBDBB3E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3888" y="3829050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D8C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561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5613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813C35-22B3-4DF8-A585-0C4611A6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533900"/>
            <a:ext cx="2295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A3F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A3F2A"/>
                </a:solidFill>
                <a:latin typeface="Microsoft YaHei"/>
                <a:ea typeface="Microsoft YaHei"/>
                <a:cs typeface="Microsoft YaHei"/>
              </a:rPr>
              <a:t>成立年限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5118EC-4D42-4CDE-89A7-5F595802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048250"/>
            <a:ext cx="22955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4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463A"/>
                </a:solidFill>
                <a:latin typeface="Microsoft YaHei"/>
                <a:ea typeface="Microsoft YaHei"/>
                <a:cs typeface="Microsoft YaHei"/>
              </a:rPr>
              <a:t>区分早期、成长和成熟阶段。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695A2C-FBD5-4290-A37B-2696A5E6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38550"/>
            <a:ext cx="2638425" cy="25336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E9BE9E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B2CC35-6848-476A-87DD-8E53F2D8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6613" y="3829050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D8C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561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5613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190B11-88E3-4EB1-A94F-60FF72B7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33900"/>
            <a:ext cx="2295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A3F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A3F2A"/>
                </a:solidFill>
                <a:latin typeface="Microsoft YaHei"/>
                <a:ea typeface="Microsoft YaHei"/>
                <a:cs typeface="Microsoft YaHei"/>
              </a:rPr>
              <a:t>收入来源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5D2962-DB12-4060-A737-5112795F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048250"/>
            <a:ext cx="22955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4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463A"/>
                </a:solidFill>
                <a:latin typeface="Microsoft YaHei"/>
                <a:ea typeface="Microsoft YaHei"/>
                <a:cs typeface="Microsoft YaHei"/>
              </a:rPr>
              <a:t>识别主要业务结构和交易特征。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E440CB-6AF5-43F9-9A21-435AAEF5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638550"/>
            <a:ext cx="2638425" cy="25336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E5B18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0F2786-5F7F-4B3F-9987-354D71BC6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9338" y="3829050"/>
            <a:ext cx="571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D8C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561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5613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41E044-4F72-444B-85DB-DCCF946B8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533900"/>
            <a:ext cx="2295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A3F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A3F2A"/>
                </a:solidFill>
                <a:latin typeface="Microsoft YaHei"/>
                <a:ea typeface="Microsoft YaHei"/>
                <a:cs typeface="Microsoft YaHei"/>
              </a:rPr>
              <a:t>偏差检验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9D2E23-A1BB-471E-A6BA-F475CB119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5048250"/>
            <a:ext cx="22955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4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463A"/>
                </a:solidFill>
                <a:latin typeface="Microsoft YaHei"/>
                <a:ea typeface="Microsoft YaHei"/>
                <a:cs typeface="Microsoft YaHei"/>
              </a:rPr>
              <a:t>比较早晚期样本并检验非应答偏差。</a:t>
            </a:r>
          </a:p>
        </p:txBody>
      </p:sp>
    </p:spTree>
    <p:extLst>
      <p:ext uri="{BB962C8B-B14F-4D97-AF65-F5344CB8AC3E}">
        <p14:creationId xmlns:p14="http://schemas.microsoft.com/office/powerpoint/2010/main" val="10807383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2026-08-09T02:45:41.8450000Z</dcterms:created>
  <dcterms:modified xsi:type="dcterms:W3CDTF">2026-08-09T02:45:41.8450000Z</dcterms:modified>
</coreProperties>
</file>