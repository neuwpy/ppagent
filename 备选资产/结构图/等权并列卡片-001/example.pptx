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3b60dd3b564da5" /><Relationship Type="http://schemas.openxmlformats.org/officeDocument/2006/relationships/extended-properties" Target="/docProps/app.xml" Id="R787bec332dee4d8b" /><Relationship Type="http://schemas.openxmlformats.org/officeDocument/2006/relationships/officeDocument" Target="/ppt/presentation.xml" Id="Reaf5be80fcfb4a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95810cf18a4751"/>
  </p:sldMasterIdLst>
  <p:notesMasterIdLst>
    <p:notesMasterId xmlns:r="http://schemas.openxmlformats.org/officeDocument/2006/relationships" r:id="R6e4f75292550400a"/>
  </p:notesMasterIdLst>
  <p:sldIdLst>
    <p:sldId xmlns:r="http://schemas.openxmlformats.org/officeDocument/2006/relationships" id="256" r:id="R31ed72ef27a74e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c1da819b664790" /><Relationship Type="http://schemas.openxmlformats.org/officeDocument/2006/relationships/slideMaster" Target="/ppt/slideMasters/slideMaster1.xml" Id="R0595810cf18a4751" /><Relationship Type="http://schemas.openxmlformats.org/officeDocument/2006/relationships/notesMaster" Target="/ppt/notesMasters/notesMaster1.xml" Id="R6e4f75292550400a" /><Relationship Type="http://schemas.openxmlformats.org/officeDocument/2006/relationships/presProps" Target="/ppt/presProps.xml" Id="R12fef4f295194be5" /><Relationship Type="http://schemas.openxmlformats.org/officeDocument/2006/relationships/tableStyles" Target="/ppt/tableStyles.xml" Id="Rec3429b15b3d477b" /><Relationship Type="http://schemas.openxmlformats.org/officeDocument/2006/relationships/slide" Target="/ppt/slides/slide1.xml" Id="R31ed72ef27a74e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09bc0bf01a46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57f9655004eeb" /><Relationship Type="http://schemas.openxmlformats.org/officeDocument/2006/relationships/notesMaster" Target="/ppt/notesMasters/notesMaster1.xml" Id="R0c427e370f8d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9e312c79c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5233a8454f4858" /><Relationship Type="http://schemas.openxmlformats.org/officeDocument/2006/relationships/slideLayout" Target="/ppt/slideLayouts/slideLayout1.xml" Id="R98bedc03385f4c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bedc03385f4c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6cbc5a6e54765" /><Relationship Type="http://schemas.openxmlformats.org/officeDocument/2006/relationships/notesSlide" Target="/ppt/notesSlides/notesSlide1.xml" Id="R315ebb394ff648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39116179-F6D8-4FF5-BFAF-F2F4E953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2BBD91D0-276F-4CA9-B2F1-D8D709D5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16BE35ED-7669-4F39-B2A3-044C0996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6C21F9F0-E7CD-4494-9098-8DB58BF2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5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35F81278-1358-45A1-AA6A-7F803483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rallel-marker-orbit-0">
            <a:extLst xmlns:a="http://schemas.openxmlformats.org/drawingml/2006/main">
              <a:ext uri="{FF2B5EF4-FFF2-40B4-BE49-F238E27FC236}">
                <a16:creationId xmlns:a16="http://schemas.microsoft.com/office/drawing/2014/main" id="{9700C4AB-01BD-42E4-8BB1-68039F47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45469" y="2219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parallel-marker-dot-center-0">
            <a:extLst xmlns:a="http://schemas.openxmlformats.org/drawingml/2006/main">
              <a:ext uri="{FF2B5EF4-FFF2-40B4-BE49-F238E27FC236}">
                <a16:creationId xmlns:a16="http://schemas.microsoft.com/office/drawing/2014/main" id="{7DC9CA1D-1D33-4296-870D-CD9BE35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07394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rallel-marker-dot-left-0">
            <a:extLst xmlns:a="http://schemas.openxmlformats.org/drawingml/2006/main">
              <a:ext uri="{FF2B5EF4-FFF2-40B4-BE49-F238E27FC236}">
                <a16:creationId xmlns:a16="http://schemas.microsoft.com/office/drawing/2014/main" id="{E3ACC251-63B0-49D6-8B3F-024A330E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5944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rallel-marker-dot-right-0">
            <a:extLst xmlns:a="http://schemas.openxmlformats.org/drawingml/2006/main">
              <a:ext uri="{FF2B5EF4-FFF2-40B4-BE49-F238E27FC236}">
                <a16:creationId xmlns:a16="http://schemas.microsoft.com/office/drawing/2014/main" id="{99D0BD48-ABF3-462F-8CDE-51E12FB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7894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8194D6E5-114E-4912-8A37-940858F1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专业能力</a:t>
            </a:r>
          </a:p>
        </p:txBody>
      </p:sp>
      <p:sp>
        <p:nvSpPr>
          <p:cNvPr id="11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A728BCF8-7A0D-4862-A8D5-76F3A6D9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C3445A33-832C-438A-A096-307832CD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3962400"/>
            <a:ext cx="1938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以可靠的方法与扎实知识解决复杂任务</a:t>
            </a:r>
          </a:p>
        </p:txBody>
      </p:sp>
      <p:sp>
        <p:nvSpPr>
          <p:cNvPr id="13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4B6FCD22-D09E-42FA-A084-F98AFDB7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4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8D7D869C-27CD-4432-95B6-9811D8F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15AE39D6-AF16-47EB-8E56-2E81112E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37E37248-79E9-4C16-8A5A-B2BEFBEA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7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69B073AF-4829-4378-A920-66234128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rallel-marker-orbit-1">
            <a:extLst xmlns:a="http://schemas.openxmlformats.org/drawingml/2006/main">
              <a:ext uri="{FF2B5EF4-FFF2-40B4-BE49-F238E27FC236}">
                <a16:creationId xmlns:a16="http://schemas.microsoft.com/office/drawing/2014/main" id="{B4531963-EA71-4800-8177-B6C65049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5806" y="2219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parallel-marker-dot-center-1">
            <a:extLst xmlns:a="http://schemas.openxmlformats.org/drawingml/2006/main">
              <a:ext uri="{FF2B5EF4-FFF2-40B4-BE49-F238E27FC236}">
                <a16:creationId xmlns:a16="http://schemas.microsoft.com/office/drawing/2014/main" id="{CEB9A7DE-FCD1-41BB-9040-0DC6DAEC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7731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rallel-marker-dot-left-1">
            <a:extLst xmlns:a="http://schemas.openxmlformats.org/drawingml/2006/main">
              <a:ext uri="{FF2B5EF4-FFF2-40B4-BE49-F238E27FC236}">
                <a16:creationId xmlns:a16="http://schemas.microsoft.com/office/drawing/2014/main" id="{FB74169B-32FD-4304-9B06-5C2D6D6A7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6281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rallel-marker-dot-right-1">
            <a:extLst xmlns:a="http://schemas.openxmlformats.org/drawingml/2006/main">
              <a:ext uri="{FF2B5EF4-FFF2-40B4-BE49-F238E27FC236}">
                <a16:creationId xmlns:a16="http://schemas.microsoft.com/office/drawing/2014/main" id="{9B58C222-97A2-4502-8C96-BE76B42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8231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4AB28CD6-82A7-40B6-8952-B748FAA3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513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协同能力</a:t>
            </a:r>
          </a:p>
        </p:txBody>
      </p:sp>
      <p:sp>
        <p:nvSpPr>
          <p:cNvPr id="23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9451EAD4-06A3-42BA-9022-29FFF81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1B626907-CAB0-409B-BE87-2B3F758B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6663" y="3962400"/>
            <a:ext cx="1938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围绕共同目标整合人员、平台与资源</a:t>
            </a:r>
          </a:p>
        </p:txBody>
      </p:sp>
      <p:sp>
        <p:nvSpPr>
          <p:cNvPr id="25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F34BA49C-FEB4-4BB5-B5E6-E7C8F7B2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2D3AF5F3-AB91-4C99-8598-ED427CCA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4E7986DF-3403-46E0-8B2B-82C69060C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60A23DA4-0663-40DC-8776-419F9047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B4007D8D-53A3-40C8-9752-4A284307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rallel-marker-orbit-2">
            <a:extLst xmlns:a="http://schemas.openxmlformats.org/drawingml/2006/main">
              <a:ext uri="{FF2B5EF4-FFF2-40B4-BE49-F238E27FC236}">
                <a16:creationId xmlns:a16="http://schemas.microsoft.com/office/drawing/2014/main" id="{6AAA9D62-A809-4EC3-B03E-B8C89346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6144" y="2219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parallel-marker-dot-center-2">
            <a:extLst xmlns:a="http://schemas.openxmlformats.org/drawingml/2006/main">
              <a:ext uri="{FF2B5EF4-FFF2-40B4-BE49-F238E27FC236}">
                <a16:creationId xmlns:a16="http://schemas.microsoft.com/office/drawing/2014/main" id="{F24A3AFE-E4AC-47C4-A8E9-6055D11E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8069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rallel-marker-dot-left-2">
            <a:extLst xmlns:a="http://schemas.openxmlformats.org/drawingml/2006/main">
              <a:ext uri="{FF2B5EF4-FFF2-40B4-BE49-F238E27FC236}">
                <a16:creationId xmlns:a16="http://schemas.microsoft.com/office/drawing/2014/main" id="{C0B86B65-EE0E-417A-94FC-D3C1F1F3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6619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marker-dot-right-2">
            <a:extLst xmlns:a="http://schemas.openxmlformats.org/drawingml/2006/main">
              <a:ext uri="{FF2B5EF4-FFF2-40B4-BE49-F238E27FC236}">
                <a16:creationId xmlns:a16="http://schemas.microsoft.com/office/drawing/2014/main" id="{A868807D-C252-41C1-A87A-3D98E254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98569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5EB2A58F-F31E-4388-8603-14850454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创新能力</a:t>
            </a:r>
          </a:p>
        </p:txBody>
      </p:sp>
      <p:sp>
        <p:nvSpPr>
          <p:cNvPr id="35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A9139181-9FE6-4881-8E7D-236FCB7A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8A18ADD5-1233-4C4D-ACE9-273503EA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962400"/>
            <a:ext cx="1938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从真实约束中提出新的思路与解决路径</a:t>
            </a:r>
          </a:p>
        </p:txBody>
      </p:sp>
      <p:sp>
        <p:nvSpPr>
          <p:cNvPr id="37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30236667-DD83-43DF-9CE1-93E8B9F8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492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8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90CC77C9-8ED4-405C-AEAE-5DDCC3C4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7F49AF26-2623-4A1A-9DF5-A334D53A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FB3AD05D-AF3B-416F-8E74-5A719D43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1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FED268F0-6528-4C18-AD5E-13DE156B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marker-orbit-3">
            <a:extLst xmlns:a="http://schemas.openxmlformats.org/drawingml/2006/main">
              <a:ext uri="{FF2B5EF4-FFF2-40B4-BE49-F238E27FC236}">
                <a16:creationId xmlns:a16="http://schemas.microsoft.com/office/drawing/2014/main" id="{B990A832-F5C2-4EEB-AACF-B62BD33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6481" y="2219325"/>
            <a:ext cx="400050" cy="400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3" name="parallel-marker-dot-center-3">
            <a:extLst xmlns:a="http://schemas.openxmlformats.org/drawingml/2006/main">
              <a:ext uri="{FF2B5EF4-FFF2-40B4-BE49-F238E27FC236}">
                <a16:creationId xmlns:a16="http://schemas.microsoft.com/office/drawing/2014/main" id="{0D3F81E3-C2A7-4E24-B75B-53F9E134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8406" y="238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rallel-marker-dot-left-3">
            <a:extLst xmlns:a="http://schemas.openxmlformats.org/drawingml/2006/main">
              <a:ext uri="{FF2B5EF4-FFF2-40B4-BE49-F238E27FC236}">
                <a16:creationId xmlns:a16="http://schemas.microsoft.com/office/drawing/2014/main" id="{00D81326-7695-4CA7-95F1-50E2026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6956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rallel-marker-dot-right-3">
            <a:extLst xmlns:a="http://schemas.openxmlformats.org/drawingml/2006/main">
              <a:ext uri="{FF2B5EF4-FFF2-40B4-BE49-F238E27FC236}">
                <a16:creationId xmlns:a16="http://schemas.microsoft.com/office/drawing/2014/main" id="{E726C8BB-37A1-492E-ADE4-FE92D394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98906" y="2381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A68537A5-F4B9-43B5-868D-68B94408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0188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执行能力</a:t>
            </a:r>
          </a:p>
        </p:txBody>
      </p:sp>
      <p:sp>
        <p:nvSpPr>
          <p:cNvPr id="47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E0C0B441-6A7D-4DF4-86EA-77CA6937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CCCB57AB-8492-4116-9CF6-EF5A2855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7338" y="3962400"/>
            <a:ext cx="19383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把明确方案稳定转化为可交付的结果</a:t>
            </a:r>
          </a:p>
        </p:txBody>
      </p:sp>
    </p:spTree>
    <p:extLst>
      <p:ext uri="{BB962C8B-B14F-4D97-AF65-F5344CB8AC3E}">
        <p14:creationId xmlns:p14="http://schemas.microsoft.com/office/powerpoint/2010/main" val="1629410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2026-08-17T01:25:45.1690000Z</dcterms:created>
  <dcterms:modified xsi:type="dcterms:W3CDTF">2026-08-17T01:25:45.1700000Z</dcterms:modified>
</coreProperties>
</file>