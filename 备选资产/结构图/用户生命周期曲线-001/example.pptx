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d930bb6f38401f" /><Relationship Type="http://schemas.openxmlformats.org/officeDocument/2006/relationships/extended-properties" Target="/docProps/app.xml" Id="R572b97bb1a064648" /><Relationship Type="http://schemas.openxmlformats.org/officeDocument/2006/relationships/officeDocument" Target="/ppt/presentation.xml" Id="Rc0d9293f23e341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f5466be3d04a4d"/>
  </p:sldMasterIdLst>
  <p:notesMasterIdLst>
    <p:notesMasterId xmlns:r="http://schemas.openxmlformats.org/officeDocument/2006/relationships" r:id="R70ab308496f1410c"/>
  </p:notesMasterIdLst>
  <p:sldIdLst>
    <p:sldId xmlns:r="http://schemas.openxmlformats.org/officeDocument/2006/relationships" id="256" r:id="Rf37f8d372ccf4e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34ff04096d41ff" /><Relationship Type="http://schemas.openxmlformats.org/officeDocument/2006/relationships/slideMaster" Target="/ppt/slideMasters/slideMaster1.xml" Id="R96f5466be3d04a4d" /><Relationship Type="http://schemas.openxmlformats.org/officeDocument/2006/relationships/notesMaster" Target="/ppt/notesMasters/notesMaster1.xml" Id="R70ab308496f1410c" /><Relationship Type="http://schemas.openxmlformats.org/officeDocument/2006/relationships/presProps" Target="/ppt/presProps.xml" Id="R95498d1fed784093" /><Relationship Type="http://schemas.openxmlformats.org/officeDocument/2006/relationships/tableStyles" Target="/ppt/tableStyles.xml" Id="R29113da8e51d45bd" /><Relationship Type="http://schemas.openxmlformats.org/officeDocument/2006/relationships/slide" Target="/ppt/slides/slide1.xml" Id="Rf37f8d372ccf4e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1fa55af64e4b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eca39edf5e42c4" /><Relationship Type="http://schemas.openxmlformats.org/officeDocument/2006/relationships/notesMaster" Target="/ppt/notesMasters/notesMaster1.xml" Id="Rc7b888c8190344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125480ff8f4f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863b3b132c49d7" /><Relationship Type="http://schemas.openxmlformats.org/officeDocument/2006/relationships/slideLayout" Target="/ppt/slideLayouts/slideLayout1.xml" Id="R454d09f23f254c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4d09f23f254c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f990162f1f45d3" /><Relationship Type="http://schemas.openxmlformats.org/officeDocument/2006/relationships/notesSlide" Target="/ppt/notesSlides/notesSlide1.xml" Id="R2dabc219d84643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DA7B2AA-33C7-4724-967C-6DD55E5A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用户生命周期管理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EA1037-5066-4A55-BDBB-020AE03D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用户生命周期曲线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6B8317-EC9F-4A12-A8D4-5F2B6C60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223266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3659A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6162DF-8667-4EEA-A25F-85793FB4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88976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导入期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E468B7-CB98-4725-86EF-2E0C7B10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8897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E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EFF"/>
                </a:solidFill>
                <a:latin typeface="Microsoft YaHei"/>
                <a:ea typeface="Microsoft YaHei"/>
                <a:cs typeface="Microsoft YaHei"/>
              </a:rPr>
              <a:t>0–7天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9650E9-2B42-4179-AA5A-663149CA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8897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完成首次接触和基础认知。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0C3639-DD31-42B6-95AE-976AA6C9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2232660" cy="2667000"/>
          </a:xfrm>
          <a:prstGeom xmlns:a="http://schemas.openxmlformats.org/drawingml/2006/main" prst="roundRect">
            <a:avLst>
              <a:gd name="adj" fmla="val 51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E142C4-B50D-4A37-8AB6-3168B4F9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010" y="1352550"/>
            <a:ext cx="223266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4F7EC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3B8628-B744-426D-A872-73D91A9F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1485900"/>
            <a:ext cx="188976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成长期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D9C351-C348-4396-B72B-C68561E6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1847850"/>
            <a:ext cx="18897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E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EFF"/>
                </a:solidFill>
                <a:latin typeface="Microsoft YaHei"/>
                <a:ea typeface="Microsoft YaHei"/>
                <a:cs typeface="Microsoft YaHei"/>
              </a:rPr>
              <a:t>7–30天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087BCF-4A79-4B36-AE28-A4B7F141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133600"/>
            <a:ext cx="18897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逐步形成稳定使用习惯。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35F5AC-279E-47AF-8495-DA4410C6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010" y="2914650"/>
            <a:ext cx="2232660" cy="2667000"/>
          </a:xfrm>
          <a:prstGeom xmlns:a="http://schemas.openxmlformats.org/drawingml/2006/main" prst="roundRect">
            <a:avLst>
              <a:gd name="adj" fmla="val 511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A47E61-513C-464E-9267-69FD8CC0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9670" y="1352550"/>
            <a:ext cx="223266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3659A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91CBFB-721E-4CB9-803C-01F14C0E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1120" y="1485900"/>
            <a:ext cx="188976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成熟期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E9AE59-9EED-427A-B9B3-319A2D73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1120" y="1847850"/>
            <a:ext cx="18897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E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EFF"/>
                </a:solidFill>
                <a:latin typeface="Microsoft YaHei"/>
                <a:ea typeface="Microsoft YaHei"/>
                <a:cs typeface="Microsoft YaHei"/>
              </a:rPr>
              <a:t>30–90天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1D0B70-746F-418B-9A6C-7E22E825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1120" y="2133600"/>
            <a:ext cx="18897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价值达到阶段高点。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B012B0-A5E0-4639-84BD-0C150576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9670" y="2914650"/>
            <a:ext cx="2232660" cy="2667000"/>
          </a:xfrm>
          <a:prstGeom xmlns:a="http://schemas.openxmlformats.org/drawingml/2006/main" prst="roundRect">
            <a:avLst>
              <a:gd name="adj" fmla="val 51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2CBBD0-1897-4AB3-9BFF-3B396CB2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1352550"/>
            <a:ext cx="223266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4F7EC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003E70-586E-452D-98BF-B4F7C789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3780" y="1485900"/>
            <a:ext cx="188976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休眠期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CFFB87-2684-465E-844B-32E429A0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3780" y="1847850"/>
            <a:ext cx="18897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E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EFF"/>
                </a:solidFill>
                <a:latin typeface="Microsoft YaHei"/>
                <a:ea typeface="Microsoft YaHei"/>
                <a:cs typeface="Microsoft YaHei"/>
              </a:rPr>
              <a:t>90–120天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818CD7-4526-4AF2-A1DD-271831F3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3780" y="2133600"/>
            <a:ext cx="18897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活跃下降，需要重新激活。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E27BC8-1832-4779-9928-136725B1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2914650"/>
            <a:ext cx="2232660" cy="2667000"/>
          </a:xfrm>
          <a:prstGeom xmlns:a="http://schemas.openxmlformats.org/drawingml/2006/main" prst="roundRect">
            <a:avLst>
              <a:gd name="adj" fmla="val 511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1D0D99-E024-4531-904E-598BC1B8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4990" y="1352550"/>
            <a:ext cx="223266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3659A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DB8A57-32D4-4151-8A5E-2BC0D1F1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6440" y="1485900"/>
            <a:ext cx="188976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流失期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5985FE-B1D7-495A-963F-E63297E5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6440" y="1847850"/>
            <a:ext cx="18897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E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EFF"/>
                </a:solidFill>
                <a:latin typeface="Microsoft YaHei"/>
                <a:ea typeface="Microsoft YaHei"/>
                <a:cs typeface="Microsoft YaHei"/>
              </a:rPr>
              <a:t>120天以上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D8A897-36B8-4047-9818-534BA28A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6440" y="2133600"/>
            <a:ext cx="18897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关系中断或停止使用。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C07E88-77BB-4AAD-A41E-C8EFDB37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4990" y="2914650"/>
            <a:ext cx="2232660" cy="2667000"/>
          </a:xfrm>
          <a:prstGeom xmlns:a="http://schemas.openxmlformats.org/drawingml/2006/main" prst="roundRect">
            <a:avLst>
              <a:gd name="adj" fmla="val 51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179ACE-72B5-4DE7-B15A-D3E45F62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630680" y="4253865"/>
            <a:ext cx="2232660" cy="80581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77C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012EC2-8D39-4BD3-B9D8-FE541766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863340" y="3591306"/>
            <a:ext cx="2232660" cy="6625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77C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F50DC5-A9C2-42B3-885A-224B8996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0" y="3591306"/>
            <a:ext cx="2232660" cy="75209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77C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6DC9D6-DC78-415C-BD87-823AE9DF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28660" y="4343400"/>
            <a:ext cx="2232660" cy="6804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77C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D3CA83-E92D-4259-877B-3E3DD74A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" y="497395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7C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598410-4DF9-43F4-8B70-A72AE7E6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43450"/>
            <a:ext cx="185166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完成注册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首次访问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形成兴趣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284CDD-7E3B-4A3F-B13E-4FD5A0C4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7615" y="416814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7C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E36606-63E4-4EA4-99A0-2F4E6CB5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510" y="4482465"/>
            <a:ext cx="185166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频次提升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功能探索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持续互动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E9220A-5C64-4249-8A84-0FC8BA10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505581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7C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CF2AA5-31C2-4744-ACCE-3F919076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3819906"/>
            <a:ext cx="185166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稳定使用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主动推荐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高价值行为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36B75A-9632-47A4-9DEF-A1123A84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935" y="42576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7C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FFB55D4-E4EA-4B88-9D38-441F9B93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2830" y="4572000"/>
            <a:ext cx="185166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访问下降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响应降低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需求转移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5F3117-D241-41C0-8E80-B2E0FFEA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595" y="4938141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7C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21505C-F8C0-4800-B928-20EE20CC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4743450"/>
            <a:ext cx="185166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长期未访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停止消费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• 负面反馈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B18623A-5909-439A-947D-FC1577CF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8293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不同阶段采用不同的触达、培育、激活和挽回策略</a:t>
            </a:r>
          </a:p>
        </p:txBody>
      </p:sp>
    </p:spTree>
    <p:extLst>
      <p:ext uri="{BB962C8B-B14F-4D97-AF65-F5344CB8AC3E}">
        <p14:creationId xmlns:p14="http://schemas.microsoft.com/office/powerpoint/2010/main" val="9852363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2026-08-09T01:43:44.2530000Z</dcterms:created>
  <dcterms:modified xsi:type="dcterms:W3CDTF">2026-08-09T01:43:44.2530000Z</dcterms:modified>
</coreProperties>
</file>