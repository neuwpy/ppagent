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cb5bd2a7a14300" /><Relationship Type="http://schemas.openxmlformats.org/officeDocument/2006/relationships/extended-properties" Target="/docProps/app.xml" Id="R3b853dd616474006" /><Relationship Type="http://schemas.openxmlformats.org/officeDocument/2006/relationships/officeDocument" Target="/ppt/presentation.xml" Id="R3df173c7140640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fad60881874f77"/>
  </p:sldMasterIdLst>
  <p:notesMasterIdLst>
    <p:notesMasterId xmlns:r="http://schemas.openxmlformats.org/officeDocument/2006/relationships" r:id="R522d555c100f444e"/>
  </p:notesMasterIdLst>
  <p:sldIdLst>
    <p:sldId xmlns:r="http://schemas.openxmlformats.org/officeDocument/2006/relationships" id="256" r:id="Rf9e2236670bc4a7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e9f6345fed24388" /><Relationship Type="http://schemas.openxmlformats.org/officeDocument/2006/relationships/slideMaster" Target="/ppt/slideMasters/slideMaster1.xml" Id="Ra6fad60881874f77" /><Relationship Type="http://schemas.openxmlformats.org/officeDocument/2006/relationships/notesMaster" Target="/ppt/notesMasters/notesMaster1.xml" Id="R522d555c100f444e" /><Relationship Type="http://schemas.openxmlformats.org/officeDocument/2006/relationships/presProps" Target="/ppt/presProps.xml" Id="Ra0dc8b4c0aa64a73" /><Relationship Type="http://schemas.openxmlformats.org/officeDocument/2006/relationships/tableStyles" Target="/ppt/tableStyles.xml" Id="Rd644160e65164ae8" /><Relationship Type="http://schemas.openxmlformats.org/officeDocument/2006/relationships/slide" Target="/ppt/slides/slide1.xml" Id="Rf9e2236670bc4a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750f46513c4f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5fd2b23a2746d2" /><Relationship Type="http://schemas.openxmlformats.org/officeDocument/2006/relationships/notesMaster" Target="/ppt/notesMasters/notesMaster1.xml" Id="R9ed8961cb19c4b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f4202b9dcc42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09868cf68514f2d" /><Relationship Type="http://schemas.openxmlformats.org/officeDocument/2006/relationships/slideLayout" Target="/ppt/slideLayouts/slideLayout1.xml" Id="R7a6aa6ddf44b4e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6aa6ddf44b4e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318396b2be467e" /><Relationship Type="http://schemas.openxmlformats.org/officeDocument/2006/relationships/notesSlide" Target="/ppt/notesSlides/notesSlide1.xml" Id="R2aa75438b98845f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28CDCD-574A-4312-8495-E759D1F68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文献与理论整合框架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B8397-ECE4-4E63-99EC-1FCD574F0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文献与理论整合框架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206FDB-6C34-4156-8AB8-03C964498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81250" y="2857500"/>
            <a:ext cx="742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77C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0D2F27-AED9-4F09-BFCC-18A3D626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81250" y="2857500"/>
            <a:ext cx="3714750" cy="809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6D6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04015-D440-4F91-A311-064A9977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096000" y="2857500"/>
            <a:ext cx="3714750" cy="2667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F149F7-DD4F-45E8-9530-7CA05DCF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096000" y="2857500"/>
            <a:ext cx="3714750" cy="809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6D6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2717A4-B84A-4843-AAF0-012EF2F8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2381250" y="2857500"/>
            <a:ext cx="3714750" cy="2667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298E26-72C3-4D20-98F3-6E69E548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096000" y="3667125"/>
            <a:ext cx="0" cy="1857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6D6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B271B9-990B-4782-B19E-987C04C2F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57500"/>
            <a:ext cx="4000500" cy="1619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1F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0FFB74-D1B3-46BB-A461-4A3722EA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24200"/>
            <a:ext cx="99060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47625" tIns="28575" rIns="4762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可解释性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91CA81-BFC5-4F66-AD48-2F65FD97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124200"/>
            <a:ext cx="99060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47625" tIns="28575" rIns="4762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C86449-B357-4900-9574-54DA572F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24200"/>
            <a:ext cx="99060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47625" tIns="28575" rIns="4762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可迁移性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DB9989-1732-461A-AB2D-9F79F5E2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33800"/>
            <a:ext cx="99060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74A7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47625" tIns="28575" rIns="4762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可复现性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02EAEF-53F9-4DCD-8768-EFF62634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33800"/>
            <a:ext cx="99060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74A75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47625" tIns="28575" rIns="47625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可扩展性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A3CAC3-309D-4351-BF16-2089A62EF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2762250" cy="121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5C9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C6459D-184C-4842-9062-DE79C1423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574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传统理论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3EF7C3-AC2E-412B-B0C3-2FB4E13C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857500"/>
            <a:ext cx="220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E7F1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E7F1FA"/>
                </a:solidFill>
                <a:latin typeface="Microsoft YaHei"/>
                <a:ea typeface="Microsoft YaHei"/>
                <a:cs typeface="Microsoft YaHei"/>
              </a:rPr>
              <a:t>解释基础关系与经典机制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66CE8B-1F8D-4E3C-BDB4-6E076A52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247900"/>
            <a:ext cx="2762250" cy="121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3B5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08A0AA-56A1-4857-9C29-A028D703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4574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数字化视角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203402-7201-4FBE-9247-0739D1A29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57500"/>
            <a:ext cx="220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E7F1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E7F1FA"/>
                </a:solidFill>
                <a:latin typeface="Microsoft YaHei"/>
                <a:ea typeface="Microsoft YaHei"/>
                <a:cs typeface="Microsoft YaHei"/>
              </a:rPr>
              <a:t>补充平台、数据与算法条件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C6747D-99A3-41D2-A7E3-059AA1F1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914900"/>
            <a:ext cx="2762250" cy="121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5C9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A63493-1EEF-4B79-A986-9787DD26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1244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智能技术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370EA2-1C67-4628-9027-845BE6812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524500"/>
            <a:ext cx="220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E7F1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E7F1FA"/>
                </a:solidFill>
                <a:latin typeface="Microsoft YaHei"/>
                <a:ea typeface="Microsoft YaHei"/>
                <a:cs typeface="Microsoft YaHei"/>
              </a:rPr>
              <a:t>连接自动化能力与决策行为</a:t>
            </a:r>
          </a:p>
        </p:txBody>
      </p:sp>
    </p:spTree>
    <p:extLst>
      <p:ext uri="{BB962C8B-B14F-4D97-AF65-F5344CB8AC3E}">
        <p14:creationId xmlns:p14="http://schemas.microsoft.com/office/powerpoint/2010/main" val="18649289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2026-08-09T02:57:10.1210000Z</dcterms:created>
  <dcterms:modified xsi:type="dcterms:W3CDTF">2026-08-09T02:57:10.1210000Z</dcterms:modified>
</coreProperties>
</file>