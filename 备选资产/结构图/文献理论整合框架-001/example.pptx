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a6c1622d8f4684" /><Relationship Type="http://schemas.openxmlformats.org/officeDocument/2006/relationships/extended-properties" Target="/docProps/app.xml" Id="Rd508af0afd0a4401" /><Relationship Type="http://schemas.openxmlformats.org/officeDocument/2006/relationships/officeDocument" Target="/ppt/presentation.xml" Id="R661cd1d89a684d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966a38c52142ff"/>
  </p:sldMasterIdLst>
  <p:notesMasterIdLst>
    <p:notesMasterId xmlns:r="http://schemas.openxmlformats.org/officeDocument/2006/relationships" r:id="R1b862da2bd1d45bc"/>
  </p:notesMasterIdLst>
  <p:sldIdLst>
    <p:sldId xmlns:r="http://schemas.openxmlformats.org/officeDocument/2006/relationships" id="256" r:id="R751473dd524144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30c42069a546c7" /><Relationship Type="http://schemas.openxmlformats.org/officeDocument/2006/relationships/slideMaster" Target="/ppt/slideMasters/slideMaster1.xml" Id="R04966a38c52142ff" /><Relationship Type="http://schemas.openxmlformats.org/officeDocument/2006/relationships/notesMaster" Target="/ppt/notesMasters/notesMaster1.xml" Id="R1b862da2bd1d45bc" /><Relationship Type="http://schemas.openxmlformats.org/officeDocument/2006/relationships/presProps" Target="/ppt/presProps.xml" Id="Rb9641d73aeeb4e9a" /><Relationship Type="http://schemas.openxmlformats.org/officeDocument/2006/relationships/tableStyles" Target="/ppt/tableStyles.xml" Id="R1620c1a4d9644dd6" /><Relationship Type="http://schemas.openxmlformats.org/officeDocument/2006/relationships/slide" Target="/ppt/slides/slide1.xml" Id="R751473dd524144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3320a6995845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4c81ec3f324967" /><Relationship Type="http://schemas.openxmlformats.org/officeDocument/2006/relationships/notesMaster" Target="/ppt/notesMasters/notesMaster1.xml" Id="Rb2c4b5768d414e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d19fcc02464e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8b2b9fab274cf7" /><Relationship Type="http://schemas.openxmlformats.org/officeDocument/2006/relationships/slideLayout" Target="/ppt/slideLayouts/slideLayout1.xml" Id="Rc02ce54bd21f49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2ce54bd21f49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95bcd3f4940bd" /><Relationship Type="http://schemas.openxmlformats.org/officeDocument/2006/relationships/notesSlide" Target="/ppt/notesSlides/notesSlide1.xml" Id="R883cf6ad227247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6AB0A5-3A33-4B0E-9A1A-DDA5DDD8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文献与理论整合框架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CCD4C-010C-429D-821E-2067EABB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文献与理论整合框架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81295-E32B-4ACC-832B-12972190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33625" y="26670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FC2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6AE77-865F-4096-9231-8D9CED14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096000" y="2667000"/>
            <a:ext cx="3762375" cy="2971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D9B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A83F8B-C00C-478A-9084-BFBC3B43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2333625" y="2667000"/>
            <a:ext cx="3762375" cy="2971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FC2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D03271-8C85-42CF-A184-D15130D2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57500"/>
            <a:ext cx="4305300" cy="17526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EFF6FC"/>
              </a:gs>
              <a:gs pos="100000">
                <a:srgbClr val="D9E9F7"/>
              </a:gs>
            </a:gsLst>
            <a:lin ang="1080000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PPAGENT_QA|parent=theory-criterion-0|domains=theory-criteria">
            <a:extLst xmlns:a="http://schemas.openxmlformats.org/drawingml/2006/main">
              <a:ext uri="{FF2B5EF4-FFF2-40B4-BE49-F238E27FC236}">
                <a16:creationId xmlns:a16="http://schemas.microsoft.com/office/drawing/2014/main" id="{24B4F713-BF47-4788-9E33-C9A18F63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43250"/>
            <a:ext cx="10668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可解释性</a:t>
            </a:r>
          </a:p>
        </p:txBody>
      </p:sp>
      <p:sp>
        <p:nvSpPr>
          <p:cNvPr id="8" name="PPAGENT_QA|parent=theory-criterion-1|domains=theory-criteria">
            <a:extLst xmlns:a="http://schemas.openxmlformats.org/drawingml/2006/main">
              <a:ext uri="{FF2B5EF4-FFF2-40B4-BE49-F238E27FC236}">
                <a16:creationId xmlns:a16="http://schemas.microsoft.com/office/drawing/2014/main" id="{359FE706-C0D2-46DC-AEAE-C8086D90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43250"/>
            <a:ext cx="10668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可验证性</a:t>
            </a:r>
          </a:p>
        </p:txBody>
      </p:sp>
      <p:sp>
        <p:nvSpPr>
          <p:cNvPr id="9" name="PPAGENT_QA|parent=theory-criterion-2|domains=theory-criteria">
            <a:extLst xmlns:a="http://schemas.openxmlformats.org/drawingml/2006/main">
              <a:ext uri="{FF2B5EF4-FFF2-40B4-BE49-F238E27FC236}">
                <a16:creationId xmlns:a16="http://schemas.microsoft.com/office/drawing/2014/main" id="{B57F12E1-F632-47C5-A8DC-3BF07FA6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43250"/>
            <a:ext cx="10668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可迁移性</a:t>
            </a:r>
          </a:p>
        </p:txBody>
      </p:sp>
      <p:sp>
        <p:nvSpPr>
          <p:cNvPr id="10" name="PPAGENT_QA|parent=theory-criterion-3|domains=theory-criteria">
            <a:extLst xmlns:a="http://schemas.openxmlformats.org/drawingml/2006/main">
              <a:ext uri="{FF2B5EF4-FFF2-40B4-BE49-F238E27FC236}">
                <a16:creationId xmlns:a16="http://schemas.microsoft.com/office/drawing/2014/main" id="{1204A27A-3C16-4A68-82E7-4B7DAF1F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52850"/>
            <a:ext cx="10668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74A7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可复现性</a:t>
            </a:r>
          </a:p>
        </p:txBody>
      </p:sp>
      <p:sp>
        <p:nvSpPr>
          <p:cNvPr id="11" name="PPAGENT_QA|parent=theory-criterion-4|domains=theory-criteria">
            <a:extLst xmlns:a="http://schemas.openxmlformats.org/drawingml/2006/main">
              <a:ext uri="{FF2B5EF4-FFF2-40B4-BE49-F238E27FC236}">
                <a16:creationId xmlns:a16="http://schemas.microsoft.com/office/drawing/2014/main" id="{0EBD184A-3542-471B-AFF1-FAE33C7C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52850"/>
            <a:ext cx="10668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74A7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可扩展性</a:t>
            </a:r>
          </a:p>
        </p:txBody>
      </p:sp>
      <p:sp>
        <p:nvSpPr>
          <p:cNvPr id="12" name="PPAGENT_QA|parent=theory-domain-0|domains=theory-domains">
            <a:extLst xmlns:a="http://schemas.openxmlformats.org/drawingml/2006/main">
              <a:ext uri="{FF2B5EF4-FFF2-40B4-BE49-F238E27FC236}">
                <a16:creationId xmlns:a16="http://schemas.microsoft.com/office/drawing/2014/main" id="{58A5FDDC-3130-415D-8D8B-1CA48394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152650"/>
            <a:ext cx="2590800" cy="10287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F78B7"/>
              </a:gs>
              <a:gs pos="100000">
                <a:srgbClr val="174A75"/>
              </a:gs>
            </a:gsLst>
            <a:lin ang="10800000"/>
          </a:gra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34AD25-120A-404B-817D-715B2BE0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30505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传统理论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3AC107-8F14-46CE-8BBB-6104272F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64795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7F1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7F1FA"/>
                </a:solidFill>
                <a:latin typeface="Microsoft YaHei"/>
                <a:ea typeface="Microsoft YaHei"/>
                <a:cs typeface="Microsoft YaHei"/>
              </a:rPr>
              <a:t>解释基础关系与经典机制</a:t>
            </a:r>
          </a:p>
        </p:txBody>
      </p:sp>
      <p:sp>
        <p:nvSpPr>
          <p:cNvPr id="15" name="PPAGENT_QA|parent=theory-domain-1|domains=theory-domains">
            <a:extLst xmlns:a="http://schemas.openxmlformats.org/drawingml/2006/main">
              <a:ext uri="{FF2B5EF4-FFF2-40B4-BE49-F238E27FC236}">
                <a16:creationId xmlns:a16="http://schemas.microsoft.com/office/drawing/2014/main" id="{8C5007C4-8407-427A-B4F3-8E772F0B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152650"/>
            <a:ext cx="2590800" cy="10287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C87C7"/>
              </a:gs>
              <a:gs pos="100000">
                <a:srgbClr val="1D5D93"/>
              </a:gs>
            </a:gsLst>
            <a:lin ang="10800000"/>
          </a:gra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B7FB93-AB90-40F0-B86D-766CE21C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30505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数字化视角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43C9D5-87B4-4AAD-ACED-37F9294E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64795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7F1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7F1FA"/>
                </a:solidFill>
                <a:latin typeface="Microsoft YaHei"/>
                <a:ea typeface="Microsoft YaHei"/>
                <a:cs typeface="Microsoft YaHei"/>
              </a:rPr>
              <a:t>补充平台、数据与算法条件</a:t>
            </a:r>
          </a:p>
        </p:txBody>
      </p:sp>
      <p:sp>
        <p:nvSpPr>
          <p:cNvPr id="18" name="PPAGENT_QA|parent=theory-domain-2|domains=theory-domains">
            <a:extLst xmlns:a="http://schemas.openxmlformats.org/drawingml/2006/main">
              <a:ext uri="{FF2B5EF4-FFF2-40B4-BE49-F238E27FC236}">
                <a16:creationId xmlns:a16="http://schemas.microsoft.com/office/drawing/2014/main" id="{A72C42B1-AC25-436C-BE4B-BD1FEAC6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124450"/>
            <a:ext cx="2590800" cy="10287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F78B7"/>
              </a:gs>
              <a:gs pos="100000">
                <a:srgbClr val="174A75"/>
              </a:gs>
            </a:gsLst>
            <a:lin ang="10800000"/>
          </a:gra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29810C-3FAC-4432-9071-3FE63546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27685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智能技术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66BDB5-2DF7-4948-B850-2210A63C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61975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7F1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7F1FA"/>
                </a:solidFill>
                <a:latin typeface="Microsoft YaHei"/>
                <a:ea typeface="Microsoft YaHei"/>
                <a:cs typeface="Microsoft YaHei"/>
              </a:rPr>
              <a:t>连接自动化能力与决策行为</a:t>
            </a:r>
          </a:p>
        </p:txBody>
      </p:sp>
    </p:spTree>
    <p:extLst>
      <p:ext uri="{BB962C8B-B14F-4D97-AF65-F5344CB8AC3E}">
        <p14:creationId xmlns:p14="http://schemas.microsoft.com/office/powerpoint/2010/main" val="16799546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2026-08-10T11:50:14.4590000Z</dcterms:created>
  <dcterms:modified xsi:type="dcterms:W3CDTF">2026-08-10T11:50:14.4600000Z</dcterms:modified>
</coreProperties>
</file>