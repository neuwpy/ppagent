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0dab308dc647cd" /><Relationship Type="http://schemas.openxmlformats.org/officeDocument/2006/relationships/extended-properties" Target="/docProps/app.xml" Id="Rf274a2a38e7143f6" /><Relationship Type="http://schemas.openxmlformats.org/officeDocument/2006/relationships/officeDocument" Target="/ppt/presentation.xml" Id="R38730362035c43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4c549c684c4779"/>
  </p:sldMasterIdLst>
  <p:notesMasterIdLst>
    <p:notesMasterId xmlns:r="http://schemas.openxmlformats.org/officeDocument/2006/relationships" r:id="R9b7f4154ed564c88"/>
  </p:notesMasterIdLst>
  <p:sldIdLst>
    <p:sldId xmlns:r="http://schemas.openxmlformats.org/officeDocument/2006/relationships" id="256" r:id="Refb0eb3e0edc4e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fe505ec3c44f60" /><Relationship Type="http://schemas.openxmlformats.org/officeDocument/2006/relationships/slideMaster" Target="/ppt/slideMasters/slideMaster1.xml" Id="Rae4c549c684c4779" /><Relationship Type="http://schemas.openxmlformats.org/officeDocument/2006/relationships/notesMaster" Target="/ppt/notesMasters/notesMaster1.xml" Id="R9b7f4154ed564c88" /><Relationship Type="http://schemas.openxmlformats.org/officeDocument/2006/relationships/presProps" Target="/ppt/presProps.xml" Id="R523604b98c35423b" /><Relationship Type="http://schemas.openxmlformats.org/officeDocument/2006/relationships/tableStyles" Target="/ppt/tableStyles.xml" Id="R91f1d3a966de464a" /><Relationship Type="http://schemas.openxmlformats.org/officeDocument/2006/relationships/slide" Target="/ppt/slides/slide1.xml" Id="Refb0eb3e0edc4e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86c85fe84245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995a5d875c4c9c" /><Relationship Type="http://schemas.openxmlformats.org/officeDocument/2006/relationships/notesMaster" Target="/ppt/notesMasters/notesMaster1.xml" Id="R6ca0fb10e82a46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83396cb0946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67e5aec3c04f54" /><Relationship Type="http://schemas.openxmlformats.org/officeDocument/2006/relationships/slideLayout" Target="/ppt/slideLayouts/slideLayout1.xml" Id="Rdaf1ca8f249c47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f1ca8f249c47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561d87405413e" /><Relationship Type="http://schemas.openxmlformats.org/officeDocument/2006/relationships/notesSlide" Target="/ppt/notesSlides/notesSlide1.xml" Id="R151d97e4f67c44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5C5CB-1821-4AB5-9229-039F0BAE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多角色泳道流程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678C1-578B-44B2-B29A-45AB6DF6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多角色泳道流程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F35E4-293E-422D-9FEC-DEC900BB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A6184-1BC9-4C75-82AE-AE7E8EF4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43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DFD59-A1A4-4E68-8BAC-E09E0534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43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DF969-B794-400F-B3A4-48E42220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8FF9D-119D-4762-91E5-D1025B2A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28750"/>
            <a:ext cx="666750" cy="13525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BCF7C-AB61-40CF-A083-03F80575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5569A-EA40-49C8-A5F6-E20F2633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0"/>
            <a:ext cx="666750" cy="13525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5EF2C-F052-4065-9D7D-7BA555BF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B"/>
          </a:solidFill>
          <a:ln xmlns:a="http://schemas.openxmlformats.org/drawingml/2006/main" w="9525">
            <a:solidFill>
              <a:srgbClr val="C9D5E3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C5942-B9DF-4426-8CBF-82959F23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86250"/>
            <a:ext cx="666750" cy="13525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4CB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 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C54C4-B4CF-4E77-9440-29436975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9906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F9729-6596-427C-A9A5-C7649A90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71650"/>
            <a:ext cx="1600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提出需求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4A56F-0E30-4E25-8B3B-F4407B0C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00400"/>
            <a:ext cx="1600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审核需求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349B8-3CFA-4443-9A26-A1693751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29150"/>
            <a:ext cx="1600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A1BD7-E5FC-448A-BA7A-E7D9C21E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0400"/>
            <a:ext cx="1600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C3FDA-8F51-41EA-862A-695A9C0A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71650"/>
            <a:ext cx="1600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完成验收</a:t>
            </a:r>
          </a:p>
        </p:txBody>
      </p:sp>
      <p:cxnSp>
        <p:nvCxnSpPr>
          <p:cNvPr id="39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2381250" y="245745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C8A9A"/>
            </a:solidFill>
            <a:prstDash val="dash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181350" y="3543300"/>
            <a:ext cx="8763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C8A9A"/>
            </a:solidFill>
            <a:prstDash val="dash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5657850" y="3543300"/>
            <a:ext cx="8763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C8A9A"/>
            </a:solidFill>
            <a:prstDash val="dash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134350" y="2114550"/>
            <a:ext cx="8763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C8A9A"/>
            </a:solidFill>
            <a:prstDash val="dash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596217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2026-08-08T07:34:32.7420000Z</dcterms:created>
  <dcterms:modified xsi:type="dcterms:W3CDTF">2026-08-08T07:34:32.7430000Z</dcterms:modified>
</coreProperties>
</file>