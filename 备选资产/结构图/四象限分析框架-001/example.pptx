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8122658d4a46ed" /><Relationship Type="http://schemas.openxmlformats.org/officeDocument/2006/relationships/extended-properties" Target="/docProps/app.xml" Id="R0e3c9cf5a1054293" /><Relationship Type="http://schemas.openxmlformats.org/officeDocument/2006/relationships/officeDocument" Target="/ppt/presentation.xml" Id="R78812df19a3a41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d5ed163c0649b9"/>
  </p:sldMasterIdLst>
  <p:notesMasterIdLst>
    <p:notesMasterId xmlns:r="http://schemas.openxmlformats.org/officeDocument/2006/relationships" r:id="Rf0392932b62442fd"/>
  </p:notesMasterIdLst>
  <p:sldIdLst>
    <p:sldId xmlns:r="http://schemas.openxmlformats.org/officeDocument/2006/relationships" id="256" r:id="Rc5068b79720146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4a17f1de04475a" /><Relationship Type="http://schemas.openxmlformats.org/officeDocument/2006/relationships/slideMaster" Target="/ppt/slideMasters/slideMaster1.xml" Id="R8ad5ed163c0649b9" /><Relationship Type="http://schemas.openxmlformats.org/officeDocument/2006/relationships/notesMaster" Target="/ppt/notesMasters/notesMaster1.xml" Id="Rf0392932b62442fd" /><Relationship Type="http://schemas.openxmlformats.org/officeDocument/2006/relationships/presProps" Target="/ppt/presProps.xml" Id="R26f691e84a804d96" /><Relationship Type="http://schemas.openxmlformats.org/officeDocument/2006/relationships/tableStyles" Target="/ppt/tableStyles.xml" Id="R3c8046dbf39f4d4a" /><Relationship Type="http://schemas.openxmlformats.org/officeDocument/2006/relationships/slide" Target="/ppt/slides/slide1.xml" Id="Rc5068b79720146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911d77042c41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1d7da587044872" /><Relationship Type="http://schemas.openxmlformats.org/officeDocument/2006/relationships/notesMaster" Target="/ppt/notesMasters/notesMaster1.xml" Id="Refe8c52b206245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efb748bdec4c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5872632c324b42" /><Relationship Type="http://schemas.openxmlformats.org/officeDocument/2006/relationships/slideLayout" Target="/ppt/slideLayouts/slideLayout1.xml" Id="R9752a3b3dc6a44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52a3b3dc6a44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8db8caa3440a5" /><Relationship Type="http://schemas.openxmlformats.org/officeDocument/2006/relationships/notesSlide" Target="/ppt/notesSlides/notesSlide1.xml" Id="R7767606658a148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B7818E-71B2-465B-9018-A374DA6E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四象限分析框架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720E8-F3FE-4DF9-BEEC-10FFB907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四象限分析框架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5A0237-7BAA-4DBF-A9A1-9D661778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4857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FF23D-F6CB-44E9-8E60-2E0E7187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4857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象限一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EF80A-C071-440A-B1EF-7542C477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90750"/>
            <a:ext cx="4400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填写本象限的判断依据、现状或行动建议。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24209-7D51-471E-86C5-385D4221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857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A8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87CD0-A6B9-4475-8A12-A4FEE31D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857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象限二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5C4E51-A4B4-4632-BA97-59220260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90750"/>
            <a:ext cx="4400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填写本象限的判断依据、现状或行动建议。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CE174-7433-4A7F-AE07-47A47F9F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4857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8C3FA5-2ECE-458D-A078-B34E06C5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4857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象限三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5E789C-B917-4DDF-9E05-E6F2404A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19625"/>
            <a:ext cx="4400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填写本象限的判断依据、现状或行动建议。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48178D-2450-42DF-B9AC-A2E78364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4857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A8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15FEE6-08FF-4359-98B9-756A5E0E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4857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象限四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F8A552-28AD-430D-9AAD-0F787B19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19625"/>
            <a:ext cx="4400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填写本象限的判断依据、现状或行动建议。</a:t>
            </a:r>
          </a:p>
        </p:txBody>
      </p:sp>
    </p:spTree>
    <p:extLst>
      <p:ext uri="{BB962C8B-B14F-4D97-AF65-F5344CB8AC3E}">
        <p14:creationId xmlns:p14="http://schemas.microsoft.com/office/powerpoint/2010/main" val="5234632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2026-08-08T07:13:29.4290000Z</dcterms:created>
  <dcterms:modified xsi:type="dcterms:W3CDTF">2026-08-08T07:13:29.4300000Z</dcterms:modified>
</coreProperties>
</file>