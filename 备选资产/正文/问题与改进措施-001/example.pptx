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99ad71604f4a95" /><Relationship Type="http://schemas.openxmlformats.org/officeDocument/2006/relationships/extended-properties" Target="/docProps/app.xml" Id="Rdc70d40fc76d44ff" /><Relationship Type="http://schemas.openxmlformats.org/officeDocument/2006/relationships/officeDocument" Target="/ppt/presentation.xml" Id="R0520fc5873984b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ae15bd94f9477b"/>
  </p:sldMasterIdLst>
  <p:notesMasterIdLst>
    <p:notesMasterId xmlns:r="http://schemas.openxmlformats.org/officeDocument/2006/relationships" r:id="R73039fad82374e52"/>
  </p:notesMasterIdLst>
  <p:sldIdLst>
    <p:sldId xmlns:r="http://schemas.openxmlformats.org/officeDocument/2006/relationships" id="256" r:id="Rcf937442e2c243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e6d30469184eb9" /><Relationship Type="http://schemas.openxmlformats.org/officeDocument/2006/relationships/slideMaster" Target="/ppt/slideMasters/slideMaster1.xml" Id="R12ae15bd94f9477b" /><Relationship Type="http://schemas.openxmlformats.org/officeDocument/2006/relationships/notesMaster" Target="/ppt/notesMasters/notesMaster1.xml" Id="R73039fad82374e52" /><Relationship Type="http://schemas.openxmlformats.org/officeDocument/2006/relationships/presProps" Target="/ppt/presProps.xml" Id="Rac2279b4181a44ce" /><Relationship Type="http://schemas.openxmlformats.org/officeDocument/2006/relationships/tableStyles" Target="/ppt/tableStyles.xml" Id="R0ee540ab764d46b3" /><Relationship Type="http://schemas.openxmlformats.org/officeDocument/2006/relationships/slide" Target="/ppt/slides/slide1.xml" Id="Rcf937442e2c243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fd99accb49a45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5d1d26b7aa4c15" /><Relationship Type="http://schemas.openxmlformats.org/officeDocument/2006/relationships/notesMaster" Target="/ppt/notesMasters/notesMaster1.xml" Id="R0a1cb04b5ed840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087311188847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929b2a41ee4099" /><Relationship Type="http://schemas.openxmlformats.org/officeDocument/2006/relationships/slideLayout" Target="/ppt/slideLayouts/slideLayout1.xml" Id="Rab4777a9879e43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4777a9879e43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7723e0335434d" /><Relationship Type="http://schemas.openxmlformats.org/officeDocument/2006/relationships/notesSlide" Target="/ppt/notesSlides/notesSlide1.xml" Id="R2d946b805f244e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D21925-D537-4ED3-8454-152DE680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问题与改进措施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D109C3-3B50-4697-AFE2-9B2BB9F7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C8A9A"/>
                </a:solidFill>
                <a:latin typeface="Microsoft YaHei"/>
                <a:ea typeface="Microsoft YaHei"/>
                <a:cs typeface="Microsoft YaHei"/>
              </a:rPr>
              <a:t>问题—改进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61D06-7334-461C-8891-B83C966E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4476750" cy="45720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A0D3DD-98EA-4AD7-A117-438A7E5A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28750"/>
            <a:ext cx="4476750" cy="4572000"/>
          </a:xfrm>
          <a:prstGeom xmlns:a="http://schemas.openxmlformats.org/drawingml/2006/main" prst="roundRect">
            <a:avLst>
              <a:gd name="adj" fmla="val 25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A8D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9881E-1E71-409B-994C-4B98814E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存在问题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B4D718-6C5A-47E8-927E-3DFDA84E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954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A8D8"/>
                </a:solidFill>
                <a:latin typeface="Microsoft YaHei"/>
                <a:ea typeface="Microsoft YaHei"/>
                <a:cs typeface="Microsoft YaHei"/>
              </a:rPr>
              <a:t>改进措施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90643-C9B9-4F99-9B38-3B345404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3714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F7FB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问题一：简要说明现状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15763-809C-437C-8128-D83435E4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3714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F7FB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问题二：简要说明现状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E504D7-9195-455A-8AEE-C404C86E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00550"/>
            <a:ext cx="3714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1F7FB"/>
          </a:solidFill>
          <a:ln xmlns:a="http://schemas.openxmlformats.org/drawingml/2006/main" w="9525">
            <a:solidFill>
              <a:srgbClr val="C9D5E3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问题三：简要说明现状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59F7EA-AAFB-4351-960D-40F703A0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81250"/>
            <a:ext cx="3714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CFBFC"/>
          </a:solidFill>
          <a:ln xmlns:a="http://schemas.openxmlformats.org/drawingml/2006/main" w="9525">
            <a:solidFill>
              <a:srgbClr val="A8E7EA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措施一：说明对应行动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20634-7ACA-4ADA-89AC-8192DDB4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90900"/>
            <a:ext cx="3714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CFBFC"/>
          </a:solidFill>
          <a:ln xmlns:a="http://schemas.openxmlformats.org/drawingml/2006/main" w="9525">
            <a:solidFill>
              <a:srgbClr val="A8E7EA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措施二：说明对应行动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3F420-C5BF-4043-B42B-FF31FCD2D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400550"/>
            <a:ext cx="3714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CFBFC"/>
          </a:solidFill>
          <a:ln xmlns:a="http://schemas.openxmlformats.org/drawingml/2006/main" w="9525">
            <a:solidFill>
              <a:srgbClr val="A8E7EA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措施三：说明对应行动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D6883-D2BE-4726-B0D8-56692BF0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24200"/>
            <a:ext cx="1104900" cy="1104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4CBD1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</p:spTree>
    <p:extLst>
      <p:ext uri="{BB962C8B-B14F-4D97-AF65-F5344CB8AC3E}">
        <p14:creationId xmlns:p14="http://schemas.microsoft.com/office/powerpoint/2010/main" val="19137617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2026-08-08T07:16:30.0700000Z</dcterms:created>
  <dcterms:modified xsi:type="dcterms:W3CDTF">2026-08-08T07:16:30.0710000Z</dcterms:modified>
</coreProperties>
</file>