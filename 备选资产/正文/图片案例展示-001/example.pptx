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e68b110d0345a0" /><Relationship Type="http://schemas.openxmlformats.org/officeDocument/2006/relationships/extended-properties" Target="/docProps/app.xml" Id="R29839dd804844c13" /><Relationship Type="http://schemas.openxmlformats.org/officeDocument/2006/relationships/officeDocument" Target="/ppt/presentation.xml" Id="Redff2ffd579847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f18ae304bb4eca"/>
  </p:sldMasterIdLst>
  <p:notesMasterIdLst>
    <p:notesMasterId xmlns:r="http://schemas.openxmlformats.org/officeDocument/2006/relationships" r:id="R255191db16534cb5"/>
  </p:notesMasterIdLst>
  <p:sldIdLst>
    <p:sldId xmlns:r="http://schemas.openxmlformats.org/officeDocument/2006/relationships" id="256" r:id="Rc5d3a78f56b44d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b2f501baef4a9d" /><Relationship Type="http://schemas.openxmlformats.org/officeDocument/2006/relationships/slideMaster" Target="/ppt/slideMasters/slideMaster1.xml" Id="R57f18ae304bb4eca" /><Relationship Type="http://schemas.openxmlformats.org/officeDocument/2006/relationships/notesMaster" Target="/ppt/notesMasters/notesMaster1.xml" Id="R255191db16534cb5" /><Relationship Type="http://schemas.openxmlformats.org/officeDocument/2006/relationships/presProps" Target="/ppt/presProps.xml" Id="Rd2a80335ee434311" /><Relationship Type="http://schemas.openxmlformats.org/officeDocument/2006/relationships/tableStyles" Target="/ppt/tableStyles.xml" Id="Rc506abce60e94d12" /><Relationship Type="http://schemas.openxmlformats.org/officeDocument/2006/relationships/slide" Target="/ppt/slides/slide1.xml" Id="Rc5d3a78f56b44d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97d2dcd7d34f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ba4609aedf4756" /><Relationship Type="http://schemas.openxmlformats.org/officeDocument/2006/relationships/notesMaster" Target="/ppt/notesMasters/notesMaster1.xml" Id="R0fe539b0a6ee45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7d1698bb14a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2d66eb17ab4af5" /><Relationship Type="http://schemas.openxmlformats.org/officeDocument/2006/relationships/slideLayout" Target="/ppt/slideLayouts/slideLayout1.xml" Id="R33dd42f2561041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dd42f2561041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1e625578d4cf9" /><Relationship Type="http://schemas.openxmlformats.org/officeDocument/2006/relationships/notesSlide" Target="/ppt/notesSlides/notesSlide1.xml" Id="Ra74651906d5840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AEB8F-15C1-494B-91FD-3D7136CA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图片案例展示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96B26-9D1A-456B-BFA5-9019DBC3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图片案例展示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C7FA0-B7A2-4D62-A48C-8D73D172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3619500" cy="4762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AB859-24B1-45DD-B04D-5092772E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20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案例一  指标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096E6-6BF7-4E20-BA18-14EB6921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2004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D0DAE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图片区域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A82CC-ED90-4360-8D03-4C23F2B5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填写案例说明或结果摘要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B91AB-B431-424B-B8BE-62C7CF3C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09700"/>
            <a:ext cx="3619500" cy="4762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47ACB-8FD7-4FBB-B228-1B40C975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00200"/>
            <a:ext cx="320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案例二  指标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7E85B-AA0E-4434-AEF1-C3C3EAD5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32004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D0DAE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图片区域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9A413-BF6F-4EFF-BEBE-637D3CF4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8160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填写案例说明或结果摘要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DB654-9053-4708-A25D-19D819EF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09700"/>
            <a:ext cx="3619500" cy="4762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9490A-7ACA-4293-9DDC-DB9E6621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00200"/>
            <a:ext cx="320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案例三  指标 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93EDF-184F-4BB5-B987-2F9CD917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32004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D0DAE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图片区域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B5030-C03E-4390-ABB2-0E46D1CA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8160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填写案例说明或结果摘要</a:t>
            </a:r>
          </a:p>
        </p:txBody>
      </p:sp>
    </p:spTree>
    <p:extLst>
      <p:ext uri="{BB962C8B-B14F-4D97-AF65-F5344CB8AC3E}">
        <p14:creationId xmlns:p14="http://schemas.microsoft.com/office/powerpoint/2010/main" val="1239384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2026-08-08T07:16:29.9710000Z</dcterms:created>
  <dcterms:modified xsi:type="dcterms:W3CDTF">2026-08-08T07:16:29.9710000Z</dcterms:modified>
</coreProperties>
</file>