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881cc77824979" /><Relationship Type="http://schemas.openxmlformats.org/officeDocument/2006/relationships/extended-properties" Target="/docProps/app.xml" Id="R2bbd8d050b4f49b3" /><Relationship Type="http://schemas.openxmlformats.org/officeDocument/2006/relationships/officeDocument" Target="/ppt/presentation.xml" Id="R46e7b3d23032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487025c183456d"/>
  </p:sldMasterIdLst>
  <p:notesMasterIdLst>
    <p:notesMasterId xmlns:r="http://schemas.openxmlformats.org/officeDocument/2006/relationships" r:id="R595ef5070a924ee6"/>
  </p:notesMasterIdLst>
  <p:sldIdLst>
    <p:sldId xmlns:r="http://schemas.openxmlformats.org/officeDocument/2006/relationships" id="256" r:id="R797fc7f9027f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2c4194c0a45f0" /><Relationship Type="http://schemas.openxmlformats.org/officeDocument/2006/relationships/slideMaster" Target="/ppt/slideMasters/slideMaster1.xml" Id="Rde487025c183456d" /><Relationship Type="http://schemas.openxmlformats.org/officeDocument/2006/relationships/notesMaster" Target="/ppt/notesMasters/notesMaster1.xml" Id="R595ef5070a924ee6" /><Relationship Type="http://schemas.openxmlformats.org/officeDocument/2006/relationships/presProps" Target="/ppt/presProps.xml" Id="R40161018f1af4852" /><Relationship Type="http://schemas.openxmlformats.org/officeDocument/2006/relationships/tableStyles" Target="/ppt/tableStyles.xml" Id="Rbe2440ba101147e3" /><Relationship Type="http://schemas.openxmlformats.org/officeDocument/2006/relationships/slide" Target="/ppt/slides/slide1.xml" Id="R797fc7f9027f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96ee32d1849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66a4284544134" /><Relationship Type="http://schemas.openxmlformats.org/officeDocument/2006/relationships/notesMaster" Target="/ppt/notesMasters/notesMaster1.xml" Id="R76665f0b05964f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c5ebb37ee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b31f00f424f24" /><Relationship Type="http://schemas.openxmlformats.org/officeDocument/2006/relationships/slideLayout" Target="/ppt/slideLayouts/slideLayout1.xml" Id="R74fe3469aace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e3469aace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fec261d76414a" /><Relationship Type="http://schemas.openxmlformats.org/officeDocument/2006/relationships/chart" Target="/ppt/slides/charts/chart1.xml" Id="R6ca72f6273f14c19" /><Relationship Type="http://schemas.openxmlformats.org/officeDocument/2006/relationships/notesSlide" Target="/ppt/notesSlides/notesSlide1.xml" Id="R0622c9a04d5949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指标值</c:v>
          </c:tx>
          <c:spPr>
            <a:solidFill xmlns:a="http://schemas.openxmlformats.org/drawingml/2006/main">
              <a:srgbClr val="1677C8"/>
            </a:solidFill>
          </c:spPr>
          <c:cat>
            <c:strLit>
              <c:ptCount val="4"/>
              <c:pt idx="0">
                <c:v>阶段一</c:v>
              </c:pt>
              <c:pt idx="1">
                <c:v>阶段二</c:v>
              </c:pt>
              <c:pt idx="2">
                <c:v>阶段三</c:v>
              </c:pt>
              <c:pt idx="3">
                <c:v>阶段四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58</c:v>
              </c:pt>
              <c:pt idx="2">
                <c:v>71</c:v>
              </c:pt>
              <c:pt idx="3">
                <c:v>86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4DA6C-0B1B-4062-BCFA-7B130DE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数据摘要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E087E-909B-4F00-B4AD-49186CF1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数据摘要面板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F5921-436A-4541-AFD7-EBDE234B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 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B39D2-3754-4E77-A1CE-C51FA17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 B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1,280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3DCAD-CBA6-4AD5-8461-6E9BF385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811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 C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6A3EB-4C67-4482-8D2C-D8D45C2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811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 D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6163F-20A3-4773-ACF2-80C8696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7239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5D0E7-CF34-4131-9DCE-59AEA0F2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阶段数据对比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71550" y="3543300"/>
          <a:ext xmlns:a="http://schemas.openxmlformats.org/drawingml/2006/main" cx="6572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a72f6273f14c1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E6380-1071-48BE-9CFB-FC0F763C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A27D5-3019-4BCF-AE92-8C4AF6D2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结论摘要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79D82-AED0-4550-8694-92E90836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2724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用两到三条简短结论解释数据变化、主要贡献和后续关注点。</a:t>
            </a:r>
          </a:p>
        </p:txBody>
      </p:sp>
    </p:spTree>
    <p:extLst>
      <p:ext uri="{BB962C8B-B14F-4D97-AF65-F5344CB8AC3E}">
        <p14:creationId xmlns:p14="http://schemas.microsoft.com/office/powerpoint/2010/main" val="1975293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2026-08-08T07:09:31.9920000Z</dcterms:created>
  <dcterms:modified xsi:type="dcterms:W3CDTF">2026-08-08T07:09:31.9920000Z</dcterms:modified>
</coreProperties>
</file>