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4b662e4e844be6" /><Relationship Type="http://schemas.openxmlformats.org/officeDocument/2006/relationships/extended-properties" Target="/docProps/app.xml" Id="R9d07fcfc55614828" /><Relationship Type="http://schemas.openxmlformats.org/officeDocument/2006/relationships/officeDocument" Target="/ppt/presentation.xml" Id="R86eb2bfd70c44b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3270241bf046aa"/>
  </p:sldMasterIdLst>
  <p:notesMasterIdLst>
    <p:notesMasterId xmlns:r="http://schemas.openxmlformats.org/officeDocument/2006/relationships" r:id="R2df9fe5d269c4da3"/>
  </p:notesMasterIdLst>
  <p:sldIdLst>
    <p:sldId xmlns:r="http://schemas.openxmlformats.org/officeDocument/2006/relationships" id="256" r:id="R2aff1703dd8648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242e951fc9410d" /><Relationship Type="http://schemas.openxmlformats.org/officeDocument/2006/relationships/slideMaster" Target="/ppt/slideMasters/slideMaster1.xml" Id="R6d3270241bf046aa" /><Relationship Type="http://schemas.openxmlformats.org/officeDocument/2006/relationships/notesMaster" Target="/ppt/notesMasters/notesMaster1.xml" Id="R2df9fe5d269c4da3" /><Relationship Type="http://schemas.openxmlformats.org/officeDocument/2006/relationships/presProps" Target="/ppt/presProps.xml" Id="R98d412e5ae7c45c7" /><Relationship Type="http://schemas.openxmlformats.org/officeDocument/2006/relationships/tableStyles" Target="/ppt/tableStyles.xml" Id="R8a0f4a04408b44e3" /><Relationship Type="http://schemas.openxmlformats.org/officeDocument/2006/relationships/slide" Target="/ppt/slides/slide1.xml" Id="R2aff1703dd8648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76b5be5ec747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a54c8b08aa4837" /><Relationship Type="http://schemas.openxmlformats.org/officeDocument/2006/relationships/notesMaster" Target="/ppt/notesMasters/notesMaster1.xml" Id="R848eaa1b263c48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e60905ce2549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09a892b24d4910" /><Relationship Type="http://schemas.openxmlformats.org/officeDocument/2006/relationships/slideLayout" Target="/ppt/slideLayouts/slideLayout1.xml" Id="R380af63e44144f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0af63e44144f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a27fdcfca4a79" /><Relationship Type="http://schemas.openxmlformats.org/officeDocument/2006/relationships/notesSlide" Target="/ppt/notesSlides/notesSlide1.xml" Id="Rcd38703e4f1d4b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A806F9-9D48-4671-B337-E4391A70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双人群画像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2476B-79AA-4CC0-A4CF-093A64CA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双人群画像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AA91C0-903E-4CCD-91D4-FBCC769E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533400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E3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B4B73-1486-4308-A357-D8799018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352550"/>
            <a:ext cx="44196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人群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2FB546-9AB3-4E11-811B-DD4D7E3A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573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BAF05-645D-40F2-9DCB-A644E636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43150"/>
            <a:ext cx="461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基础特征 · 场景 · 需求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F0EE16-260E-4DF9-9BA2-10F8105B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95600"/>
            <a:ext cx="14097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1F7FB"/>
          </a:solidFill>
          <a:ln xmlns:a="http://schemas.openxmlformats.org/drawingml/2006/main" w="9525">
            <a:solidFill>
              <a:srgbClr val="C9D5E3"/>
            </a:solidFill>
            <a:prstDash val="dash"/>
          </a:ln>
        </p:spPr>
        <p:txBody>
          <a:bodyPr xmlns:a="http://schemas.openxmlformats.org/drawingml/2006/main" lIns="114300" tIns="76200" rIns="114300" bIns="76200" anchor="ctr">
            <a:normAutofit fontScale="88389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标签一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C306FB-BC85-498E-8179-B9D960AD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95600"/>
            <a:ext cx="14097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1F7FB"/>
          </a:solidFill>
          <a:ln xmlns:a="http://schemas.openxmlformats.org/drawingml/2006/main" w="9525">
            <a:solidFill>
              <a:srgbClr val="C9D5E3"/>
            </a:solidFill>
            <a:prstDash val="dash"/>
          </a:ln>
        </p:spPr>
        <p:txBody>
          <a:bodyPr xmlns:a="http://schemas.openxmlformats.org/drawingml/2006/main" lIns="114300" tIns="76200" rIns="114300" bIns="76200" anchor="ctr">
            <a:normAutofit fontScale="88389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标签二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7F2491-A4AF-4F5C-93D7-FED392E4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95600"/>
            <a:ext cx="14097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1F7FB"/>
          </a:solidFill>
          <a:ln xmlns:a="http://schemas.openxmlformats.org/drawingml/2006/main" w="9525">
            <a:solidFill>
              <a:srgbClr val="C9D5E3"/>
            </a:solidFill>
            <a:prstDash val="dash"/>
          </a:ln>
        </p:spPr>
        <p:txBody>
          <a:bodyPr xmlns:a="http://schemas.openxmlformats.org/drawingml/2006/main" lIns="114300" tIns="76200" rIns="114300" bIns="76200" anchor="ctr">
            <a:normAutofit fontScale="88389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标签三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AC5A40-D74D-455F-905E-23764830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偏好一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487745-BA10-46D7-8F62-042AE2D7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705225"/>
            <a:ext cx="2952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8F5B6D-5D8D-407C-9983-D8923EA2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705225"/>
            <a:ext cx="2362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A8E9E7-EB38-4AEF-BDAA-C27FAB6D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481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偏好二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4F97DC-3C6D-4E08-B8CB-E2CD17B1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133850"/>
            <a:ext cx="2952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CC279F-A081-4F5B-BF47-4E19BD7F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133850"/>
            <a:ext cx="1771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27B332-B24C-4078-8DD4-F7814EF6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76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偏好三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FBD6C4-BD17-497E-B4C5-91E586D8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562475"/>
            <a:ext cx="2952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C8E188-2B11-4B49-91CD-AC57893D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562475"/>
            <a:ext cx="2066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793B9B-43A8-479C-B254-89656AD7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053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偏好四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D7EBB3-FB21-4CF3-B960-3ECAB98C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991100"/>
            <a:ext cx="2952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2CD92A-50C7-428B-BAC7-5C2D9A67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991100"/>
            <a:ext cx="1476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4CB445-A88F-4B4B-A894-C2A7AFF6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533400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E3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6A1F6F-589C-4033-BB86-DD81D248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352550"/>
            <a:ext cx="44196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人群 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28DD81-30B1-44E7-A8EE-75210EB4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2573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431E73-9C87-4539-BE45-B5DC93F2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43150"/>
            <a:ext cx="461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基础特征 · 场景 · 需求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E8A92B-1FE9-41DB-9E83-BC6A5135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95600"/>
            <a:ext cx="14097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1F7FB"/>
          </a:solidFill>
          <a:ln xmlns:a="http://schemas.openxmlformats.org/drawingml/2006/main" w="9525">
            <a:solidFill>
              <a:srgbClr val="C9D5E3"/>
            </a:solidFill>
            <a:prstDash val="dash"/>
          </a:ln>
        </p:spPr>
        <p:txBody>
          <a:bodyPr xmlns:a="http://schemas.openxmlformats.org/drawingml/2006/main" lIns="114300" tIns="76200" rIns="114300" bIns="76200" anchor="ctr">
            <a:normAutofit fontScale="88389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标签一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9EECC7-A825-4579-BF13-6274F059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95600"/>
            <a:ext cx="14097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1F7FB"/>
          </a:solidFill>
          <a:ln xmlns:a="http://schemas.openxmlformats.org/drawingml/2006/main" w="9525">
            <a:solidFill>
              <a:srgbClr val="C9D5E3"/>
            </a:solidFill>
            <a:prstDash val="dash"/>
          </a:ln>
        </p:spPr>
        <p:txBody>
          <a:bodyPr xmlns:a="http://schemas.openxmlformats.org/drawingml/2006/main" lIns="114300" tIns="76200" rIns="114300" bIns="76200" anchor="ctr">
            <a:normAutofit fontScale="88389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标签二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CFF41B-7F55-4AD0-855E-9AA88373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895600"/>
            <a:ext cx="14097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1F7FB"/>
          </a:solidFill>
          <a:ln xmlns:a="http://schemas.openxmlformats.org/drawingml/2006/main" w="9525">
            <a:solidFill>
              <a:srgbClr val="C9D5E3"/>
            </a:solidFill>
            <a:prstDash val="dash"/>
          </a:ln>
        </p:spPr>
        <p:txBody>
          <a:bodyPr xmlns:a="http://schemas.openxmlformats.org/drawingml/2006/main" lIns="114300" tIns="76200" rIns="114300" bIns="76200" anchor="ctr">
            <a:normAutofit fontScale="88389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标签三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E9C5BA-FEF2-4EFD-8D46-E99862F3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6195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偏好一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02B21C-BA70-4C46-BC88-DC1ABA5C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05225"/>
            <a:ext cx="2952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02D3C5-A328-40D7-BC31-43E77D8A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05225"/>
            <a:ext cx="1771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5099E7-3F26-41EF-816F-4D432339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481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偏好二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0C590D-1A02-4933-9D7C-2196CA27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33850"/>
            <a:ext cx="2952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4DBE20-B4D3-4392-9F2A-98ED2312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33850"/>
            <a:ext cx="26574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F83864-453F-44FF-AEFF-AA8B3AFB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76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偏好三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80F041-C5AD-47DF-BEAE-18B466EC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62475"/>
            <a:ext cx="2952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CFE410-7A5D-44C4-8AFE-C7D23432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62475"/>
            <a:ext cx="1476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9EF88B-BB42-4CF7-A958-B1E1C3C8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9053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偏好四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23601E-162B-4BAD-A45E-F1084DB9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91100"/>
            <a:ext cx="2952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2AB090-D485-40A4-BC48-F13D6C0A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91100"/>
            <a:ext cx="2362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642154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2026-08-08T07:16:30.2060000Z</dcterms:created>
  <dcterms:modified xsi:type="dcterms:W3CDTF">2026-08-08T07:16:30.2060000Z</dcterms:modified>
</coreProperties>
</file>