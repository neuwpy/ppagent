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d9c8496c094f92" /><Relationship Type="http://schemas.openxmlformats.org/officeDocument/2006/relationships/extended-properties" Target="/docProps/app.xml" Id="Rfd6a1f3c04d74f37" /><Relationship Type="http://schemas.openxmlformats.org/officeDocument/2006/relationships/officeDocument" Target="/ppt/presentation.xml" Id="Rf60434ea71a9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f96c81b6d4d09"/>
  </p:sldMasterIdLst>
  <p:notesMasterIdLst>
    <p:notesMasterId xmlns:r="http://schemas.openxmlformats.org/officeDocument/2006/relationships" r:id="Rb2cd5c0e66e94352"/>
  </p:notesMasterIdLst>
  <p:sldIdLst>
    <p:sldId xmlns:r="http://schemas.openxmlformats.org/officeDocument/2006/relationships" id="256" r:id="Re09ffd14db1c40c6"/>
    <p:sldId xmlns:r="http://schemas.openxmlformats.org/officeDocument/2006/relationships" id="257" r:id="Rd204be0e692e4fe9"/>
    <p:sldId xmlns:r="http://schemas.openxmlformats.org/officeDocument/2006/relationships" id="258" r:id="R1a58d4f2837345e5"/>
    <p:sldId xmlns:r="http://schemas.openxmlformats.org/officeDocument/2006/relationships" id="259" r:id="R5644bc46170d42ea"/>
    <p:sldId xmlns:r="http://schemas.openxmlformats.org/officeDocument/2006/relationships" id="260" r:id="Rd80ee21981ce4d53"/>
    <p:sldId xmlns:r="http://schemas.openxmlformats.org/officeDocument/2006/relationships" id="261" r:id="R4afbb723ea6549ec"/>
    <p:sldId xmlns:r="http://schemas.openxmlformats.org/officeDocument/2006/relationships" id="262" r:id="Rb854555d92c24117"/>
    <p:sldId xmlns:r="http://schemas.openxmlformats.org/officeDocument/2006/relationships" id="263" r:id="R40ec0ab5087749ea"/>
    <p:sldId xmlns:r="http://schemas.openxmlformats.org/officeDocument/2006/relationships" id="264" r:id="Re942075f34ae4402"/>
    <p:sldId xmlns:r="http://schemas.openxmlformats.org/officeDocument/2006/relationships" id="265" r:id="R53a89aee7050441c"/>
    <p:sldId xmlns:r="http://schemas.openxmlformats.org/officeDocument/2006/relationships" id="266" r:id="R9d692cd924044c9b"/>
    <p:sldId xmlns:r="http://schemas.openxmlformats.org/officeDocument/2006/relationships" id="267" r:id="Rbee406cb3bac48c9"/>
    <p:sldId xmlns:r="http://schemas.openxmlformats.org/officeDocument/2006/relationships" id="268" r:id="R42c1ff1b675f4a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18cf69537452f" /><Relationship Type="http://schemas.openxmlformats.org/officeDocument/2006/relationships/slideMaster" Target="/ppt/slideMasters/slideMaster1.xml" Id="Rbdcf96c81b6d4d09" /><Relationship Type="http://schemas.openxmlformats.org/officeDocument/2006/relationships/notesMaster" Target="/ppt/notesMasters/notesMaster1.xml" Id="Rb2cd5c0e66e94352" /><Relationship Type="http://schemas.openxmlformats.org/officeDocument/2006/relationships/presProps" Target="/ppt/presProps.xml" Id="R0b2522bea8f94199" /><Relationship Type="http://schemas.openxmlformats.org/officeDocument/2006/relationships/tableStyles" Target="/ppt/tableStyles.xml" Id="Raa2ff39a43184a6f" /><Relationship Type="http://schemas.openxmlformats.org/officeDocument/2006/relationships/slide" Target="/ppt/slides/slide1.xml" Id="Re09ffd14db1c40c6" /><Relationship Type="http://schemas.openxmlformats.org/officeDocument/2006/relationships/slide" Target="/ppt/slides/slide2.xml" Id="Rd204be0e692e4fe9" /><Relationship Type="http://schemas.openxmlformats.org/officeDocument/2006/relationships/slide" Target="/ppt/slides/slide3.xml" Id="R1a58d4f2837345e5" /><Relationship Type="http://schemas.openxmlformats.org/officeDocument/2006/relationships/slide" Target="/ppt/slides/slide4.xml" Id="R5644bc46170d42ea" /><Relationship Type="http://schemas.openxmlformats.org/officeDocument/2006/relationships/slide" Target="/ppt/slides/slide5.xml" Id="Rd80ee21981ce4d53" /><Relationship Type="http://schemas.openxmlformats.org/officeDocument/2006/relationships/slide" Target="/ppt/slides/slide6.xml" Id="R4afbb723ea6549ec" /><Relationship Type="http://schemas.openxmlformats.org/officeDocument/2006/relationships/slide" Target="/ppt/slides/slide7.xml" Id="Rb854555d92c24117" /><Relationship Type="http://schemas.openxmlformats.org/officeDocument/2006/relationships/slide" Target="/ppt/slides/slide8.xml" Id="R40ec0ab5087749ea" /><Relationship Type="http://schemas.openxmlformats.org/officeDocument/2006/relationships/slide" Target="/ppt/slides/slide9.xml" Id="Re942075f34ae4402" /><Relationship Type="http://schemas.openxmlformats.org/officeDocument/2006/relationships/slide" Target="/ppt/slides/slide10.xml" Id="R53a89aee7050441c" /><Relationship Type="http://schemas.openxmlformats.org/officeDocument/2006/relationships/slide" Target="/ppt/slides/slide11.xml" Id="R9d692cd924044c9b" /><Relationship Type="http://schemas.openxmlformats.org/officeDocument/2006/relationships/slide" Target="/ppt/slides/slide12.xml" Id="Rbee406cb3bac48c9" /><Relationship Type="http://schemas.openxmlformats.org/officeDocument/2006/relationships/slide" Target="/ppt/slides/slide13.xml" Id="R42c1ff1b675f4a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b09059534b48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e97c069a364c7e" /><Relationship Type="http://schemas.openxmlformats.org/officeDocument/2006/relationships/notesMaster" Target="/ppt/notesMasters/notesMaster1.xml" Id="R1514a813541642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de6dc32a7e4063" /><Relationship Type="http://schemas.openxmlformats.org/officeDocument/2006/relationships/notesMaster" Target="/ppt/notesMasters/notesMaster1.xml" Id="R40714af1ecbe45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9bf834756c4e9e" /><Relationship Type="http://schemas.openxmlformats.org/officeDocument/2006/relationships/notesMaster" Target="/ppt/notesMasters/notesMaster1.xml" Id="R133e76471839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93bccf727f4e99" /><Relationship Type="http://schemas.openxmlformats.org/officeDocument/2006/relationships/notesMaster" Target="/ppt/notesMasters/notesMaster1.xml" Id="Rbc5e2396ecda4a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aac94dc271448e" /><Relationship Type="http://schemas.openxmlformats.org/officeDocument/2006/relationships/notesMaster" Target="/ppt/notesMasters/notesMaster1.xml" Id="R45650cea9bf64d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55a416e1b64d8b" /><Relationship Type="http://schemas.openxmlformats.org/officeDocument/2006/relationships/notesMaster" Target="/ppt/notesMasters/notesMaster1.xml" Id="Rd2ed05572c6c4c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64a1e29ef24062" /><Relationship Type="http://schemas.openxmlformats.org/officeDocument/2006/relationships/notesMaster" Target="/ppt/notesMasters/notesMaster1.xml" Id="R6e8d38a5d9c44f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51c4b1008d4a34" /><Relationship Type="http://schemas.openxmlformats.org/officeDocument/2006/relationships/notesMaster" Target="/ppt/notesMasters/notesMaster1.xml" Id="R4d9ba394e3cf4d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dbde8553a94b97" /><Relationship Type="http://schemas.openxmlformats.org/officeDocument/2006/relationships/notesMaster" Target="/ppt/notesMasters/notesMaster1.xml" Id="R3f5c74867d83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5a2718d82a4daf" /><Relationship Type="http://schemas.openxmlformats.org/officeDocument/2006/relationships/notesMaster" Target="/ppt/notesMasters/notesMaster1.xml" Id="R656e19eac0c94d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874e2687b348b1" /><Relationship Type="http://schemas.openxmlformats.org/officeDocument/2006/relationships/notesMaster" Target="/ppt/notesMasters/notesMaster1.xml" Id="R63702abc7dd144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03d7ca620b4d85" /><Relationship Type="http://schemas.openxmlformats.org/officeDocument/2006/relationships/notesMaster" Target="/ppt/notesMasters/notesMaster1.xml" Id="Rd7712e8ae5e142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1ceb7d7e0c409e" /><Relationship Type="http://schemas.openxmlformats.org/officeDocument/2006/relationships/notesMaster" Target="/ppt/notesMasters/notesMaster1.xml" Id="Rf55a51b6ab204f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2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3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4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5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6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7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8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9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10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11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12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13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633fa900f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183de3dfd847d8" /><Relationship Type="http://schemas.openxmlformats.org/officeDocument/2006/relationships/slideLayout" Target="/ppt/slideLayouts/slideLayout1.xml" Id="Rdee23aa708204a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e23aa708204a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99483671b4849" /><Relationship Type="http://schemas.openxmlformats.org/officeDocument/2006/relationships/notesSlide" Target="/ppt/notesSlides/notesSlide1.xml" Id="R3ef57757afef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eb10b678c40f0" /><Relationship Type="http://schemas.openxmlformats.org/officeDocument/2006/relationships/notesSlide" Target="/ppt/notesSlides/notesSlide2.xml" Id="R1a4c5076e64a4c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a661cbd034807" /><Relationship Type="http://schemas.openxmlformats.org/officeDocument/2006/relationships/notesSlide" Target="/ppt/notesSlides/notesSlide3.xml" Id="R43b2954086224f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bf1869e254ca5" /><Relationship Type="http://schemas.openxmlformats.org/officeDocument/2006/relationships/notesSlide" Target="/ppt/notesSlides/notesSlide4.xml" Id="R8f7713ec513d4f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2c192f5274ef9" /><Relationship Type="http://schemas.openxmlformats.org/officeDocument/2006/relationships/notesSlide" Target="/ppt/notesSlides/notesSlide5.xml" Id="Rb8246e14799d49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0006074bd4f33" /><Relationship Type="http://schemas.openxmlformats.org/officeDocument/2006/relationships/notesSlide" Target="/ppt/notesSlides/notesSlide6.xml" Id="Raa598074e7a14f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d0bf97c9f40c7" /><Relationship Type="http://schemas.openxmlformats.org/officeDocument/2006/relationships/notesSlide" Target="/ppt/notesSlides/notesSlide7.xml" Id="R79278dbda3644d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0907172554012" /><Relationship Type="http://schemas.openxmlformats.org/officeDocument/2006/relationships/notesSlide" Target="/ppt/notesSlides/notesSlide8.xml" Id="R30e92932f6af45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17fa4ff084af1" /><Relationship Type="http://schemas.openxmlformats.org/officeDocument/2006/relationships/notesSlide" Target="/ppt/notesSlides/notesSlide9.xml" Id="Rf42f65212ec74d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23b62349e4311" /><Relationship Type="http://schemas.openxmlformats.org/officeDocument/2006/relationships/notesSlide" Target="/ppt/notesSlides/notesSlide10.xml" Id="Rb5ddd5e34834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a815ed11a444e" /><Relationship Type="http://schemas.openxmlformats.org/officeDocument/2006/relationships/notesSlide" Target="/ppt/notesSlides/notesSlide11.xml" Id="R35f7cf68032b42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0ea111e274a2b" /><Relationship Type="http://schemas.openxmlformats.org/officeDocument/2006/relationships/notesSlide" Target="/ppt/notesSlides/notesSlide12.xml" Id="R482af394775f45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1f8641717487e" /><Relationship Type="http://schemas.openxmlformats.org/officeDocument/2006/relationships/notesSlide" Target="/ppt/notesSlides/notesSlide13.xml" Id="R69f91bcee9024d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FEBC3-392E-47B6-B89B-557C7620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变成可靠的生产过程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28A71-4677-439D-9099-0E6E852C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从一份工作稿，到一套可以直接拿去讲、也可以继续修改的 PPT。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3572-6672-48BC-82E0-EA1A821E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CCE7B-CB6E-429D-9FE2-340B5C2E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PPagenT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EB074-5FB4-4C42-B0D5-B1380A2A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00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让可靠的表达能力可以被反复调用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793E0-BE31-4EE6-9265-9E8DCADF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95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32AD1-1D0F-4407-AB45-C43567F9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52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40069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6AF49-62B1-4EB7-B90A-2F455DAC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E1698-9E51-4F4E-88E0-0F6BD108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做 PPT，真正昂贵的是判断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F744F-5E20-4C26-B9BB-E8F9923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"/>
            <a:ext cx="7258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42A56-2658-45C6-A277-8886B24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7BF3D-11A4-472D-B447-D132B9D2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490918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做 PPT 真正贵的，不是把文本框拖到左边还是右边。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7152C-1D72-4A2D-8A01-0F053A3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3BA6C-4540-4F6E-AE03-13462E2B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462343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真正昂贵的是一连串判断：这场汇报怎么讲，一篇长稿拆成多少页，每一页承担什么职责。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231D2-1B36-4845-85C6-2555E1B8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177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11263-7996-4240-BBA9-5ACAD6AE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1809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FCFEA-8402-48FF-901A-ADA2BA22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17811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讲什么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AE31C-08B3-4943-B593-C29C0475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0574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658A8-EB3D-4614-8F48-0D4315A3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0E0DD-C33F-4C0D-9056-AA2961F1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24384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00C50-3084-4077-BC9F-B18844D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240982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拆几页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2BF32-9D3B-49A6-A486-9C169841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68605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A3546-D5B1-4FEA-BC9A-DB6DCCED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4348A-CEF6-4DF3-9848-CA8E541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30670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1F5B0-01A9-41C3-A0A8-38B76DED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0384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放哪里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8A09E-1532-4A6C-8E8C-97BFE4E8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3147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A5808-83B1-4986-8693-7895A093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097C0-F033-41C0-9B17-41CF8C1D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36957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5E586-A7BA-4227-B8C9-76C4FDDD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66712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用什么关系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497F-B2E8-4740-B7CE-CBF3396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94335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D3337-5F0A-4758-A7CB-E3C58A14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583364-A73D-4D54-8B5B-2446BFFB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43243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05694-4A89-42D9-A7E0-4BEF8C9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42957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还能否修改</a:t>
            </a:r>
          </a:p>
        </p:txBody>
      </p:sp>
    </p:spTree>
    <p:extLst>
      <p:ext uri="{BB962C8B-B14F-4D97-AF65-F5344CB8AC3E}">
        <p14:creationId xmlns:p14="http://schemas.microsoft.com/office/powerpoint/2010/main" val="1129188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E7057-E067-45FB-AC51-ABE80520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2D45D-22E0-439C-8B5A-A4D1532C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需求集中在稳定可用的中间地带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8F8EA-62EF-4323-81B5-BE109F3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"/>
            <a:ext cx="7258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D5392-EEA5-49FB-BBBD-9C75B69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7E769-E532-488D-A987-97AAFD25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1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C3A90-154F-4D98-9CB1-28A7424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2171700"/>
            <a:ext cx="445008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DCEC5-3668-46A6-8D7C-75CBCF3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510" y="2314575"/>
            <a:ext cx="403098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工作型 PPT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1EE71-8EC0-4A9B-BD62-476E4011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B1613-1223-4431-BDEA-6048495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BD69F-E041-4E18-95FD-6375AEEB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F5C8E-BEDD-49FF-AAC3-DD1F3DBD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版式几乎不重要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F4BED-4B29-4F33-8C23-2924A5EA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高度定制的视觉创意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82AF2-2CA1-4BD9-BE33-86BF120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更多需求位于两端之间：不能乱，不能丑，不能掉价，生成后还要能继续修改。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13852-1E68-4F4D-B264-61404DE1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低版式需求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74D62-A3FA-46F1-8FB5-8D9F4FDD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5467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只要把文字放上去，版面不是主要决策。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5C434-B576-4D9E-9288-47B38432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高度定制需求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A4797-6C61-439D-AAD5-EAF09DE1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5467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发布会、品牌路演和高水平比赛，需要独特的视觉创意。</a:t>
            </a:r>
          </a:p>
        </p:txBody>
      </p:sp>
    </p:spTree>
    <p:extLst>
      <p:ext uri="{BB962C8B-B14F-4D97-AF65-F5344CB8AC3E}">
        <p14:creationId xmlns:p14="http://schemas.microsoft.com/office/powerpoint/2010/main" val="1083319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ED508-0B29-4614-BA82-7E559B86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BA62D-2A11-47D1-A508-5BA9085E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可靠度 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72DE0-86E8-4921-87DF-9D5E98B0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7225"/>
            <a:ext cx="94011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8E16D-7830-4BF9-9813-1B26CF4D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6BB36-270B-4ECC-9CBF-EBF900B8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61498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R = P(Q ≥ Q可用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| 目标工作场景)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3E91A-3DCC-462A-9A35-CCB8F93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538638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PPagenT 想提高的，不是一份 PPT 偶尔能有多漂亮，而是随机工作稿跨过可用标准的概率。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CEE9E-EAAF-4163-8294-37C198AD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542448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23B57-EB1C-4FD6-80CA-D1EBE27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稳定的可用状态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5B375-757C-489E-B56F-B988D6C5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5272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直接使用不失专业，继续修改有可靠基础。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58627-C2B8-43A7-9483-860D296C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1619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14995-47D2-446C-BD19-FD8B0291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1714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0D820-BA40-44F0-8FEE-EA594675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588" y="1638300"/>
            <a:ext cx="42910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概念示意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9E648-42EA-4810-8CBA-0573059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2571750"/>
            <a:ext cx="49006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稳定跨过可用线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BD0B3-5911-451B-BC9F-DB4FD228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3124200"/>
            <a:ext cx="4900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“80 分”与“95 分”只是对可用状态与偶然高峰的形象称呼，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不是实测数据。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CA068-B030-47FE-992F-3A689D3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4343400"/>
            <a:ext cx="490061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A14B4-6EC0-40F7-8476-43C85D37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4629150"/>
            <a:ext cx="49006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稳定达到可用标准，比偶尔出现更高峰值更有价值。</a:t>
            </a:r>
          </a:p>
        </p:txBody>
      </p:sp>
    </p:spTree>
    <p:extLst>
      <p:ext uri="{BB962C8B-B14F-4D97-AF65-F5344CB8AC3E}">
        <p14:creationId xmlns:p14="http://schemas.microsoft.com/office/powerpoint/2010/main" val="688827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6800F-9315-46CA-955B-7CEBD5AB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8B86B-29F0-49A3-A553-A0164F36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用限制自由换取可靠性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F14DF-34B3-49FE-AD2B-743E3C62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57225"/>
            <a:ext cx="821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7AB17-425B-44EE-88A2-CE9B5B6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2ACA6-F8AB-472C-ACD8-77F6222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自由度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4988F-AC6E-4482-BC62-DC6E2AE7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81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可预测性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D4E49-0D02-49F0-A2D9-8F324D04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4875C-E1ED-43FD-8C0D-3E1CC03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914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A57C8-08D7-4821-8951-D6B074D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限制颜色、结构、容量与退化方式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E9245-C4A2-4C4C-838D-2245F5DA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自由度越高，状态空间越大，失败模式也越多。正式工作更需要可预测。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975AF-80DB-4F69-AECA-462B0E61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047A2-C36E-48FD-B38E-5786A577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1BE18-B75C-4F2D-ABEC-3FC25E1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1022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固定，往往意味着验证过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AF6D4-865F-4F6D-9AF7-A25BEF4F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022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学校有学校的样子，企业有企业的样子，一个团队也有长期形成的表达方式。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D8EC6-370B-411A-BF7F-7A01016E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14975"/>
            <a:ext cx="1007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9D82C-B4D8-4013-8AAE-1E51151A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1021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把已经证明好用的部分留下来，减少每次交付落到不可用区间的机会。</a:t>
            </a:r>
          </a:p>
        </p:txBody>
      </p:sp>
    </p:spTree>
    <p:extLst>
      <p:ext uri="{BB962C8B-B14F-4D97-AF65-F5344CB8AC3E}">
        <p14:creationId xmlns:p14="http://schemas.microsoft.com/office/powerpoint/2010/main" val="1010043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96982-151F-434F-BDC5-753E0376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AE6E0-7706-461B-99FC-9BEE0A3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AI 是控制器，不是画师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DDDDB-EFD4-49DE-ACF7-DAAC0D1A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B5CA3-D555-4C2B-B2A1-3111364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9B670-6F72-4867-A92F-206994BF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712210" cy="419100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73ABF-D8F5-4B37-B913-371EF5B0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8D955-7178-4B1D-B505-5BE6C556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325501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理解稿件、组织叙事、拆页，明确每一页的职责。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262CD-11F0-403D-82BB-47993ED8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2550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F5965-B611-4090-962D-44F451FE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F4DD3-1D50-460D-A956-858FB3D3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550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判断每页适合怎样表达，从已确认的能力中选择结构。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540F9-BA57-411C-AF1B-36A40979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310" y="1828800"/>
            <a:ext cx="3712210" cy="419100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DDD9CE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0D863-D6CD-4A75-AA77-C244C754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220980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C6876-29E0-47B7-867B-B686DFC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2628900"/>
            <a:ext cx="325501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约束颜色、字号、容量和合法选择。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D7234-66D9-4C3E-9125-76E59838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3333750"/>
            <a:ext cx="325501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A5802-3BC0-4133-AED0-C2CD294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382905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D4D64-3399-47F4-A388-8F55277E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4248150"/>
            <a:ext cx="32550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把决策稳定地编译成原生对象。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26A7E-BBCD-4BDF-8252-8FFB951B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770" y="1600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01B2E-433B-4C44-BA7D-E04D5AD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545" y="1809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PPTX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1F670-47A1-40E3-A830-7662A94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20" y="2438400"/>
            <a:ext cx="30911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原生可编辑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96B0F-1BC1-49F8-B68D-C6C5CE02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20" y="2895600"/>
            <a:ext cx="307213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不是截图，不是整页图片，也不是难以修改的网页替代品。</a:t>
            </a:r>
          </a:p>
        </p:txBody>
      </p:sp>
    </p:spTree>
    <p:extLst>
      <p:ext uri="{BB962C8B-B14F-4D97-AF65-F5344CB8AC3E}">
        <p14:creationId xmlns:p14="http://schemas.microsoft.com/office/powerpoint/2010/main" val="1452484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A6EC1-E930-4926-BB2A-F6B7050E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773BC-BBF8-4626-B111-205AA2B7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内容与视觉共同完成一页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4B048-F51A-4456-AA39-67E04E3C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57225"/>
            <a:ext cx="79724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CD453-39BB-437D-AA50-9BBF6958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238DF-64E7-43B4-AC38-CCB96487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FA113-CEC0-45C1-9AB0-E87D43D0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81931-6573-445F-9ADD-B15A0DE3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430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918FC-BB44-485C-97AA-798C80F8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288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负责论证、页面职责、提炼、来源与语义约束。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DE683-EF27-4256-BA54-C6928EEF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E3CA7-0CDD-4608-9EFB-929F897A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回答：这页让读者理解什么？证据和条件是什么？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E8635-F274-405D-BAC2-7E84C2A5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B821F-91B4-4565-B4A2-DF59F3E4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8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4AB22-1326-4D9C-946D-CD4990F6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430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6472F-9C9E-4433-A63D-87660339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288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负责区域、媒介、阅读关系与容量反馈。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D125B-720E-41E3-B378-2A8DC6C5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92112-337F-4294-8BA5-1161F3AC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回答：哪些内容放哪里？用什么表达？是否放得下？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5255B-94EB-4A80-A812-F519560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11252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099B2-1301-4A07-A422-350FFED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共同形成初模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9EF9A-774C-460A-87EC-FA1D030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页面职责＋提炼后的实文＋宏观区域和阅读关系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E1EAB-03DC-4C5A-8799-5A18821B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05652-12B5-41FE-BA10-10AFD56D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内容与空间在同一轮策划中共同调整。</a:t>
            </a:r>
          </a:p>
        </p:txBody>
      </p:sp>
    </p:spTree>
    <p:extLst>
      <p:ext uri="{BB962C8B-B14F-4D97-AF65-F5344CB8AC3E}">
        <p14:creationId xmlns:p14="http://schemas.microsoft.com/office/powerpoint/2010/main" val="498367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8E4088-FCB6-46EB-A450-A41127C6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8885E-7293-4354-8D29-7A7619C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两条路线，一个核心资产库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4C9CE-37A4-45B3-A5EC-496E6BA1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B6D3F-7DF5-4111-8798-3C7BEF4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23B15-720F-4453-9848-9C645F3D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46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资产入库线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FD96F-C255-41ED-BF71-2B1BAB9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A7DB1-097C-4ABF-B1B9-03B5A43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9A4C9-5F0F-40D3-A92B-3892196C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C33A6-E88C-4E1B-8A0C-785C1960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193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优秀参考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41C27-4A4A-42C6-A609-667108C4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16F4A-677A-4A2B-8E9C-DD361413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66BA8-80C9-490F-83E5-EE2B69A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255A9-858C-4F77-81FA-B578B41F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622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提炼规律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95A3C-2F8A-450A-9F4F-080FBEE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FEBC9-3493-4886-96D9-E07A12BE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BE300-C911-48FA-A131-DF37D552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109BA-F2A9-42CB-9372-E2E23EDC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051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扩展能力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756FE-A0B1-47BC-AEE3-AE5761FA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6B27B-4BFB-4C00-AC93-DEDAD096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A9BB5-976C-455E-ABD7-8D6BAD4F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480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DCB77-5EB7-47CD-B8AA-4E180005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6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正式生成线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A4645-54FB-44AD-826D-2388C8DB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93A5D-5D97-4221-9459-09689249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F77B3-1176-4E89-B4CA-103159F6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45ACE-8403-496F-BEA6-22B8C5FA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621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原始稿件＋主题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76DC3-FE94-49B8-B0E6-D6E1C326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BF94DD-0CA7-4AFA-AA7E-53AD350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6BF92-07FC-4F7F-BF46-BFC8946B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146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55208-84A9-4D40-92E3-BAFB2B5F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860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AI 理解与编排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1A33F-FD53-4EB3-9A28-F388893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C286E-2E35-45A0-8D57-9FBA0078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FD5B67-1F4D-42E0-96C5-B3232D8F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384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A99AE9-5E54-4F7D-9CEE-B84E5B6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098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从核心库选择合法能力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7ECCB-B9E3-4550-9088-15AFE91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2F04F8-43A1-4A75-9EF6-88467819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A282BC-A0A7-43E4-B15F-F726E37C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623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E6A0A3-8D79-4A8D-860B-1A55A070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337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确定性排版与编译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BB137D-7DA9-4495-8743-FA24236A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41B5B-C323-4E04-B3E4-A5666ED9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861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1388D-E0C9-4053-94CF-12C6A7D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原生可编辑 PPTX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232ED8-3D99-4C34-A4F4-BDE21D95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1125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A2C463-F508-4828-AB41-FFBA34DF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核心资产库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86AD8B-58CA-409D-BAF9-64F6F022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两条路线唯一的交汇点：正式生成只读调用已经确认的能力。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DCEE7A-452B-4525-89AC-414708EF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没有合适结构 → 简单排版 / 拆页 → 确定性排版与编译</a:t>
            </a:r>
          </a:p>
        </p:txBody>
      </p:sp>
    </p:spTree>
    <p:extLst>
      <p:ext uri="{BB962C8B-B14F-4D97-AF65-F5344CB8AC3E}">
        <p14:creationId xmlns:p14="http://schemas.microsoft.com/office/powerpoint/2010/main" val="410583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DEC6F-B1AE-4E62-93CB-EF4E58C6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E4F35-AD08-4F14-9483-1DFFE76C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A2AA0-624E-495D-8274-08B05922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57225"/>
            <a:ext cx="868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F31DD-B9C6-4B94-B46A-D38170AC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5EF32-D752-4681-8BA9-64463554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3348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运行时重新支付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0F1AA-45F3-4B02-97CF-F263E669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32346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理解一次、设计一次、绘制一次。计算、审美判断和失败风险都集中在交付现场。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ED1A8-E1CE-4062-B56B-855C8D64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323469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2F9CA-0A63-4E8B-8030-FFEB97E4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323469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成本与不确定性在线上累积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65485-39B1-455A-8036-AC1774FE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1390650"/>
            <a:ext cx="389382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085BC-D88F-4C54-8625-ADDF8596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990725"/>
            <a:ext cx="34747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建设期前移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631FA-634D-41A6-AABA-10421953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2495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15A45-535B-40C7-9376-EC06780B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249555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筛选优秀页面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293D3-B2EC-497B-BFA9-AFD0FF3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3009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97965-4CC9-4D3B-BA93-3B06933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300990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理解规律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D56A1-54B9-4427-B7E2-A72F95A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3524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4E81D-40F0-434D-BA3B-DEEF21CA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352425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内容参数化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92809-24A4-41E6-96CA-951FA496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4038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3094A-A71A-4751-851C-F15F1EFE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403860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验证边界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EF9B0-AD6D-441F-944B-E4AA5203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5067300"/>
            <a:ext cx="34747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一次建设，多次调用。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视觉理解从在线成本变成离线资产。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FE061-CD7A-4711-B649-CFABC4FF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1838325"/>
            <a:ext cx="3348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轻量地调用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D4B6D-C1E6-4848-8418-15AEF90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2362200"/>
            <a:ext cx="32346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模型主要执行理解、选择和填参；确定性代码完成重复绘制与检查。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A0AF6-44AE-46F7-89E2-4CB52DA4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3981450"/>
            <a:ext cx="32346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一次建设，多次复用</a:t>
            </a:r>
          </a:p>
        </p:txBody>
      </p:sp>
    </p:spTree>
    <p:extLst>
      <p:ext uri="{BB962C8B-B14F-4D97-AF65-F5344CB8AC3E}">
        <p14:creationId xmlns:p14="http://schemas.microsoft.com/office/powerpoint/2010/main" val="589597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0BBB-066F-4AB9-9375-19CF8CE3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00C77-4C23-489F-9315-A99E0AD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真正积累的是表达经验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6BD04-356B-4347-83EE-23F7AB9C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57225"/>
            <a:ext cx="821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6C703-292F-4E59-87BF-EC17A313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26B53-F1BE-4A8A-840D-BB43F6BD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3579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一个能力包，记录四类经验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2C68E-9E9C-4F43-973F-423CFBD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BD4FF-4701-409B-81D9-52EDAEAF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什么内容适合怎样表达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052BA-48CF-4D9E-BAAD-3B9AB0DE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51414-4A7B-46F7-A4CA-51226EDB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8F020-5769-427A-882C-3A468702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一个版式能处理多少内容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88AA5-2C78-4D8C-95DF-044EE343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AC2ED-3435-4B11-93EF-F2914191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FFFA5-988C-4D78-A89D-124CEB18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数量变化时怎样重排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64887-C80F-4A1C-98E2-74DFC2BF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E410B-BD62-4199-9A0C-F5109667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04691-3BCC-4F37-8060-E3F92D3F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超过边界时怎样退化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EE8F9-6549-4639-A00B-90036C5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4FEE7-0507-45BA-A9B9-21C049F0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1562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F22FE-BC11-4720-9EE2-312B4F27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16383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rPr>
              <a:t>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7ACAF-763C-419F-8622-7A63B0DF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1581150"/>
            <a:ext cx="36623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模板越多，壁垒越高？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348E0-C629-42F8-ABB0-EB3FE3A6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152650"/>
            <a:ext cx="350996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85129-461F-49FF-8A84-4518AC41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476500"/>
            <a:ext cx="3548063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真正的壁垒是：能否把新内容路由到正确能力，并稳定生成符合规范、原生可编辑的结果。</a:t>
            </a:r>
          </a:p>
        </p:txBody>
      </p:sp>
    </p:spTree>
    <p:extLst>
      <p:ext uri="{BB962C8B-B14F-4D97-AF65-F5344CB8AC3E}">
        <p14:creationId xmlns:p14="http://schemas.microsoft.com/office/powerpoint/2010/main" val="1543347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4455C-A584-43F1-AA91-A0284E9B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F239D-4B8B-4EFE-9B76-0CC2AAE0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9D148-2858-4BC9-9887-B7CE9CF0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41494-2501-496A-BE53-073C2028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7FDCA-4C19-4DF1-A451-E5C14BD4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主题可以替换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E6005-5FF0-48CB-A72F-934950A1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颜色、Logo、字体、页眉页脚，属于一个组织的身份。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A07F0-6F7D-4D17-BB34-099A0D72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37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D7312-7381-4A3B-853A-05AFE93F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学校、企业、实验室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0AED4-9F16-4717-9FB1-C869F5A3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能力可以复用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1766C-6094-48AC-8B08-5B4EBC8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内容理解规则和表达能力跨组织继续工作，主题只负责换一套身份。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BF639-F365-4D12-B374-FDE2BE2D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37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3FDA-A98B-4077-8C6E-28054F3A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共享方法，替换主题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28416-D74F-444C-A389-B1F6EDED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C5F8B-8C44-44D1-A386-8FC1D71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更多组织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C804C-FA8B-48FB-947E-6C570A04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070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不用要求每个人都成为设计师，也能让日常输出稳定达到基本标准。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73350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4B97BD-7AB7-4DF0-B993-44C9D054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2264-961D-479D-A798-229E64A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可靠交付是一条持续校准的生产过程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99F2B-69D0-48C3-A4C7-00156287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57225"/>
            <a:ext cx="6781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1D1D9-D5C3-44A7-947A-CDB74F85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3B895-9CA8-4619-A3E3-2495512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9EBE2-95FB-48EC-9667-51B20239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EAFCF-2B14-4A6C-BECD-DABD547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36BFF-0B31-49B5-9B07-CF2229DD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C35D0-DD93-4333-9474-93DF6C14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读懂稿件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AB440-03C2-4C73-BA0B-80608457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5F2E1-B1B2-4C95-A6A1-2194109B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0A83E-BD6E-4AAA-B2AB-D2C4E8D0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19038-6F2D-4D9A-A0DD-66E693F1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编排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5FE99-93F1-43AF-90B4-10B0D08B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决定页面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9F3D0-E375-49C9-8B14-3E3FFF40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9178A-BCF2-488D-9461-716745F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298F3-9749-40FB-A4ED-2F33EE81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96CDD-AA52-4A8D-8B13-EC82FCB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构建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3C112-729B-4D1C-A3DA-67CF928E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生成对象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96CDD-D8DF-45E5-AEC2-1EC0E32F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0F4F3-EB05-4EF7-97C4-B67D28C4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3080A-AAC4-46C4-A114-0B0BCBF5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0196A-5EE8-4A3D-84D0-E7CEEFA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rPr>
              <a:t>审查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39FD1-F7E5-4D74-9EBF-434CC62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看实际渲染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D2645-E38B-4344-B957-7069C53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9C094-7FBB-4B99-9A59-3AE0D315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35995-CDBB-4E03-B1B2-26F35E77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修正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7A906-2964-46C1-A4E2-D86CDA7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回到上游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1552DC-B3D2-4AEE-9E99-FB2D48CB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9817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4C63F-4725-4B4E-8110-9E711852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修正 ↩ 回到上游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208AA-D133-4AA2-9935-C25A8978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0532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方向：理解 → 编排 → 构建 → 审查 → 修正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13128-6CF4-4C8C-AB24-AB937D85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5F2F1-02FD-4B1C-A7A0-8430E4DB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240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原稿与来源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334E9B-B735-4A32-AC3C-E1C717A9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F57534-6CC7-4A5F-B3C3-E3A3222B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B85B3F-44C2-44D0-A333-3171F44B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规则与 Skin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4CDC6E-E059-4448-858A-12E02D64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1465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47F4C1-47EA-4509-B7CD-8CE6130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9B8767-9ACE-439B-8A73-FBE38C2E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813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已确认能力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79C3DE-A9E0-4973-A199-664363F5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E8648D-177E-4699-8B16-E1B23A9E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DEFD12-C6AC-4EFB-889F-BF126FF4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实际审查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A318E6-B65C-40EC-9D79-12254722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9BF5ED-959A-4D95-AD82-CF890F18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624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持续校准，让一次生成成为可靠的生产过程。</a:t>
            </a:r>
          </a:p>
        </p:txBody>
      </p:sp>
    </p:spTree>
    <p:extLst>
      <p:ext uri="{BB962C8B-B14F-4D97-AF65-F5344CB8AC3E}">
        <p14:creationId xmlns:p14="http://schemas.microsoft.com/office/powerpoint/2010/main" val="6449021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D9C2E-6BAD-4D9D-B86B-4DB93A24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BB709-C0D5-44AD-89F2-C829BAE7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可预测的交付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4FD57-A098-4F8D-8B7A-1D0A0A56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57225"/>
            <a:ext cx="9163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C61ED-4909-4EF0-B56D-04472FC7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0F86B-F09C-4787-8AC5-700F8C86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52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它卖的不是一次偶然惊艳，</a:t>
            </a:r>
          </a:p>
          <a:p xmlns:a="http://schemas.openxmlformats.org/drawingml/2006/main">
            <a:pPr>
              <a:lnSpc>
                <a:spcPct val="107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而是可预测的交付。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9FB3D-D210-408A-9812-B1025127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3B9C1-448C-464C-9876-F066099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不一定独一无二，但真的好用；可以立刻拿去讲，也可以继续修改。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A51FA-564E-4165-8128-97F09553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PPagenT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50EC0-1F85-468E-8381-FE3160DA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从一份工作稿，到一套可靠的 PPT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857A2-B9EB-4878-8445-472AD2C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CD2CC-AEA1-43DC-B4D0-78572DC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146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144787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2026-09-10T20:16:57.5120000Z</dcterms:created>
  <dcterms:modified xsi:type="dcterms:W3CDTF">2026-09-10T20:16:57.5120000Z</dcterms:modified>
</coreProperties>
</file>