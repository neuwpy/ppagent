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3116d39f14728" /><Relationship Type="http://schemas.openxmlformats.org/officeDocument/2006/relationships/extended-properties" Target="/docProps/app.xml" Id="R48d1d962712f4b8a" /><Relationship Type="http://schemas.openxmlformats.org/officeDocument/2006/relationships/officeDocument" Target="/ppt/presentation.xml" Id="Rd9119f2cd4a2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7db886dfe74bdb"/>
  </p:sldMasterIdLst>
  <p:notesMasterIdLst>
    <p:notesMasterId xmlns:r="http://schemas.openxmlformats.org/officeDocument/2006/relationships" r:id="R0b6be0e0ce394284"/>
  </p:notesMasterIdLst>
  <p:sldIdLst>
    <p:sldId xmlns:r="http://schemas.openxmlformats.org/officeDocument/2006/relationships" id="256" r:id="R3a978eec7e704280"/>
    <p:sldId xmlns:r="http://schemas.openxmlformats.org/officeDocument/2006/relationships" id="257" r:id="R1868202c0748483d"/>
    <p:sldId xmlns:r="http://schemas.openxmlformats.org/officeDocument/2006/relationships" id="258" r:id="Raa290dafc11644cd"/>
    <p:sldId xmlns:r="http://schemas.openxmlformats.org/officeDocument/2006/relationships" id="259" r:id="Rd775bc3fa4d645cb"/>
    <p:sldId xmlns:r="http://schemas.openxmlformats.org/officeDocument/2006/relationships" id="260" r:id="R6824550b449e475a"/>
    <p:sldId xmlns:r="http://schemas.openxmlformats.org/officeDocument/2006/relationships" id="261" r:id="Ra465efea5df543d8"/>
    <p:sldId xmlns:r="http://schemas.openxmlformats.org/officeDocument/2006/relationships" id="262" r:id="Rb0d3a26ac30141cb"/>
    <p:sldId xmlns:r="http://schemas.openxmlformats.org/officeDocument/2006/relationships" id="263" r:id="R6c3a5d2b4d644c6c"/>
    <p:sldId xmlns:r="http://schemas.openxmlformats.org/officeDocument/2006/relationships" id="264" r:id="R83aed56078924d3b"/>
    <p:sldId xmlns:r="http://schemas.openxmlformats.org/officeDocument/2006/relationships" id="265" r:id="Rf0e142a448694fd5"/>
    <p:sldId xmlns:r="http://schemas.openxmlformats.org/officeDocument/2006/relationships" id="266" r:id="R1ac441ee08b24751"/>
    <p:sldId xmlns:r="http://schemas.openxmlformats.org/officeDocument/2006/relationships" id="267" r:id="R75f667b2214d452d"/>
    <p:sldId xmlns:r="http://schemas.openxmlformats.org/officeDocument/2006/relationships" id="268" r:id="Re5af5c659fc34a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897afcfdc4bbc" /><Relationship Type="http://schemas.openxmlformats.org/officeDocument/2006/relationships/slideMaster" Target="/ppt/slideMasters/slideMaster1.xml" Id="R137db886dfe74bdb" /><Relationship Type="http://schemas.openxmlformats.org/officeDocument/2006/relationships/notesMaster" Target="/ppt/notesMasters/notesMaster1.xml" Id="R0b6be0e0ce394284" /><Relationship Type="http://schemas.openxmlformats.org/officeDocument/2006/relationships/presProps" Target="/ppt/presProps.xml" Id="Rd6cc56fc2c7d40f6" /><Relationship Type="http://schemas.openxmlformats.org/officeDocument/2006/relationships/tableStyles" Target="/ppt/tableStyles.xml" Id="R28eaa1f7e7e14dc3" /><Relationship Type="http://schemas.openxmlformats.org/officeDocument/2006/relationships/slide" Target="/ppt/slides/slide1.xml" Id="R3a978eec7e704280" /><Relationship Type="http://schemas.openxmlformats.org/officeDocument/2006/relationships/slide" Target="/ppt/slides/slide2.xml" Id="R1868202c0748483d" /><Relationship Type="http://schemas.openxmlformats.org/officeDocument/2006/relationships/slide" Target="/ppt/slides/slide3.xml" Id="Raa290dafc11644cd" /><Relationship Type="http://schemas.openxmlformats.org/officeDocument/2006/relationships/slide" Target="/ppt/slides/slide4.xml" Id="Rd775bc3fa4d645cb" /><Relationship Type="http://schemas.openxmlformats.org/officeDocument/2006/relationships/slide" Target="/ppt/slides/slide5.xml" Id="R6824550b449e475a" /><Relationship Type="http://schemas.openxmlformats.org/officeDocument/2006/relationships/slide" Target="/ppt/slides/slide6.xml" Id="Ra465efea5df543d8" /><Relationship Type="http://schemas.openxmlformats.org/officeDocument/2006/relationships/slide" Target="/ppt/slides/slide7.xml" Id="Rb0d3a26ac30141cb" /><Relationship Type="http://schemas.openxmlformats.org/officeDocument/2006/relationships/slide" Target="/ppt/slides/slide8.xml" Id="R6c3a5d2b4d644c6c" /><Relationship Type="http://schemas.openxmlformats.org/officeDocument/2006/relationships/slide" Target="/ppt/slides/slide9.xml" Id="R83aed56078924d3b" /><Relationship Type="http://schemas.openxmlformats.org/officeDocument/2006/relationships/slide" Target="/ppt/slides/slide10.xml" Id="Rf0e142a448694fd5" /><Relationship Type="http://schemas.openxmlformats.org/officeDocument/2006/relationships/slide" Target="/ppt/slides/slide11.xml" Id="R1ac441ee08b24751" /><Relationship Type="http://schemas.openxmlformats.org/officeDocument/2006/relationships/slide" Target="/ppt/slides/slide12.xml" Id="R75f667b2214d452d" /><Relationship Type="http://schemas.openxmlformats.org/officeDocument/2006/relationships/slide" Target="/ppt/slides/slide13.xml" Id="Re5af5c659fc3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6acfb808d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78c88e6dd4866" /><Relationship Type="http://schemas.openxmlformats.org/officeDocument/2006/relationships/notesMaster" Target="/ppt/notesMasters/notesMaster1.xml" Id="Rd4e337f5416e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6ce4c147948e4" /><Relationship Type="http://schemas.openxmlformats.org/officeDocument/2006/relationships/notesMaster" Target="/ppt/notesMasters/notesMaster1.xml" Id="R65b221403a5c42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36accdb6244ccd" /><Relationship Type="http://schemas.openxmlformats.org/officeDocument/2006/relationships/notesMaster" Target="/ppt/notesMasters/notesMaster1.xml" Id="R3890c37c2ea6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8ea56062e43bb" /><Relationship Type="http://schemas.openxmlformats.org/officeDocument/2006/relationships/notesMaster" Target="/ppt/notesMasters/notesMaster1.xml" Id="Rebd86670a5974e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ec93bc057473e" /><Relationship Type="http://schemas.openxmlformats.org/officeDocument/2006/relationships/notesMaster" Target="/ppt/notesMasters/notesMaster1.xml" Id="R817766a715e5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aa1a1aeddb411c" /><Relationship Type="http://schemas.openxmlformats.org/officeDocument/2006/relationships/notesMaster" Target="/ppt/notesMasters/notesMaster1.xml" Id="Rb78651c41d76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48858f10e494f" /><Relationship Type="http://schemas.openxmlformats.org/officeDocument/2006/relationships/notesMaster" Target="/ppt/notesMasters/notesMaster1.xml" Id="Ra412eefcb5a745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6f7f525b4d4fc8" /><Relationship Type="http://schemas.openxmlformats.org/officeDocument/2006/relationships/notesMaster" Target="/ppt/notesMasters/notesMaster1.xml" Id="R9cb0f93d8cb8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16e39bce2148fa" /><Relationship Type="http://schemas.openxmlformats.org/officeDocument/2006/relationships/notesMaster" Target="/ppt/notesMasters/notesMaster1.xml" Id="R18a550cc00134c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439db1e23644e9" /><Relationship Type="http://schemas.openxmlformats.org/officeDocument/2006/relationships/notesMaster" Target="/ppt/notesMasters/notesMaster1.xml" Id="Re7074a333b514e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7faeee0da44912" /><Relationship Type="http://schemas.openxmlformats.org/officeDocument/2006/relationships/notesMaster" Target="/ppt/notesMasters/notesMaster1.xml" Id="R707ce9fb0f2f43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a83d2b41184d96" /><Relationship Type="http://schemas.openxmlformats.org/officeDocument/2006/relationships/notesMaster" Target="/ppt/notesMasters/notesMaster1.xml" Id="Reb2b266bdaf142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9b75cb3cb24e76" /><Relationship Type="http://schemas.openxmlformats.org/officeDocument/2006/relationships/notesMaster" Target="/ppt/notesMasters/notesMaster1.xml" Id="R85e7f94bb192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4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5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6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7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8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9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10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d22d0da90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76a6ae4134616" /><Relationship Type="http://schemas.openxmlformats.org/officeDocument/2006/relationships/slideLayout" Target="/ppt/slideLayouts/slideLayout1.xml" Id="Rdeb4174a0a8e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4174a0a8e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08e70035144c0" /><Relationship Type="http://schemas.openxmlformats.org/officeDocument/2006/relationships/notesSlide" Target="/ppt/notesSlides/notesSlide1.xml" Id="R6185489142e2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996284e0e4810" /><Relationship Type="http://schemas.openxmlformats.org/officeDocument/2006/relationships/notesSlide" Target="/ppt/notesSlides/notesSlide2.xml" Id="Rc77c100f5e7044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c09283af419b" /><Relationship Type="http://schemas.openxmlformats.org/officeDocument/2006/relationships/notesSlide" Target="/ppt/notesSlides/notesSlide3.xml" Id="Ree978b2c1e8f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dc51bbb2d438d" /><Relationship Type="http://schemas.openxmlformats.org/officeDocument/2006/relationships/notesSlide" Target="/ppt/notesSlides/notesSlide4.xml" Id="R9cb5b555b30547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567f26a9746d9" /><Relationship Type="http://schemas.openxmlformats.org/officeDocument/2006/relationships/notesSlide" Target="/ppt/notesSlides/notesSlide5.xml" Id="R8819a7e225af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61efb38c347f8" /><Relationship Type="http://schemas.openxmlformats.org/officeDocument/2006/relationships/notesSlide" Target="/ppt/notesSlides/notesSlide6.xml" Id="Rfac8aa1b88c44a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d4c4eba1d4abb" /><Relationship Type="http://schemas.openxmlformats.org/officeDocument/2006/relationships/notesSlide" Target="/ppt/notesSlides/notesSlide7.xml" Id="R5e8f0cf0c46b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9f03b3ff343f8" /><Relationship Type="http://schemas.openxmlformats.org/officeDocument/2006/relationships/notesSlide" Target="/ppt/notesSlides/notesSlide8.xml" Id="R0473debbae6945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f796095f74b39" /><Relationship Type="http://schemas.openxmlformats.org/officeDocument/2006/relationships/notesSlide" Target="/ppt/notesSlides/notesSlide9.xml" Id="R53044f2cc7994e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9cf1ff988447f" /><Relationship Type="http://schemas.openxmlformats.org/officeDocument/2006/relationships/notesSlide" Target="/ppt/notesSlides/notesSlide10.xml" Id="R104a8c62114444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c74eda1042c3" /><Relationship Type="http://schemas.openxmlformats.org/officeDocument/2006/relationships/notesSlide" Target="/ppt/notesSlides/notesSlide11.xml" Id="R43fbfd457d314b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1a230e2b34f67" /><Relationship Type="http://schemas.openxmlformats.org/officeDocument/2006/relationships/notesSlide" Target="/ppt/notesSlides/notesSlide12.xml" Id="Rcfb5925799134a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3fa8d7944df7" /><Relationship Type="http://schemas.openxmlformats.org/officeDocument/2006/relationships/notesSlide" Target="/ppt/notesSlides/notesSlide13.xml" Id="R89cac696dcdb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EEFB2-EC22-4C17-A244-0A9EDAD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PPAGEN T  /  PRODUCT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26FC4-1824-473F-8185-17CE485E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变成可靠的生产过程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28D8C-3660-4004-8F97-52141CF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从一份工作稿，到一套可以直接拿去讲、也可以继续修改的 PPT。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6A01-CCD5-4EBD-86D1-1F61152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61A6E-27AA-4795-9EE7-5EFC930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DB855-768C-401E-A6EF-D9C2DB9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让可靠的表达能力可以被反复调用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18A3F-A78E-4018-BFEF-7D2B28E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DE75A-79EE-4BAB-BA24-A8C3E027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52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3EA97-C4B7-4816-9510-CC3C40CC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764567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56C245-98F3-4963-AF66-4762943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A8A9E-BADD-41D6-A077-B6ACD31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PPT，真正昂贵的是判断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D07E0-BFA2-4D9B-B5DD-DC79FC2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9E69-9472-4E76-88EC-6215968F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EB246-A551-4051-B4E1-352A1C1C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490918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 真正贵的，不是把文本框拖到左边还是右边。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C8B07-0718-4A59-A792-6E22724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73E35-2372-49E4-851B-C978CA4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462343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真正昂贵的是一连串判断：这场汇报怎么讲，一篇长稿拆成多少页，每一页承担什么职责。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A2700-2381-4332-8D68-9F49F9E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1371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THE JUDGMENT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EBB1D-9625-4239-9904-26BC757D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177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8633-8B43-42F4-AD45-726DF666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1809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3150E-B829-4240-B211-A1A317E4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17811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讲什么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6FE25-5CDD-4957-97EE-55B2C079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0574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149FC-75F3-4F1B-87DF-CFA1257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84BE-90B8-4FB6-98AB-062E9B9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24384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3FDDA-B946-4FE4-8879-20F0181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24098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拆几页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53AFA-C031-4F22-9746-9F35D72A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6860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24FD5-BDC7-4898-88F5-3F93DDE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29955-B351-4B53-AE43-8BBD84D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0670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7774D-2D86-4BE4-BCB5-0E9078E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0384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放哪里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86A21-CA32-49C5-A30E-F003B98E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3147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BFEBF-7A51-4D9A-87CB-C7F7678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A440F-34E0-4556-9D59-CD5D105A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6957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C5D99-75A7-4D94-A4B7-1E28934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6671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用什么关系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0A524-D0A0-438C-A8EF-FD5F902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9433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1F35B-2F23-49CD-B440-33F4193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000E2-5A7D-4988-86E4-2E6D9ECF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43243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6F5E9-852B-49F2-9188-98B488FC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42957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还能否修改</a:t>
            </a:r>
          </a:p>
        </p:txBody>
      </p:sp>
    </p:spTree>
    <p:extLst>
      <p:ext uri="{BB962C8B-B14F-4D97-AF65-F5344CB8AC3E}">
        <p14:creationId xmlns:p14="http://schemas.microsoft.com/office/powerpoint/2010/main" val="823061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A9CCD-4F93-4893-852F-83D35C2B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0F05D-3C56-45BC-9B9F-64F5E10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需求集中在稳定可用的中间地带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3F1EB-7907-42B4-A2ED-420F68D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C364A-CB03-4962-A59A-7888574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DB9E8-DD6F-4D88-85AC-0272F19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WHERE THE NEEDS CLUSTER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C70A3-7894-4440-A349-413C733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83D32-71E5-490E-A9CA-AE29EC7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2171700"/>
            <a:ext cx="445008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C047B-6420-4E22-9C4B-9D1F6207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10" y="2314575"/>
            <a:ext cx="40309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DEF6-4289-474C-BA05-56037EF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2770D-9180-4FC1-BBAD-F97DFA6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12A9C-D47F-411C-94F4-997F4C1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6AE10-B108-4450-973F-33D72F6F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版式几乎不重要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7EED0-BA9F-4CFE-AA77-B6DEB39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高度定制的视觉创意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1CB5-E71D-4669-8381-C8E48A2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更多需求位于两端之间：不能乱，不能丑，不能掉价，生成后还要能继续修改。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226CC-36B9-451F-BC85-FB42C18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低版式需求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9D1F9-5BB6-429A-B23C-B17C8B5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只要把文字放上去，版面不是主要决策。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78050-628A-4AC7-A064-975E21CB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高度定制需求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19BC-719F-47D1-8340-BD02738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发布会、品牌路演和高水平比赛，需要独特的视觉创意。</a:t>
            </a:r>
          </a:p>
        </p:txBody>
      </p:sp>
    </p:spTree>
    <p:extLst>
      <p:ext uri="{BB962C8B-B14F-4D97-AF65-F5344CB8AC3E}">
        <p14:creationId xmlns:p14="http://schemas.microsoft.com/office/powerpoint/2010/main" val="1946692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9D927-30B5-4F97-8F0C-7BD9022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9201-72CA-4637-ADE3-C2043F50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可靠度 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E82BF-6C58-48F2-A273-3CAFAB20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7225"/>
            <a:ext cx="94011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A7404-21D5-45DD-801E-C12284D6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19C53-636E-4295-AB0A-34F7DDB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THE PRODUCT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95A0B-A895-4E40-82D4-257EC3DC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6149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8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R = P(Q ≥ Q可用 | 目标工作场景)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60960-BD6C-424E-A694-EE213DB4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3292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PPagenT 想提高的，不是一份 PPT 偶尔能有多漂亮，而是随机工作稿跨过可用标准的概率。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6FD2F-410D-4137-9F19-159AADC0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537686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8B91F-DE7B-44AF-958A-46980F24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稳定的可用状态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F253B-BAA5-43F1-888F-B2FFE0EE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5233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直接使用不失专业，继续修改有可靠基础。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CEF5D-57C6-4208-8F7D-42C7956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371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RELIABILITY OVER PEAK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BC8A8-4FF6-404F-AAFB-67D7B66A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19907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可用线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F8585-B3E4-4DBB-9505-990B17A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2266950"/>
            <a:ext cx="476726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4082E-9C36-4739-AF45-E9599E6A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097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80 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61C89-B937-4211-94BB-B24D4F66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3562350"/>
            <a:ext cx="46720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61F37-0D1F-4099-A4E4-1D0C6B7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3752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随机的 95 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5074F-7BDF-4891-B179-B3A6E790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2533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稳定的 80 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981F4-5EEA-4E40-84BF-DFB16FB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2533650"/>
            <a:ext cx="6191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B9CAC-F21B-4E31-B3AF-64C5C45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2390775"/>
            <a:ext cx="7143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86CA5-2363-490A-9EA3-ABC74143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2295525"/>
            <a:ext cx="7620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3CEA6-B1E3-4804-B6EC-3419642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3133725"/>
            <a:ext cx="6191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482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ED0B3-F1FD-435D-A1F8-33149341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000375"/>
            <a:ext cx="7143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482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F0A28-00EC-4848-97CC-1F7F3AE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2847975"/>
            <a:ext cx="7620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482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9A355-E657-4249-84DB-C4DC1AA1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4229100"/>
            <a:ext cx="4862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工作场景更在乎可靠地跨过最低标准。</a:t>
            </a:r>
          </a:p>
        </p:txBody>
      </p:sp>
    </p:spTree>
    <p:extLst>
      <p:ext uri="{BB962C8B-B14F-4D97-AF65-F5344CB8AC3E}">
        <p14:creationId xmlns:p14="http://schemas.microsoft.com/office/powerpoint/2010/main" val="1478402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2A00F-8B61-42BD-926E-DB10077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B2A37-7F7C-49F9-9370-389D8F0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43909-DC60-47AC-990E-D297F1AE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71D11-78AC-4821-8149-01FFCB24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9C44B-7EF2-403C-A5D1-098F4556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CONTROLLED FREEDOM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55A7C-D2BF-4192-938D-1822BD3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自由度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714D1-2BAD-4BA9-9FE1-10D87F57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44842-F2E5-4C34-B573-AAF43F9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608B9-0A25-4E5F-B04F-2B0F777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914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68887-2237-4314-BBD8-0042F5E0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限制颜色、结构、容量与退化方式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4DC03-7070-41BD-8DEB-ACE03A7B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自由度越高，状态空间越大，失败模式也越多。正式工作更需要可预测。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FE859-4D78-4FB0-BE69-C7DAB771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B411D-8601-4FF3-85D5-411B8A4F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F1C4F-6A8F-4599-BB18-4D9ABA5D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1022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固定，往往意味着验证过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E3A83-D867-4009-8D65-3AE7F807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22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学校有学校的样子，企业有企业的样子，一个团队也有长期形成的表达方式。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E8EA0-2A52-4313-89F4-DA51B1A4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14975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8BF51-0ED9-4BC9-BBD4-34FE367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021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把已经证明好用的部分留下来，减少每次交付落到不可用区间的机会。</a:t>
            </a:r>
          </a:p>
        </p:txBody>
      </p:sp>
    </p:spTree>
    <p:extLst>
      <p:ext uri="{BB962C8B-B14F-4D97-AF65-F5344CB8AC3E}">
        <p14:creationId xmlns:p14="http://schemas.microsoft.com/office/powerpoint/2010/main" val="1581225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E89BA-1E94-4E3B-A111-BF781BAE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AE14D-8803-4E17-A417-DFCADA6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477B0-0DC4-4F72-8B92-4841179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E9968-CE69-41C1-8E61-E8FB3D2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82D5D-2BEA-41A9-BBCC-4357EAD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UNDERSTAND &amp;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EE5B5-A457-4E82-823A-17738D68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A9395-8E4D-426E-B336-EF0B6E8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F948-2330-4C5D-9E72-34FB5B30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325501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理解稿件、组织叙事、拆页，明确每一页的职责。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05CB6-56DB-4B17-A7D2-481320C3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2550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3D00F-4E26-4C60-9D94-93AC1728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722A1-36ED-494D-9903-7194F11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550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判断每页适合怎样表达，从已确认的能力中选择结构。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3EE9C-8E87-4128-B512-CA793E8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31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CONSTRAIN &amp; COMPILE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5B9FA-4F93-4A7C-A7BA-791E2D9D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31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DDD9CE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4E240-993A-469F-BB2F-82A3743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2098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E93F2-B00E-4FE3-87BF-D4665D8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628900"/>
            <a:ext cx="32550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约束颜色、字号、容量和合法选择。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36A7A-304B-4B9E-B4DD-A8D723E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333750"/>
            <a:ext cx="325501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783AE-4BBE-4016-99EC-20423A31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82905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B8862-24CE-4B13-AA52-21BB0259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4248150"/>
            <a:ext cx="32550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把决策稳定地编译成原生对象。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D1E7F-EB4E-4157-919A-B681E02B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770" y="1600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7E62B-769A-4F15-90A2-F84E571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545" y="1809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PPTX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E4318-547F-475C-ACE3-87380689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438400"/>
            <a:ext cx="30911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0BC63-41F8-4868-AD8B-92DD9579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895600"/>
            <a:ext cx="30721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不是截图，不是整页图片，也不是难以修改的网页替代品。</a:t>
            </a:r>
          </a:p>
        </p:txBody>
      </p:sp>
    </p:spTree>
    <p:extLst>
      <p:ext uri="{BB962C8B-B14F-4D97-AF65-F5344CB8AC3E}">
        <p14:creationId xmlns:p14="http://schemas.microsoft.com/office/powerpoint/2010/main" val="2131695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74D74-895A-43DB-BAD5-1591B43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39555-64EE-4938-B918-30E8077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内容与视觉共同完成一页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4B6D9-ABCF-43BD-9343-F7AD98F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57225"/>
            <a:ext cx="7972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5A8D4-0D51-4F57-AE1E-72CAE8D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4CE4-7554-4CCB-B4D3-668ED6B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DD901-03D2-48B3-8582-4304D2A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A205E-643E-49CC-9E96-E61FA48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BFAC7-46A8-4C98-A7D2-CD9F2CA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负责论证、页面职责、提炼、来源与语义约束。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64A0-D4B5-43A3-814F-4296AA27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0AF98-B912-4A7F-A3B5-3ACAE37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回答：这页让读者理解什么？证据和条件是什么？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9DC57-6135-4437-826F-98BF9AEA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25F39-E7CE-41C5-AC7A-F59D59C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5DDB5-0DA3-4D3D-B32A-5EC013F7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10BB1-7282-42B2-AE57-4A6AEA0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负责区域、媒介、阅读关系与容量反馈。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3E562-6154-4D27-A6AB-FFD07BC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28E4B-1498-476D-A630-903E196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回答：哪些内容放哪里？用什么表达？是否放得下？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D5CBC-4020-45A5-B5FD-7C7D727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794FA-69E7-4455-8ABE-A014821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共同形成初模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7BE2F-EAB5-453A-A43E-1265711E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页面职责＋提炼后的实文＋宏观区域和阅读关系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D9999-C279-4AD7-9C27-6BA3806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77930-E77E-47A3-A503-C92C1B04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内容与空间在同一轮策划中共同调整。</a:t>
            </a:r>
          </a:p>
        </p:txBody>
      </p:sp>
    </p:spTree>
    <p:extLst>
      <p:ext uri="{BB962C8B-B14F-4D97-AF65-F5344CB8AC3E}">
        <p14:creationId xmlns:p14="http://schemas.microsoft.com/office/powerpoint/2010/main" val="246921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BA2648-F89B-41BE-A779-06B3152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0E31-AB06-41E2-B037-77583F4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两条路线，一个核心资产库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B215D-8DFD-4F0D-855E-8E3690A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A8DFA-219B-4AF3-8EAE-4F0E613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7B762-A002-4229-B0C1-3483B96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BUILD THE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52187-7F55-4E8D-86CA-111C566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35E22-B3DF-4E97-B9EF-3DA57EE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AE57C-47BA-4228-8F97-53813EB6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DA4B6-2F62-4618-BDC3-E121EDCF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526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E4B8B-1B2B-4D9B-AFC3-508FFE9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003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FAF8D-7350-48C9-BA7F-729E05E0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4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FFEF4-1634-4EAD-ABF1-9820C2B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7A6C3-D24B-426B-9A2E-288CFAC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526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BB8A-7ECF-445E-8A89-B7B2D78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03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DB589-6784-471F-946B-73A5B34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8BEF6-8038-4E99-B1AF-204EED4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DFEE8-74C6-4023-8CCF-8586586E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289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扩展能力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3E59D-083C-4EC4-A676-A951882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2766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4E04-2E12-430A-AAEF-CF87DF52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86F2B-1356-4358-BACD-5E4D1FB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4FDA3-8868-4B5A-9A6C-DA9DBAB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289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FCC4D-C7F4-4990-8F13-77373AC3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USE THE CAPABILITY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895DD-787F-4D72-9350-D920E2A6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610BC-D707-46B7-88C8-FBF50F4E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CCFD0-9A24-43F2-9E7D-FBF9C4EA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E7E6D-BDCA-4ECB-99D2-6433F13F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F63D2-BDE5-4BB9-A9B4-B6AE0482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526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原始稿件＋主题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09E17-7E48-4353-9ADB-5BBCD7D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994B82-CAA5-4646-8354-3F8623D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E2D89-0AAF-4668-93A1-3426FE8A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003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239A3-725B-4AFF-A6F3-F323907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717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理解与编排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F71BC-3EBB-4E03-B103-827D5CF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06FE2E-5B41-4316-9BB4-C7D349E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D4D4A-9F23-4FDC-BDED-A646BE4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19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BB4B26-3979-4D8B-AA29-78A7EFF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908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确定性排版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A8FEE4-0612-42CB-ABD8-48C1D31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49B2BC-EF7F-46B7-AFE2-27760DD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40B38-9988-4F3E-9D03-DFAB069B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385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BFB90-AD18-439A-AC23-B7B6F9A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099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 PPTX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1D01FB-3979-4903-8F8C-B9AE976C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3A6DD-7492-4BD7-B617-18A0820D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F9484-44C1-40C7-8859-515856E5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两条路线唯一的交汇点：正式生成只读调用已经确认的能力。</a:t>
            </a:r>
          </a:p>
        </p:txBody>
      </p:sp>
    </p:spTree>
    <p:extLst>
      <p:ext uri="{BB962C8B-B14F-4D97-AF65-F5344CB8AC3E}">
        <p14:creationId xmlns:p14="http://schemas.microsoft.com/office/powerpoint/2010/main" val="2041198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055F0-1B9B-4420-8AB0-793ACB3B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A6A4E-2199-49E6-83EC-07716B2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22216-DA6E-4AC9-B09E-57943DC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57225"/>
            <a:ext cx="868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6CF80-75CC-4DD6-A087-23C579A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46670-C1BB-4DDA-A6BF-2707246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EVERY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FA915-A385-40E6-B305-15E693F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运行时重新支付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EEC64-1BE9-4C3F-B52D-5704F2BE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理解一次、设计一次、绘制一次。计算、审美判断和失败风险都集中在交付现场。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8F4E2-F254-4EAD-8E64-2B66905A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23469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DF96-C45C-4DF6-A0CD-99543925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23469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成本与不确定性在线上累积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5AEA1-3034-4C0A-8701-D22FB37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1390650"/>
            <a:ext cx="389382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30EE-C030-4119-B723-D2B761A7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581150"/>
            <a:ext cx="34747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BUILD ONCE, REUSE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BF1AA-5FFC-4F0E-9663-D98B9A9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990725"/>
            <a:ext cx="34747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建设期前移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142DA-BDEC-492F-B98B-87D62029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2495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791D1-A924-46ED-AF64-BD5AA96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24955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7DF77-09FD-459E-A67D-194B788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BB455-F965-4014-B666-EB5D6C4D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0099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理解规律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9CE05-CD7F-42E4-8330-5A3B128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524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C7E99-460A-43DC-A123-616CE8A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5242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内容参数化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ACBA3-E5F7-4A07-9B21-A78A611B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4038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0FEDC-FDDE-494F-B9DA-6A8CDDE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40386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验证边界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07621-4C72-4829-AE46-E8895E61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5067300"/>
            <a:ext cx="34747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一次建设，多次调用。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视觉理解从在线成本变成离线资产。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C0901-4969-45DD-B788-2A6FED4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1371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AT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DAF2F-FF3B-4EF6-8F45-498AF99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轻量地调用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7FC08-D388-49FE-B3F4-96E5643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236220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模型主要执行理解、选择和填参；确定性代码完成重复绘制与检查。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BF3EF-58C4-4AE9-A320-6773FDFC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3981450"/>
            <a:ext cx="32346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一次建设，多次复用</a:t>
            </a:r>
          </a:p>
        </p:txBody>
      </p:sp>
    </p:spTree>
    <p:extLst>
      <p:ext uri="{BB962C8B-B14F-4D97-AF65-F5344CB8AC3E}">
        <p14:creationId xmlns:p14="http://schemas.microsoft.com/office/powerpoint/2010/main" val="1010912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0807E-CB53-406A-A9F5-D552C1DA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B8BF3-ED73-46A4-8A28-0F81FD6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真正积累的是表达经验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8D34C-89D3-4708-94CA-828B0E7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104CC-C874-4A7C-900B-3F6020E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E3FB-3A81-4146-89AC-8B5581B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CAPABILITY OVER 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DCB8D-61AB-4D92-A86A-3B819E8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3579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一个能力包，记录四类经验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D910F-2987-4055-8F44-E27F48D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59098-4ABD-429D-A4C5-AB1CD9F7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什么内容适合怎样表达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780F4-9215-494A-AC77-C633EF8B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AB7BF-DA8F-4563-884E-A5D2CB11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8BDBD-6ADB-4574-8ED1-DF9BADF1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一个版式能处理多少内容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12552-455F-4777-941C-CA95F41C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3DDB0-08E8-4D5C-AE3F-BD600D63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4DC55-29BB-42EC-96C0-217B04D2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数量变化时怎样重排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C4847-A5B8-46D5-BD38-161F6CF5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D91EE-7144-4FBD-A419-839013B1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0816A-619B-4307-AF2C-F319A3F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超过边界时怎样退化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46064-D435-4501-9149-9112D75F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7CD4F-AED6-45AA-B59A-E536BA55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1562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AD187-5492-4133-B072-BE04E0D4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6383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FAF75-9D4C-4429-B9FA-6E7ED64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1581150"/>
            <a:ext cx="36623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模板越多，壁垒越高？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B18E5-55E2-4CE8-A53C-76D2F95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152650"/>
            <a:ext cx="350996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59EDA-2829-49CB-A987-16420A2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476500"/>
            <a:ext cx="3548063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真正的壁垒是：能否把新内容路由到正确能力，并稳定生成符合规范、原生可编辑的结果。</a:t>
            </a:r>
          </a:p>
        </p:txBody>
      </p:sp>
    </p:spTree>
    <p:extLst>
      <p:ext uri="{BB962C8B-B14F-4D97-AF65-F5344CB8AC3E}">
        <p14:creationId xmlns:p14="http://schemas.microsoft.com/office/powerpoint/2010/main" val="866310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E29E5-7543-4DAD-B67F-5E5E4665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513DF-6B9C-476A-BE5A-5F9B2FF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8C936-E76A-4A0A-B60B-099C4C0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9F59C-D603-457D-87FF-AFA2A69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1872-3BD7-4F3C-99AD-4A178C2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REPLACEABLE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A7E7C-2D08-4F4F-B651-BCF405CB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主题可以替换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5777D-2969-42FC-B8EF-54C58A80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颜色、Logo、字体、页眉页脚，属于一个组织的身份。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8CF6A-27C6-4EFD-AAA7-54A4F98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86B58-B0C2-41ED-8A80-8DA19D5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学校 → 企业 → 实验室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468F6-9E30-470B-8648-E466FD8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REUSABLE 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DE5E-E082-4A7D-88D5-F9A8F8AD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能力可以复用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CEBDA-5322-43C3-80BC-DD36505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内容理解规则和表达能力跨组织继续工作，主题只负责换一套身份。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1F0A6-E9FE-4BB2-B4CC-7F6BA11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EA4D5-2FCE-4AC5-93D4-9FFAAAB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共享方法，替换主题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F8F4D-3EE3-4E85-9EFF-49DE5039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3E715-DAFA-4851-B28D-FDA3A2B1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更多组织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DF462-0827-4F18-9622-7A58790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70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不用要求每个人都成为设计师，也能让日常输出稳定达到基本标准。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1073181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4DB9A8-FA71-4918-B30C-E61603E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8CDB2-2CFD-466E-BCA3-274369D7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可靠交付是一条持续校准的生产过程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DD168-56A6-4310-B99E-C87BEB5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57225"/>
            <a:ext cx="6781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C6B10-3F94-4892-810B-71C4EE5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A76CD-004F-4DDD-873B-1554DEF4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A PRODUCTION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74AA7-EE7A-4FBB-8F6D-AA3A0202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E6172-E709-40C8-9CE2-1DB1CFB9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3C04F-24D2-4A0C-AAB9-30C948FA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读懂稿件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17B5A-ECB9-4A35-AE18-D9691C1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58" y="2504294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04F3-4658-45F9-ABB5-0EA8DA58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858" y="2694794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54181-8BE5-4E5F-A75C-4149DAFD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683" y="3313919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决定页面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0371D-5BF8-4CC0-BB1E-8CB6F0E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439" y="3782206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7DEB1-B260-4174-A2D9-8FD4C5F8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639" y="3972706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8E3CF-A951-4522-99D2-8C26A99D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64" y="4591831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生成对象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673BF-0E8E-4B58-877C-DA6B50E8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761" y="3782206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846A9-C1D0-4A9B-A3A2-683136C6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961" y="3972706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审查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2DD0E-A201-4528-AF31-E096B8C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786" y="4591831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看实际渲染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D3731-0C01-41D9-9159-2E05F0A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42" y="2504294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87F91-9AE1-4250-B481-1E05BEF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742" y="2694794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修正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5FBC1-4A0D-4570-8AB1-05614F9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567" y="3313919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回到上游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C88BF-8865-475A-81CD-267C615C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432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3399D-B498-47CB-AB52-5783BB9C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289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98DFD-132C-407F-AE69-10D3D56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71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WHAT MAKES IT RELIABLE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A865A-9B62-4EC3-BC19-38566345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A97A4-350A-48A3-8CD6-3C95B64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原稿与来源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2D075-4057-477C-8395-44AB33BB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97C89-2D0F-48DC-B0A0-4000B8D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F28F5-275C-4DFE-9A8F-03A54E3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规则与 Skin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E9AB0-26F2-44CB-A21E-FFD6146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146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C7E9D-C436-46E6-B048-86F9E7CF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763DC-B269-487E-BB88-758EBE8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已确认能力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A0EA1-856E-4039-A129-281E29B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08A32-AA61-424D-B121-73D4A55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31867-98D8-45ED-8EC3-E8191E94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实际审查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92712-07E2-42AE-B16D-23AD091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AE5142-AE16-46CA-85DF-D416442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624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每一轮的输入、判断、工具结果和未解决项都写回任务状态。</a:t>
            </a:r>
          </a:p>
        </p:txBody>
      </p:sp>
    </p:spTree>
    <p:extLst>
      <p:ext uri="{BB962C8B-B14F-4D97-AF65-F5344CB8AC3E}">
        <p14:creationId xmlns:p14="http://schemas.microsoft.com/office/powerpoint/2010/main" val="12036363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6BA50-A152-45D4-A63C-B2D2FE46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1D05-2245-4884-BE2D-8923328D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可预测的交付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ED634-C94E-437E-A5CA-0C5FC41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57225"/>
            <a:ext cx="9163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BD6E-2B98-4BCA-9343-0A314F34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F399-8226-441E-BF6C-341CB926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A RELIABLE PRODUCTION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55705-9D9D-4EB3-B7E5-904506B9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52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它卖的不是一次偶然惊艳，</a:t>
            </a:r>
          </a:p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而是可预测的交付。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6B927-3D03-4FD5-A5F1-611947A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1242-86DF-473E-B128-D8EF32A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不一定独一无二，但真的好用；可以立刻拿去讲，也可以继续修改。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DEC0E-7178-4CF8-BC4A-1C38696B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77844-A41D-4418-B0CA-6CA599A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从一份工作稿，到一套可靠的 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7235-80A2-48E8-8EED-92EBA89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DF209-CD8A-4679-8FED-87F79A1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715272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2026-09-10T14:56:33.1690000Z</dcterms:created>
  <dcterms:modified xsi:type="dcterms:W3CDTF">2026-09-10T14:56:33.1690000Z</dcterms:modified>
</coreProperties>
</file>