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fb9bacafb4aff" /><Relationship Type="http://schemas.openxmlformats.org/officeDocument/2006/relationships/extended-properties" Target="/docProps/app.xml" Id="Rb6fe111fc4dd4087" /><Relationship Type="http://schemas.openxmlformats.org/officeDocument/2006/relationships/officeDocument" Target="/ppt/presentation.xml" Id="R5f1c5059e8ca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c12ac0090d4942"/>
    <p:sldMasterId xmlns:r="http://schemas.openxmlformats.org/officeDocument/2006/relationships" id="2147483660" r:id="R2ce64445802240a5"/>
    <p:sldMasterId xmlns:r="http://schemas.openxmlformats.org/officeDocument/2006/relationships" id="2147483663" r:id="Rc3ef837d845b4c89"/>
  </p:sldMasterIdLst>
  <p:notesMasterIdLst>
    <p:notesMasterId xmlns:r="http://schemas.openxmlformats.org/officeDocument/2006/relationships" r:id="Rf3885290086c4324"/>
  </p:notesMasterIdLst>
  <p:sldIdLst>
    <p:sldId xmlns:r="http://schemas.openxmlformats.org/officeDocument/2006/relationships" id="256" r:id="R50822a45a1cf4672"/>
    <p:sldId xmlns:r="http://schemas.openxmlformats.org/officeDocument/2006/relationships" id="257" r:id="Rd4140ab3a39b4269"/>
    <p:sldId xmlns:r="http://schemas.openxmlformats.org/officeDocument/2006/relationships" id="258" r:id="R86c8090d8fe84b8f"/>
    <p:sldId xmlns:r="http://schemas.openxmlformats.org/officeDocument/2006/relationships" id="259" r:id="R8ba50389dbd14a38"/>
    <p:sldId xmlns:r="http://schemas.openxmlformats.org/officeDocument/2006/relationships" id="260" r:id="Rae62c406449b4495"/>
    <p:sldId xmlns:r="http://schemas.openxmlformats.org/officeDocument/2006/relationships" id="261" r:id="R8440a68e8f3248d7"/>
    <p:sldId xmlns:r="http://schemas.openxmlformats.org/officeDocument/2006/relationships" id="262" r:id="R3fd940755a674d79"/>
    <p:sldId xmlns:r="http://schemas.openxmlformats.org/officeDocument/2006/relationships" id="263" r:id="R340e241e0e9a47d5"/>
    <p:sldId xmlns:r="http://schemas.openxmlformats.org/officeDocument/2006/relationships" id="264" r:id="Rc46c23776e114571"/>
    <p:sldId xmlns:r="http://schemas.openxmlformats.org/officeDocument/2006/relationships" id="265" r:id="Rb075b53169d3441e"/>
    <p:sldId xmlns:r="http://schemas.openxmlformats.org/officeDocument/2006/relationships" id="266" r:id="R8c9702e032ed4b7e"/>
    <p:sldId xmlns:r="http://schemas.openxmlformats.org/officeDocument/2006/relationships" id="267" r:id="R00c4a96c6b844a21"/>
    <p:sldId xmlns:r="http://schemas.openxmlformats.org/officeDocument/2006/relationships" id="268" r:id="R07198b9fe80f4a7a"/>
    <p:sldId xmlns:r="http://schemas.openxmlformats.org/officeDocument/2006/relationships" id="269" r:id="R5c115b8769da497e"/>
    <p:sldId xmlns:r="http://schemas.openxmlformats.org/officeDocument/2006/relationships" id="270" r:id="Re163989dd54f45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1ad467da744a4d" /><Relationship Type="http://schemas.openxmlformats.org/officeDocument/2006/relationships/slideMaster" Target="/ppt/slideMasters/slideMaster1.xml" Id="Raac12ac0090d4942" /><Relationship Type="http://schemas.openxmlformats.org/officeDocument/2006/relationships/slideMaster" Target="/ppt/slideMasters/slideMaster2.xml" Id="R2ce64445802240a5" /><Relationship Type="http://schemas.openxmlformats.org/officeDocument/2006/relationships/slideMaster" Target="/ppt/slideMasters/slideMaster3.xml" Id="Rc3ef837d845b4c89" /><Relationship Type="http://schemas.openxmlformats.org/officeDocument/2006/relationships/notesMaster" Target="/ppt/notesMasters/notesMaster1.xml" Id="Rf3885290086c4324" /><Relationship Type="http://schemas.openxmlformats.org/officeDocument/2006/relationships/presProps" Target="/ppt/presProps.xml" Id="Recc7b2a8a2574355" /><Relationship Type="http://schemas.openxmlformats.org/officeDocument/2006/relationships/viewProps" Target="/ppt/viewProps.xml" Id="R96be6a72c0864d09" /><Relationship Type="http://schemas.openxmlformats.org/officeDocument/2006/relationships/tableStyles" Target="/ppt/tableStyles.xml" Id="R625c9033e57c4611" /><Relationship Type="http://schemas.openxmlformats.org/officeDocument/2006/relationships/slide" Target="/ppt/slides/slide1.xml" Id="R50822a45a1cf4672" /><Relationship Type="http://schemas.openxmlformats.org/officeDocument/2006/relationships/slide" Target="/ppt/slides/slide2.xml" Id="Rd4140ab3a39b4269" /><Relationship Type="http://schemas.openxmlformats.org/officeDocument/2006/relationships/slide" Target="/ppt/slides/slide3.xml" Id="R86c8090d8fe84b8f" /><Relationship Type="http://schemas.openxmlformats.org/officeDocument/2006/relationships/slide" Target="/ppt/slides/slide4.xml" Id="R8ba50389dbd14a38" /><Relationship Type="http://schemas.openxmlformats.org/officeDocument/2006/relationships/slide" Target="/ppt/slides/slide5.xml" Id="Rae62c406449b4495" /><Relationship Type="http://schemas.openxmlformats.org/officeDocument/2006/relationships/slide" Target="/ppt/slides/slide6.xml" Id="R8440a68e8f3248d7" /><Relationship Type="http://schemas.openxmlformats.org/officeDocument/2006/relationships/slide" Target="/ppt/slides/slide7.xml" Id="R3fd940755a674d79" /><Relationship Type="http://schemas.openxmlformats.org/officeDocument/2006/relationships/slide" Target="/ppt/slides/slide8.xml" Id="R340e241e0e9a47d5" /><Relationship Type="http://schemas.openxmlformats.org/officeDocument/2006/relationships/slide" Target="/ppt/slides/slide9.xml" Id="Rc46c23776e114571" /><Relationship Type="http://schemas.openxmlformats.org/officeDocument/2006/relationships/slide" Target="/ppt/slides/slide10.xml" Id="Rb075b53169d3441e" /><Relationship Type="http://schemas.openxmlformats.org/officeDocument/2006/relationships/slide" Target="/ppt/slides/slide11.xml" Id="R8c9702e032ed4b7e" /><Relationship Type="http://schemas.openxmlformats.org/officeDocument/2006/relationships/slide" Target="/ppt/slides/slide12.xml" Id="R00c4a96c6b844a21" /><Relationship Type="http://schemas.openxmlformats.org/officeDocument/2006/relationships/slide" Target="/ppt/slides/slide13.xml" Id="R07198b9fe80f4a7a" /><Relationship Type="http://schemas.openxmlformats.org/officeDocument/2006/relationships/slide" Target="/ppt/slides/slide14.xml" Id="R5c115b8769da497e" /><Relationship Type="http://schemas.openxmlformats.org/officeDocument/2006/relationships/slide" Target="/ppt/slides/slide15.xml" Id="Re163989dd54f45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bfc2f29f685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417240be9466d" /><Relationship Type="http://schemas.openxmlformats.org/officeDocument/2006/relationships/notesMaster" Target="/ppt/notesMasters/notesMaster1.xml" Id="R8ce3b7b815c0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86f98dfdd4d32" /><Relationship Type="http://schemas.openxmlformats.org/officeDocument/2006/relationships/notesMaster" Target="/ppt/notesMasters/notesMaster1.xml" Id="R646719a2f59644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fb9fe3fdd4007" /><Relationship Type="http://schemas.openxmlformats.org/officeDocument/2006/relationships/notesMaster" Target="/ppt/notesMasters/notesMaster1.xml" Id="Re85f07d63968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fb4d98548545e2" /><Relationship Type="http://schemas.openxmlformats.org/officeDocument/2006/relationships/notesMaster" Target="/ppt/notesMasters/notesMaster1.xml" Id="R628bd62ff1e8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82c5cbe5fc49cf" /><Relationship Type="http://schemas.openxmlformats.org/officeDocument/2006/relationships/notesMaster" Target="/ppt/notesMasters/notesMaster1.xml" Id="R02cf95f64dd1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64bd37c0a44da" /><Relationship Type="http://schemas.openxmlformats.org/officeDocument/2006/relationships/notesMaster" Target="/ppt/notesMasters/notesMaster1.xml" Id="Rd65a05fd31ff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e4a08a667042de" /><Relationship Type="http://schemas.openxmlformats.org/officeDocument/2006/relationships/notesMaster" Target="/ppt/notesMasters/notesMaster1.xml" Id="R4aa42aa9c10f4e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81b23723dc4195" /><Relationship Type="http://schemas.openxmlformats.org/officeDocument/2006/relationships/notesMaster" Target="/ppt/notesMasters/notesMaster1.xml" Id="R7951f232dead4b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10ed8c915a4bda" /><Relationship Type="http://schemas.openxmlformats.org/officeDocument/2006/relationships/notesMaster" Target="/ppt/notesMasters/notesMaster1.xml" Id="Rdccf20cd72784c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e659643fd4b81" /><Relationship Type="http://schemas.openxmlformats.org/officeDocument/2006/relationships/notesMaster" Target="/ppt/notesMasters/notesMaster1.xml" Id="Rfaa7191448354d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8b921c338b4260" /><Relationship Type="http://schemas.openxmlformats.org/officeDocument/2006/relationships/notesMaster" Target="/ppt/notesMasters/notesMaster1.xml" Id="Rca0235abfa6d4a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fd38ce9abe482d" /><Relationship Type="http://schemas.openxmlformats.org/officeDocument/2006/relationships/notesMaster" Target="/ppt/notesMasters/notesMaster1.xml" Id="Rff86f7551c9c47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69d37af7724e81" /><Relationship Type="http://schemas.openxmlformats.org/officeDocument/2006/relationships/notesMaster" Target="/ppt/notesMasters/notesMaster1.xml" Id="Rfaf51bfd1bb346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bc015922614a3e" /><Relationship Type="http://schemas.openxmlformats.org/officeDocument/2006/relationships/notesMaster" Target="/ppt/notesMasters/notesMaster1.xml" Id="Ra26cc44be45c4b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5ff2ac3c434566" /><Relationship Type="http://schemas.openxmlformats.org/officeDocument/2006/relationships/notesMaster" Target="/ppt/notesMasters/notesMaster1.xml" Id="Ra59d06b6443a43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PPagenT：page-05-intent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PPagenT：page-06-intent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PPagenT：page-07-intent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PPagenT：page-08-intent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PPagenT：page-09-intent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PPagenT：page-10-intent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PPagenT：page-11-intent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PPagenT：page-12-intent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8e86692264dd9" /><Relationship Type="http://schemas.openxmlformats.org/officeDocument/2006/relationships/image" Target="/ppt/media/image.jpeg" Id="R1f36e48bf73c4176" /><Relationship Type="http://schemas.openxmlformats.org/officeDocument/2006/relationships/image" Target="/ppt/media/image.png" Id="R0794bfaca2c54d62" /><Relationship Type="http://schemas.openxmlformats.org/officeDocument/2006/relationships/image" Target="/ppt/media/image2.png" Id="R51e188d20c3d42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10ed1562b43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4159f4a784ac8" /><Relationship Type="http://schemas.openxmlformats.org/officeDocument/2006/relationships/image" Target="/ppt/media/image3.png" Id="R0fbdb842c6964c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dfeff0d79482f" /><Relationship Type="http://schemas.openxmlformats.org/officeDocument/2006/relationships/image" Target="/ppt/media/image4.png" Id="R3f6ecffafd0f48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0b2d664d849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814e450e946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9ee3df7b543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3798f19fb4b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f4ca70c8847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b218751b34d0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37c8b3b8b459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8b707d3bea4861" /><Relationship Type="http://schemas.openxmlformats.org/officeDocument/2006/relationships/image" Target="/ppt/media/image5.png" Id="R2b7ff4b81e9d40e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3f727e6c2948f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5e858f83f5f4c83" /><Relationship Type="http://schemas.openxmlformats.org/officeDocument/2006/relationships/image" Target="/ppt/media/image5.png" Id="R66eba5c71ca140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7393d76bc24c7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6e48bf73c417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4bfaca2c54d6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188d20c3d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36CD40D2-8C04-406F-8EA9-1595510E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db842c6964c5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5F1212E-D977-46CC-8E5A-DDCD758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CAB514A-6F52-4FF0-A867-7B276AF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C72CF57F-CFC5-4C5D-AA6A-43A39815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F613510F-CBEF-4697-9359-672D2653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cffafd0f48a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92439B57-1086-4CF1-8F93-CA91089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F4F108F-09FD-49CD-BCB5-23F4D8AD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6CE61-948F-48D2-923A-D621072C7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DD65AAE-8873-44FF-96A0-2866239DED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4CF0975-5830-4FDA-8681-44DD936B7E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FF1DF7F-6CD1-4A30-AAB2-39BBBFA2B24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CCA1E7C-0695-477B-BB88-12A5BC07BB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BB5BE01-E8BF-4D39-BAC7-D18FEED08C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CEDD34A-7CBC-4112-8D56-7B8004CEC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6080AC8-4802-467B-A2A4-7741F17B68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F1BD6C-936E-47A3-9714-3A888BDCF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41C7B23-8EE4-4D4B-901B-B89B039D52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CAF3219-4F3A-415A-B106-0F1D89EDC9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5EE8471-151E-4FA9-92FE-F392F3D15C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8702E7B-74CD-4606-BFA1-532D057D8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B9497F7-4B9C-418A-8433-A23AC923AF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1CF6B4E-540E-4267-8DC6-32A85C1EE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D08BD0-05EC-4D82-A130-9E12C88D3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899620A-F3BE-4BF0-B5EE-73204A0C59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75738A-02EE-4D7F-88BC-2469A8F779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CC08DF8-F529-40A2-9FF7-6DB630921A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93A42B8-C7E4-414D-A280-32CBBE5A1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64AD4D-ADE3-434C-8007-91097F902E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85E61A-9BF4-4D91-A960-982F91107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E98654C-5D7B-4D82-A09F-1B5D3277F2D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0A4B283-7DF0-47B2-B01F-FE7368BD9A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9F56238-C38F-4CEB-8810-FBF27BE9DB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76F6CE0-57AE-4053-89D8-61117B733C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59379E9-7810-4EC8-B08D-03950004CC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341EE6-1464-454A-9508-C3F000E11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B8BB4F9-27E8-4FA0-8FE3-535AE84EF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EBBCB5-D399-4045-85E9-A863C6FF92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2F1BBB-6045-439E-B906-D1E85EA59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EE9AC4-8167-4EE6-8ADC-8B58E19AA1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A4ABFF7-486E-432D-96A4-D7400633E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4B2E580-9F79-464F-B359-23C50E1B4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43DA373-E8AF-4EE0-A133-CAA60833AC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CE5481-46AF-42A0-83FD-4BF89E9264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57527C-571F-4EDC-99D8-7B4E847855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ff4b81e9d40e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01D8441-43F1-4A1C-9B85-D688892E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C9EBAFB-765B-4A27-AD37-ABCD15EC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9F86EF2-DC74-4708-A44D-99753BCF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63EB286-DDEC-4203-B77A-9E6B0B39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ba5c71ca140d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D052775-C3B0-443E-8062-78EF720C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1154ADD-CF8B-44A5-87C2-23541B7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26E2D59-A1D0-4357-B424-DCE95CFD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DB3220E-132F-43AF-8507-4B18EF3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85d5bd613406c" /><Relationship Type="http://schemas.openxmlformats.org/officeDocument/2006/relationships/slideLayout" Target="/ppt/slideLayouts/slideLayout1.xml" Id="R684d2c3d4e04400d" /><Relationship Type="http://schemas.openxmlformats.org/officeDocument/2006/relationships/slideLayout" Target="/ppt/slideLayouts/slideLayout2.xml" Id="R8d3c449b8f8a4a4d" /><Relationship Type="http://schemas.openxmlformats.org/officeDocument/2006/relationships/slideLayout" Target="/ppt/slideLayouts/slideLayout3.xml" Id="R8c824bc90ca94931" /><Relationship Type="http://schemas.openxmlformats.org/officeDocument/2006/relationships/slideLayout" Target="/ppt/slideLayouts/slideLayout4.xml" Id="R10922518d8784ecb" /><Relationship Type="http://schemas.openxmlformats.org/officeDocument/2006/relationships/slideLayout" Target="/ppt/slideLayouts/slideLayout5.xml" Id="R3370111ddbee49bc" /><Relationship Type="http://schemas.openxmlformats.org/officeDocument/2006/relationships/slideLayout" Target="/ppt/slideLayouts/slideLayout6.xml" Id="Rafefd4711d914a21" /><Relationship Type="http://schemas.openxmlformats.org/officeDocument/2006/relationships/slideLayout" Target="/ppt/slideLayouts/slideLayout7.xml" Id="R74d2212fc30549a3" /><Relationship Type="http://schemas.openxmlformats.org/officeDocument/2006/relationships/slideLayout" Target="/ppt/slideLayouts/slideLayout8.xml" Id="Re314b3bb376241de" /><Relationship Type="http://schemas.openxmlformats.org/officeDocument/2006/relationships/slideLayout" Target="/ppt/slideLayouts/slideLayout9.xml" Id="R95fd6df7bde34f24" /><Relationship Type="http://schemas.openxmlformats.org/officeDocument/2006/relationships/slideLayout" Target="/ppt/slideLayouts/slideLayout10.xml" Id="Rd257ee5a1d2f459f" /><Relationship Type="http://schemas.openxmlformats.org/officeDocument/2006/relationships/slideLayout" Target="/ppt/slideLayouts/slideLayout11.xml" Id="Ra90588f7772f46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31556ece9084311" /><Relationship Type="http://schemas.openxmlformats.org/officeDocument/2006/relationships/slideLayout" Target="/ppt/slideLayouts/slideLayout12.xml" Id="R307af7afb4b74978" /><Relationship Type="http://schemas.openxmlformats.org/officeDocument/2006/relationships/slideLayout" Target="/ppt/slideLayouts/slideLayout13.xml" Id="R0b3b6813c088453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fe008d18e0b4abd" /><Relationship Type="http://schemas.openxmlformats.org/officeDocument/2006/relationships/slideLayout" Target="/ppt/slideLayouts/slideLayout14.xml" Id="R471014777ce54b4d" /><Relationship Type="http://schemas.openxmlformats.org/officeDocument/2006/relationships/slideLayout" Target="/ppt/slideLayouts/slideLayout15.xml" Id="Rb7567d221c9448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D8E2805-FC51-4528-A6F0-161276246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DDC624-9E4A-4B2C-9F2E-3D1080C0C1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074D70-4FAE-47BA-8691-DB07D964327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E0A385-6B06-4730-A390-040764D8B3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B28AD5-BDD3-4311-A89A-A333BA2625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d2c3d4e04400d"/>
    <p:sldLayoutId xmlns:r="http://schemas.openxmlformats.org/officeDocument/2006/relationships" id="2147483650" r:id="R8d3c449b8f8a4a4d"/>
    <p:sldLayoutId xmlns:r="http://schemas.openxmlformats.org/officeDocument/2006/relationships" id="2147483651" r:id="R8c824bc90ca94931"/>
    <p:sldLayoutId xmlns:r="http://schemas.openxmlformats.org/officeDocument/2006/relationships" id="2147483652" r:id="R10922518d8784ecb"/>
    <p:sldLayoutId xmlns:r="http://schemas.openxmlformats.org/officeDocument/2006/relationships" id="2147483653" r:id="R3370111ddbee49bc"/>
    <p:sldLayoutId xmlns:r="http://schemas.openxmlformats.org/officeDocument/2006/relationships" id="2147483654" r:id="Rafefd4711d914a21"/>
    <p:sldLayoutId xmlns:r="http://schemas.openxmlformats.org/officeDocument/2006/relationships" id="2147483655" r:id="R74d2212fc30549a3"/>
    <p:sldLayoutId xmlns:r="http://schemas.openxmlformats.org/officeDocument/2006/relationships" id="2147483656" r:id="Re314b3bb376241de"/>
    <p:sldLayoutId xmlns:r="http://schemas.openxmlformats.org/officeDocument/2006/relationships" id="2147483657" r:id="R95fd6df7bde34f24"/>
    <p:sldLayoutId xmlns:r="http://schemas.openxmlformats.org/officeDocument/2006/relationships" id="2147483658" r:id="Rd257ee5a1d2f459f"/>
    <p:sldLayoutId xmlns:r="http://schemas.openxmlformats.org/officeDocument/2006/relationships" id="2147483659" r:id="Ra90588f7772f461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7456E83-51AA-46E1-A44B-FBB720FE69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B32D06C-3987-428F-B14C-3A2278C10E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D9D7650-A3E5-4797-9F9F-EF89AB9ABC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888C738-F797-44B6-A801-1A5B7D0EE25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2EE4088-7C34-4E92-88DC-011792CAE7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07af7afb4b74978"/>
    <p:sldLayoutId xmlns:r="http://schemas.openxmlformats.org/officeDocument/2006/relationships" id="2147483662" r:id="R0b3b6813c088453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D3C90FF-8537-4DB7-B612-897687C00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9F2567E-89ED-4DF6-9EA0-BDB987BFDE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54172C-562C-45DF-B98E-DBF8A52326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0E9F9DB-67C1-4576-97D0-A527032674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C5C4AA-C11F-43BE-AF19-1A6CBA84823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71014777ce54b4d"/>
    <p:sldLayoutId xmlns:r="http://schemas.openxmlformats.org/officeDocument/2006/relationships" id="2147483665" r:id="Rb7567d221c94487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9cc4f11024c13" /><Relationship Type="http://schemas.openxmlformats.org/officeDocument/2006/relationships/notesSlide" Target="/ppt/notesSlides/notesSlide1.xml" Id="Rdd76c12a97a945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38b68fe0e741f0" /><Relationship Type="http://schemas.openxmlformats.org/officeDocument/2006/relationships/notesSlide" Target="/ppt/notesSlides/notesSlide2.xml" Id="Rf5267258567844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3af3ac3f584d7c" /><Relationship Type="http://schemas.openxmlformats.org/officeDocument/2006/relationships/notesSlide" Target="/ppt/notesSlides/notesSlide3.xml" Id="R7c6eeaf26d2541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7d98d1c66d40fc" /><Relationship Type="http://schemas.openxmlformats.org/officeDocument/2006/relationships/notesSlide" Target="/ppt/notesSlides/notesSlide4.xml" Id="Reb8b20f0c11a43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16a6bb9da74f8e" /><Relationship Type="http://schemas.openxmlformats.org/officeDocument/2006/relationships/notesSlide" Target="/ppt/notesSlides/notesSlide5.xml" Id="Rb8430ab0a8fc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c687b416654a4d" /><Relationship Type="http://schemas.openxmlformats.org/officeDocument/2006/relationships/notesSlide" Target="/ppt/notesSlides/notesSlide6.xml" Id="R0065b371c94d47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51fec60e4f4543" /><Relationship Type="http://schemas.openxmlformats.org/officeDocument/2006/relationships/notesSlide" Target="/ppt/notesSlides/notesSlide7.xml" Id="R16be2bbcd21b44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ecc6163eb94237" /><Relationship Type="http://schemas.openxmlformats.org/officeDocument/2006/relationships/notesSlide" Target="/ppt/notesSlides/notesSlide8.xml" Id="R4eaed0186ae5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68e5a78d854862" /><Relationship Type="http://schemas.openxmlformats.org/officeDocument/2006/relationships/notesSlide" Target="/ppt/notesSlides/notesSlide9.xml" Id="R52335651f60747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a0423bd6ef4f3d" /><Relationship Type="http://schemas.openxmlformats.org/officeDocument/2006/relationships/notesSlide" Target="/ppt/notesSlides/notesSlide10.xml" Id="R9c0d431401834c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63fc3abe554b59" /><Relationship Type="http://schemas.openxmlformats.org/officeDocument/2006/relationships/notesSlide" Target="/ppt/notesSlides/notesSlide11.xml" Id="Reb571ee9f82544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cc230babbe4476" /><Relationship Type="http://schemas.openxmlformats.org/officeDocument/2006/relationships/notesSlide" Target="/ppt/notesSlides/notesSlide12.xml" Id="R0a5dcba3055345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a93520954b4f17" /><Relationship Type="http://schemas.openxmlformats.org/officeDocument/2006/relationships/notesSlide" Target="/ppt/notesSlides/notesSlide13.xml" Id="Rf7b48b5d322b4e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1f5327c94f40a0" /><Relationship Type="http://schemas.openxmlformats.org/officeDocument/2006/relationships/notesSlide" Target="/ppt/notesSlides/notesSlide14.xml" Id="R3f822a49e66449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2d4b16e241a2" /><Relationship Type="http://schemas.openxmlformats.org/officeDocument/2006/relationships/notesSlide" Target="/ppt/notesSlides/notesSlide15.xml" Id="R2fed27a2694f45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F0A5F8F-4A41-4060-89B5-474482E0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B9049A5C-8E2A-44A1-BF78-13064C64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5FB7085C-DFE0-43A6-802A-18605CF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662B614-B42D-43F2-A01E-0E3A27A5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3EE97273-9371-4CED-9D63-EFB1612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2755504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定位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方法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收束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556DAE6-290A-4206-8D8F-172B816E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54E8104-D684-4E8C-9532-BF47ACFA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D823D3F1-55DF-45FF-9E54-4777B11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54202B8-698B-4CDC-BE90-AEDDA3C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C7F0CCC8-1356-467A-BEA7-CD65B266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动手之前，是一连串判断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F7C2A7C5-41D2-4A94-9D13-77BE94E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这场汇报到底怎么讲，一篇长稿应该拆成多少页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每一页只承担什么职责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观点是并列、递进、因果还是流程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哪里应该突出，什么时候用图，什么时候一句话反而更有力量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C4CB067F-4A85-488C-B691-7958EF6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4D7F0086-16F9-4627-8E67-9E74AAF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判断之后，是机械整理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937A4E54-CC8D-4C70-94F4-8C07535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翻以前做过的 PPT，找一个差不多的页面，替换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内容、调整结构，再统一字体、字号、颜色和间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距。真正费时间的是这些反复发生的判断，而一个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PPT 做得很好的人，脑子里已经积累了大量答案。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1436222-6A4B-4652-86BD-8CD695BA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1C54523-E30F-4617-A67E-E094CE9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90AE4BD0-E42D-474B-AB0D-B0563932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7459068C-BAE7-4939-A2F9-8C6ABC7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38077CCE-09FB-4F05-A81B-3417406E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工作型场景的底线，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与 PPagenT 的选择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27E7B5B0-DC8B-4AB7-914B-0E9A7C0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工作型场景通常不要求每页都像艺术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作品，却有一条明确底线：不能乱、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不能丑、不能掉价、生成完以后仍然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可以修改。PPagenT 不试图覆盖整个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需求分布，首先选择概率密度最大、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重复发生、最适合标准化的这一段。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AD64E906-7410-46CC-93C4-9BED671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ADECCA90-C476-444B-BF41-4370DD2E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需求分布的两端与中间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60716596-C597-4E3E-B8FC-2D3D63A8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98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一端几乎不在意版式，只要把文字放上去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另一端是发布会、品牌路演和高水平比赛，需要高度定制的视觉创意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中间是学校、科研院所、事业单位、央国企和普通企业：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需要快速把稿件变成结构清楚、视觉体面、符合组织规范的 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可靠度：R = P(Q ≥ Q可用)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3D2620C-C55B-4D72-A6C9-E29DADA1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CC69599-B706-4F95-A94D-1F2203EF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6E54697-3938-44D1-A519-D59960EB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1FCFACC9-3DBE-42B3-A96B-33A391F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194B14E8-305A-492C-BDA9-3E68F190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把“质量”与“可用线”定义清楚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AD139E7D-0F32-4D69-96D9-7448AD3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把生成结果的综合质量记作 Q，把“可以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直接拿去讲”的最低标准记作 Q可用。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3E70C3CF-E31B-4A02-9409-A699F1D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51CA0C48-EDAB-4F09-8CFC-52EF5522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可靠度是达到可用线的概率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B1A30692-42CF-4E40-9571-4C76E63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R = P(Q ≥ Q可用 | 目标工作场景)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这里的 R 才是 PPagenT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所追求的产品可靠度。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4E0A7094-0DB3-4C8D-8D27-5109E99C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A681D49-DC5C-456A-B9B7-8810881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37FC40E6-0C76-496C-AF49-5403FEB0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4FF47866-5D8E-4350-B952-ED77495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分：惊艳但不可依赖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0677A3C5-D8EB-4CB5-BBF0-F9761E81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38514425-FE3A-4935-9C5C-FD113EB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不追求偶尔生成一个让所有人惊叹的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95 分作品。从一套能用的 PPT 再提升到高度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定制的视觉作品，成本会迅速上升，而多数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内部汇报并不需要为这份增量付出同等代价。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CA2CB91-3527-42D3-98F2-92B1A45E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EC42FF78-861F-4393-9234-EB4CA046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25BA3D16-6299-42F9-B66C-C701D604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分：真正的工作状态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CDBC2CC2-F17F-4C62-B981-ABC1DAAE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B0BED397-3083-45B8-8C88-7F5A19E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真实使用场景往往很普通：晚上交稿、第二天上午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汇报，需要一套逻辑清楚、版式规范、符合单位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风格、还能继续修改的 PPT。“80 分”不是质量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上限，而是对稳定可用状态的称呼——直接使用不失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专业，继续修改有可靠基础，投入与收益相匹配。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EF188D5-EF91-4AE3-A22B-C4DBAB3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122A6C9-DEC1-4F3D-85E2-F9C58446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F233FFDE-2E20-4FDE-B5E1-4677AD5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15B15E71-BD8F-4064-A953-27FBA63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A40DF8A0-9A1E-434C-8968-1A434A41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主动限制什么，来换取可靠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3EB6AB01-36CA-41B2-AEC5-659D9849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主动限制一部分自由，可能降低单次生成的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理论峰值，却大幅减少结果落入不可用区间的机会：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确定的组织视觉规范——颜色、字体、Logo、页眉页脚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经过验证的表达能力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明确的数量与容量边界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已经登记的退化方式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DA59EDD5-2968-45A0-85A8-38D17902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8E8FF07-EAA6-4D69-A327-C22777C6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自由度的代价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EB4E51DF-D3D2-4C26-BBC4-05EA83F0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生成式 AI 可以每次重新决定颜色、字体、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结构、版式与视觉风格；自由度越高，状态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空间越大，失败模式随之增加，而工作里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 PPT 并不需要所有东西都每次重来。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252E8FE-3087-4D9D-9010-658C8BD7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90503A2-6379-4937-9234-A479A1FF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B43216F5-045E-452A-A511-C92F2FB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C9D5BA65-DEBD-4CD5-8BAC-464F8059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773C7D02-6A58-4D68-826C-B1531F51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AI：读懂稿件，做出路由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33573D8F-4415-4616-AE82-02D61EA0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内容导演理解稿件、组织叙事、拆页并形成页面内容；视觉导演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判断每一页适合怎样表达，并从已经确认的能力中选择结构。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5FD3A9B9-109D-4954-A6DA-C5045BB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981C1756-0E4D-4F42-99C1-D5DF1E85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规则：用已确认的资产约束与选择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075B75A9-DB26-436E-ABE7-FDCE61E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主题固定字体、颜色、Logo 与页面骨架；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核心能力库保存并列、顺序、对比、层级、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循环等表达方式。没有合适结构时，系统退回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已经登记的简单文字排版，而不是临时编造。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85F9A-A2ED-410E-ABBB-A6CC5EE4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0190AD1C-3B38-4F4A-BC41-6217E2E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91165637-4470-40FE-AE07-00951815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代码：稳定完成绘制与编译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06536853-3951-4FE4-948F-A0471D3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确定性代码负责排版、绘制与检查，最终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产出原生可编辑的 PowerPoint，而不是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截图、整页图片或难以修改的网页。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5607811B-AAA2-43D1-9B65-B00D8B7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F43A71C-E39E-4180-8E17-7D354EE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15E1ABCC-49D0-4503-B446-E9330C9D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FEF92269-F645-48C8-A8B0-7981E1D6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资产入库线：把经验变成能力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4EDA94AC-D98D-4B45-8541-02D79207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0AF977A4-DB69-4A12-9D86-68D2534F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反复理解优秀参考，提炼逻辑与设计规律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扩展为可复用能力，适应不同数量并确认效果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只有用户明确确认的能力才能进入核心资产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库；生成线只读调用，不在交付现场临时创造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0E090F2-4F40-4CC7-955B-DD7AAE60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159D7EA9-394D-4F1C-AB6C-B9110EA5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DC7595EA-36A3-4226-8FD6-8BD5FFB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正式生成线：把能力稳定地用出来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57502E25-A0ED-49AE-B103-EF7128D9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25ADBC40-2A8F-4ECD-999D-4111A100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读取原始稿件与组织主题，由 AI 理解并编排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从核心库选择合法能力；没有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合适结构时退回简单排版或拆页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确定性排版与编译，产出原生可编辑 PPTX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A8B54F04-CED2-4D9B-8E53-A9AC79B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AC72048-8A82-4202-A162-D1DEE855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23814180-F8D6-4F13-8E22-C5E0EBF5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C5DA918E-9CE8-473F-A5D1-E38A7D28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传统生成式路线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41BDE74A-73B9-493B-8148-05AE66D0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3E90E261-22A5-46A9-861A-5E000E6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每来一个用户，就重新理解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一次、设计一次、绘制一次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计算、审美判断和失败风险都集中在运行时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AAB911D-076A-4FCD-B16B-3B75159D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BFAF55C8-CE5C-4A73-9ADF-05965D1F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5BBDC928-8BCC-4F59-92EA-A1F72FD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 路线：前移到建设期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D25E99E6-CA6D-479E-86C1-9A0AB39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2CDD7E4C-A0C4-45B9-B7DB-1BA05918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人和工具先筛选优秀页面，理解它为什么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好看，把内容、图片和数量参数化并验证不同状态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用户确认后进入资产库；运行期低成本模型只做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理解、分类、路由和填参，确定性代码负责绘制与检查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A233E48-282E-45F0-9330-61BD0BE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9627971-1EFC-4266-95E6-C5D5D9D5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0DFAD4A-930A-4FB9-A1AF-E6B55520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91837301-7917-40D8-867D-397D69F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2EF25858-1C7B-4B9E-AF93-E5BB1FCE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从一件作品，到一种能力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E0264A2E-C7AC-42B5-8F03-05F726F9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一个漂亮页面只有在规律被提炼出来之后，才能成为能力：什么内容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适合怎样表达、一个版式能处理多少内容、数量变化时怎样重新排布、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超过边界时换样式还是拆页、哪些结构即使画得出来也不应该使用。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B4DCDBE3-B689-4317-8B5F-87017532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37C1DDE2-5418-440C-A403-5B48044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静态模板永远追不上真实内容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C7F244AD-EDF0-422F-98B2-5478EEEA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原页面有三个观点，新稿件可能有四个；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原页面每项十个字，新内容可能每项六十个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字——内容永远不可能被静态模板穷尽。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壁垒不在模型，在表达经验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BBEB006-88E1-493B-BA15-71D014B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EDF06DF-4260-465B-9A47-2E2B642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5C1CFAFF-511D-4B78-BCB8-BE701FD2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E17B649C-2910-4976-B157-42C54188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96BFD56B-0B20-41CD-BC14-60E17498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真正积累的是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表达能力包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8E315C43-16BF-4557-9207-A98F2E10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系统积累的是经过验证的表达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能力包，真正的壁垒不是使用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了哪个模型，而是能否把新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内容可靠地路由到正确的能力。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0D7927D4-7C4B-4C1C-B6DC-55D4CA81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6A42CDD0-4AB3-421B-BDA5-FF82419C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一个能力包需要回答四个问题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61531844-12E9-4A16-9DA5-9E804FB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98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积累了多少真正有效的表达能力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能否把新内容可靠路由到正确的表达能力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是否知道每种能力的容量、变化方式和失败边界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能否稳定生成符合组织规范、原生可编辑的结果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EB8AB3B-352D-4BAA-9559-34060027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9F4FBE0-F0DE-4355-BA66-73F77629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5EBD08BC-428B-4AA8-ABF1-E2AEAB11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48F60C01-5DC1-473C-8080-DBA8E37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8146B94F-D25C-470B-9B54-E3059A7C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第一个正式落地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场景：东北大学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E91699F5-2895-42BA-887A-281A058A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东北大学具有明确的视觉规范、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持续发生的汇报需求和真实可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检验的使用边界，因此成为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的第一个落地场景。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D0328B2F-0E72-41F8-826A-EFE7DD39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5D6BB5D9-5C3B-485D-A887-0E2428C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主题可替换，经验可复用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CD389D54-87A5-4265-9D70-6011E8B1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颜色、Logo、字体与页眉页脚可以由主题配置替换；大量内容理解规则和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表达能力继续复用，可以服务其他学校、科研院所、实验室、企业和团队。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83560-7631-493B-97F8-802D908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6470CE93-D34A-4076-A63A-C4F5B2E9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E2C70DFF-B4B7-446B-94D8-877A639C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把少数人的能力，变成组织的产能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E436249F-1CE3-428B-944E-1E07947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原本只存在于少数人头脑和电脑里的能力，可以转化成更多人低成本获得的生产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能力；一个组织不必要求人人都是设计师，也能让日常输出稳定达到自己的基本标准。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15879FA-58EE-418B-BC9B-70DE8F7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08E9A35-56CD-4063-9931-55362C3E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DFA1BD59-CFEA-4279-90C0-90DDF18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56772DE9-A40B-4E3F-AE75-2BC04FC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C6D1A620-C76A-4DAE-BAC9-AB13FB4F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6A3717EE-799B-4594-ABDE-DE9A5C47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很多时间，花在已被解决过的问题上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4DCC582D-DA1F-43BB-80AD-AAE86EC8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做一套好 PPT 太费时间，而其中很多时间花在以前已经有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人解决过的问题上——这些验证过的经验应该被留下来。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58ECAAA-E77E-430C-B598-559BDD8B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C61A1EC0-7F26-4A04-B1A3-190BEA2D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5AB7E259-6323-4B7D-BDA0-46A940E7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0A92A1E7-F5B9-41B7-93CB-8613903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4F5453A6-1645-40DE-A474-1E9B03B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让不太会做 PPT 的人，也能很快得到一套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F9DC94F6-FEC0-4048-83B6-8A91077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 AI 帮我们读稿子，让规则帮我们做判断，让代码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完成重复劳动；原本不太会做 PPT 的人也能快速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得到一套靠谱、可修改、能直接拿去讲的作品。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C77BCD9-CC0E-41A0-ABCB-E5FE7DEA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0DDB3C7D-66EC-4378-8C11-1FA1BD8C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AEC8324F-8104-4A00-9C66-6900997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2D187B05-F9B6-4354-8A8C-74E13E8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E5CAA9A9-8D8D-46AB-AB2E-C3744F7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普通问题，也有机会成为一门生意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779A0D82-94ED-43E5-BF0C-619CF0D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如果能持续做到这一点，这个普通问题就能成为一项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可靠的产品能力，也有机会形成一门真正的生意。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FB2BC28-982F-42EF-884F-438AE02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2026-09-04T12:51:46.2250000Z</dcterms:created>
  <dcterms:modified xsi:type="dcterms:W3CDTF">2026-09-04T12:51:46.2250000Z</dcterms:modified>
</coreProperties>
</file>