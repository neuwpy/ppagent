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d72bd0653c441e" /><Relationship Type="http://schemas.openxmlformats.org/officeDocument/2006/relationships/extended-properties" Target="/docProps/app.xml" Id="R89815118b540475b" /><Relationship Type="http://schemas.openxmlformats.org/officeDocument/2006/relationships/officeDocument" Target="/ppt/presentation.xml" Id="Rb2398a57d33440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bde0dc96841f5"/>
    <p:sldMasterId xmlns:r="http://schemas.openxmlformats.org/officeDocument/2006/relationships" id="2147483660" r:id="Ra9e743c1aa164a65"/>
    <p:sldMasterId xmlns:r="http://schemas.openxmlformats.org/officeDocument/2006/relationships" id="2147483663" r:id="R1df5d888adb64a34"/>
  </p:sldMasterIdLst>
  <p:notesMasterIdLst>
    <p:notesMasterId xmlns:r="http://schemas.openxmlformats.org/officeDocument/2006/relationships" r:id="Reb17656e982f4470"/>
  </p:notesMasterIdLst>
  <p:sldIdLst>
    <p:sldId xmlns:r="http://schemas.openxmlformats.org/officeDocument/2006/relationships" id="256" r:id="R0e09960737bb4457"/>
    <p:sldId xmlns:r="http://schemas.openxmlformats.org/officeDocument/2006/relationships" id="257" r:id="R8d950b4522fa46cb"/>
    <p:sldId xmlns:r="http://schemas.openxmlformats.org/officeDocument/2006/relationships" id="258" r:id="Rd81ca36210c04c7b"/>
    <p:sldId xmlns:r="http://schemas.openxmlformats.org/officeDocument/2006/relationships" id="259" r:id="R1a73f11bfe1a4b0a"/>
    <p:sldId xmlns:r="http://schemas.openxmlformats.org/officeDocument/2006/relationships" id="260" r:id="R0c00d1ec4dfc429f"/>
    <p:sldId xmlns:r="http://schemas.openxmlformats.org/officeDocument/2006/relationships" id="261" r:id="R65877c5ad7ec4eab"/>
    <p:sldId xmlns:r="http://schemas.openxmlformats.org/officeDocument/2006/relationships" id="262" r:id="R8934a0eef34e48b3"/>
    <p:sldId xmlns:r="http://schemas.openxmlformats.org/officeDocument/2006/relationships" id="263" r:id="Rd862c28259e24fc5"/>
    <p:sldId xmlns:r="http://schemas.openxmlformats.org/officeDocument/2006/relationships" id="264" r:id="Ra294b1134c604256"/>
    <p:sldId xmlns:r="http://schemas.openxmlformats.org/officeDocument/2006/relationships" id="265" r:id="R9c10b03a09cf4a91"/>
    <p:sldId xmlns:r="http://schemas.openxmlformats.org/officeDocument/2006/relationships" id="266" r:id="Rb8c19b13196543aa"/>
    <p:sldId xmlns:r="http://schemas.openxmlformats.org/officeDocument/2006/relationships" id="267" r:id="R1d3b69b49ed64817"/>
    <p:sldId xmlns:r="http://schemas.openxmlformats.org/officeDocument/2006/relationships" id="268" r:id="R30022b9916784af8"/>
    <p:sldId xmlns:r="http://schemas.openxmlformats.org/officeDocument/2006/relationships" id="269" r:id="R1ce8062f30a745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449d850bed4a24" /><Relationship Type="http://schemas.openxmlformats.org/officeDocument/2006/relationships/slideMaster" Target="/ppt/slideMasters/slideMaster1.xml" Id="Rfa6bde0dc96841f5" /><Relationship Type="http://schemas.openxmlformats.org/officeDocument/2006/relationships/slideMaster" Target="/ppt/slideMasters/slideMaster2.xml" Id="Ra9e743c1aa164a65" /><Relationship Type="http://schemas.openxmlformats.org/officeDocument/2006/relationships/slideMaster" Target="/ppt/slideMasters/slideMaster3.xml" Id="R1df5d888adb64a34" /><Relationship Type="http://schemas.openxmlformats.org/officeDocument/2006/relationships/notesMaster" Target="/ppt/notesMasters/notesMaster1.xml" Id="Reb17656e982f4470" /><Relationship Type="http://schemas.openxmlformats.org/officeDocument/2006/relationships/presProps" Target="/ppt/presProps.xml" Id="R356682ea303d4186" /><Relationship Type="http://schemas.openxmlformats.org/officeDocument/2006/relationships/viewProps" Target="/ppt/viewProps.xml" Id="Refc8c3f5f6e14a4e" /><Relationship Type="http://schemas.openxmlformats.org/officeDocument/2006/relationships/tableStyles" Target="/ppt/tableStyles.xml" Id="R99a6780feab646ff" /><Relationship Type="http://schemas.openxmlformats.org/officeDocument/2006/relationships/slide" Target="/ppt/slides/slide1.xml" Id="R0e09960737bb4457" /><Relationship Type="http://schemas.openxmlformats.org/officeDocument/2006/relationships/slide" Target="/ppt/slides/slide2.xml" Id="R8d950b4522fa46cb" /><Relationship Type="http://schemas.openxmlformats.org/officeDocument/2006/relationships/slide" Target="/ppt/slides/slide3.xml" Id="Rd81ca36210c04c7b" /><Relationship Type="http://schemas.openxmlformats.org/officeDocument/2006/relationships/slide" Target="/ppt/slides/slide4.xml" Id="R1a73f11bfe1a4b0a" /><Relationship Type="http://schemas.openxmlformats.org/officeDocument/2006/relationships/slide" Target="/ppt/slides/slide5.xml" Id="R0c00d1ec4dfc429f" /><Relationship Type="http://schemas.openxmlformats.org/officeDocument/2006/relationships/slide" Target="/ppt/slides/slide6.xml" Id="R65877c5ad7ec4eab" /><Relationship Type="http://schemas.openxmlformats.org/officeDocument/2006/relationships/slide" Target="/ppt/slides/slide7.xml" Id="R8934a0eef34e48b3" /><Relationship Type="http://schemas.openxmlformats.org/officeDocument/2006/relationships/slide" Target="/ppt/slides/slide8.xml" Id="Rd862c28259e24fc5" /><Relationship Type="http://schemas.openxmlformats.org/officeDocument/2006/relationships/slide" Target="/ppt/slides/slide9.xml" Id="Ra294b1134c604256" /><Relationship Type="http://schemas.openxmlformats.org/officeDocument/2006/relationships/slide" Target="/ppt/slides/slide10.xml" Id="R9c10b03a09cf4a91" /><Relationship Type="http://schemas.openxmlformats.org/officeDocument/2006/relationships/slide" Target="/ppt/slides/slide11.xml" Id="Rb8c19b13196543aa" /><Relationship Type="http://schemas.openxmlformats.org/officeDocument/2006/relationships/slide" Target="/ppt/slides/slide12.xml" Id="R1d3b69b49ed64817" /><Relationship Type="http://schemas.openxmlformats.org/officeDocument/2006/relationships/slide" Target="/ppt/slides/slide13.xml" Id="R30022b9916784af8" /><Relationship Type="http://schemas.openxmlformats.org/officeDocument/2006/relationships/slide" Target="/ppt/slides/slide14.xml" Id="R1ce8062f30a7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63283bc8a15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8f6af71d1540c2" /><Relationship Type="http://schemas.openxmlformats.org/officeDocument/2006/relationships/notesMaster" Target="/ppt/notesMasters/notesMaster1.xml" Id="R45b3dd7db88f49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dec73f269d4213" /><Relationship Type="http://schemas.openxmlformats.org/officeDocument/2006/relationships/notesMaster" Target="/ppt/notesMasters/notesMaster1.xml" Id="R66abbdfa122540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d7b0356b384130" /><Relationship Type="http://schemas.openxmlformats.org/officeDocument/2006/relationships/notesMaster" Target="/ppt/notesMasters/notesMaster1.xml" Id="Rdecc2f05843648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4f4d4b0d6a4fc4" /><Relationship Type="http://schemas.openxmlformats.org/officeDocument/2006/relationships/notesMaster" Target="/ppt/notesMasters/notesMaster1.xml" Id="R064238e67ec34d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f3d8e1491449ec" /><Relationship Type="http://schemas.openxmlformats.org/officeDocument/2006/relationships/notesMaster" Target="/ppt/notesMasters/notesMaster1.xml" Id="R523c6883cb9746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ff0cb034a34783" /><Relationship Type="http://schemas.openxmlformats.org/officeDocument/2006/relationships/notesMaster" Target="/ppt/notesMasters/notesMaster1.xml" Id="R7ce132163962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986712815149ff" /><Relationship Type="http://schemas.openxmlformats.org/officeDocument/2006/relationships/notesMaster" Target="/ppt/notesMasters/notesMaster1.xml" Id="R11b7b02a1df4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efebcd1764541" /><Relationship Type="http://schemas.openxmlformats.org/officeDocument/2006/relationships/notesMaster" Target="/ppt/notesMasters/notesMaster1.xml" Id="R19075348937246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db39dacbab4f0d" /><Relationship Type="http://schemas.openxmlformats.org/officeDocument/2006/relationships/notesMaster" Target="/ppt/notesMasters/notesMaster1.xml" Id="Re291d8293b9b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e299b5358544b6" /><Relationship Type="http://schemas.openxmlformats.org/officeDocument/2006/relationships/notesMaster" Target="/ppt/notesMasters/notesMaster1.xml" Id="R6e0788f467ba4d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e424568efc4153" /><Relationship Type="http://schemas.openxmlformats.org/officeDocument/2006/relationships/notesMaster" Target="/ppt/notesMasters/notesMaster1.xml" Id="R166612566ca946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0fc16b365e42a8" /><Relationship Type="http://schemas.openxmlformats.org/officeDocument/2006/relationships/notesMaster" Target="/ppt/notesMasters/notesMaster1.xml" Id="Re8aca667821840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6c76aa537848be" /><Relationship Type="http://schemas.openxmlformats.org/officeDocument/2006/relationships/notesMaster" Target="/ppt/notesMasters/notesMaster1.xml" Id="R5506bbb9638f44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3a8cc49f8f4029" /><Relationship Type="http://schemas.openxmlformats.org/officeDocument/2006/relationships/notesMaster" Target="/ppt/notesMasters/notesMaster1.xml" Id="R55d126642b1843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PPagenT：page-04-intent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PPagenT：page-05-intent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PPagenT：page-06-intent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PPagenT：page-07-intent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PPagenT：page-08-intent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PPagenT：page-09-intent → parallel-folded-notes-grid-002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PPagenT：page-10-intent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PPagenT：page-11-intent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473a902d54771" /><Relationship Type="http://schemas.openxmlformats.org/officeDocument/2006/relationships/image" Target="/ppt/media/image.jpeg" Id="R825d7c0308e34e14" /><Relationship Type="http://schemas.openxmlformats.org/officeDocument/2006/relationships/image" Target="/ppt/media/image.png" Id="R5870a1458cb046b7" /><Relationship Type="http://schemas.openxmlformats.org/officeDocument/2006/relationships/image" Target="/ppt/media/image2.png" Id="R52c208b14e6a42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554292e8348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cec86bcaf4675" /><Relationship Type="http://schemas.openxmlformats.org/officeDocument/2006/relationships/image" Target="/ppt/media/image3.png" Id="R4837f77ef61f4a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8ae4064f84c2c" /><Relationship Type="http://schemas.openxmlformats.org/officeDocument/2006/relationships/image" Target="/ppt/media/image4.png" Id="R20a68064f9c84f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0164e5bcd4f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0a65548574a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26de60a5445a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3246eb4744f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3fc1a1bfd47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a8026062142e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116f91f8a477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969411146e475f" /><Relationship Type="http://schemas.openxmlformats.org/officeDocument/2006/relationships/image" Target="/ppt/media/image5.png" Id="R328b3f2421344a3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8d96ba10fe49e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d51318aa6d347df" /><Relationship Type="http://schemas.openxmlformats.org/officeDocument/2006/relationships/image" Target="/ppt/media/image5.png" Id="R79766b5ecab24b1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bd43bbb7043407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d7c0308e34e1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0a1458cb046b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208b14e6a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CD1EF027-23D9-4AB6-8C8D-F7F1202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7f77ef61f4ac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26C7BFEE-682F-4133-B9D7-F04E359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DAB7D80-ECA8-4D1B-8C4E-36D0843F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70C01309-EB70-4F04-B5B9-77B243E2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50C076C8-F0CD-43C4-8736-515BE55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68064f9c84fe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0E23525-EE1C-456D-9662-5283C748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D0379C7-0B18-405D-8A19-694E6AA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A9107C-322C-4869-8EF8-D2CE894B0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22C5EDB-0DFD-4026-8DAF-3D793A00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9E012BE-2D49-4BB3-B422-BAE26FC94B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2438DEB-CC8A-4A62-A908-3C974C999F5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AC73136-19C4-49D0-8ACF-8D23A0B9219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8C998FF-9D58-4EA4-AFEE-1E8A3D12BD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4AA20C3-EE00-4B80-B461-0FB3668814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4607AA5-2418-4DB0-8F24-EEAE27CEF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96E05B-DA78-491F-91A4-2B4434D059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D116951-371C-4927-B157-65DF64A627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68FEDDC-4A59-406A-AB6C-0FD82DAD7C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3DF072-1DF2-4221-B90D-62AC1FD18A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6AEACBE-D94D-428C-924E-3171803899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02AC75D-BE2E-4E4C-A5E2-7B114E9E1D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2902D9E-D8E6-4709-8C31-097DD411C3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920BBD-F4E6-41E7-82AE-181D0F909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51DCE69-7D4A-48A9-A708-E4DBB5D655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02EEE02-B94C-4D94-B261-A204AF1271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0BD4841-11CC-4A77-A667-63C3E75ED1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440FB46-559C-4BF3-A8A3-FBFFDADCF0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F57A1EC-0C83-4C5A-AEE4-1A13ACE897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48B0FD8-84C8-4A7E-82A9-384D9C7AD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25CB145-5AB6-48B9-9E59-CEDACF38ABD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F5D5F61-47D5-48EB-B2A6-0436B7CD2E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EA76630-7497-48AC-A66A-65A3E1A3A8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B37366-5981-4133-BEAC-5EEF4F2497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E178FE8-3E66-4EB6-8082-3988C64E23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D9B297D-8F68-4DA7-AC51-2F289D444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E330AC8-FE7A-4275-B2BE-6C373A1DFB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3D594A9-50D4-4426-8616-DDD3E43726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47396B-C3DB-4109-A290-C72F75C8D1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4115C4-576D-4C97-B146-617F023E15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AC321206-05E7-4DCF-B3AD-5E25E973E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87BA323-7DA2-41A8-AAD6-05B9402876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4190005-7D54-4003-AE2F-9501584A26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7E3C68-8649-487B-836A-432F2BAB96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FC87581-CDD5-40F3-8574-C397C17784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b3f2421344a3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27989D6-4555-408D-A538-A92D46C9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F3E9DD5-EC17-4DB2-914B-655A284B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25BAFAA-91E5-4D73-BCCF-48C0A8F0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08C3639-36D5-4C0A-95D2-8D56E9B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66b5ecab24b1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DC7992C-8560-465D-8466-9E03FFF3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4E70325-E10F-4226-A4BD-8ED85CB8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9499D58-3786-40A0-9DFA-AD972BE0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393E5AC-2BF3-4F35-9641-3AF8D016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d7855fb1464d19" /><Relationship Type="http://schemas.openxmlformats.org/officeDocument/2006/relationships/slideLayout" Target="/ppt/slideLayouts/slideLayout1.xml" Id="Rf04405df31094580" /><Relationship Type="http://schemas.openxmlformats.org/officeDocument/2006/relationships/slideLayout" Target="/ppt/slideLayouts/slideLayout2.xml" Id="R9911661bb82f47d5" /><Relationship Type="http://schemas.openxmlformats.org/officeDocument/2006/relationships/slideLayout" Target="/ppt/slideLayouts/slideLayout3.xml" Id="R02bb7758842a4dc9" /><Relationship Type="http://schemas.openxmlformats.org/officeDocument/2006/relationships/slideLayout" Target="/ppt/slideLayouts/slideLayout4.xml" Id="R88ead2dec4944246" /><Relationship Type="http://schemas.openxmlformats.org/officeDocument/2006/relationships/slideLayout" Target="/ppt/slideLayouts/slideLayout5.xml" Id="R6a491fe54fb247eb" /><Relationship Type="http://schemas.openxmlformats.org/officeDocument/2006/relationships/slideLayout" Target="/ppt/slideLayouts/slideLayout6.xml" Id="Rdd34c32923c14658" /><Relationship Type="http://schemas.openxmlformats.org/officeDocument/2006/relationships/slideLayout" Target="/ppt/slideLayouts/slideLayout7.xml" Id="R5380d3af5c194b0c" /><Relationship Type="http://schemas.openxmlformats.org/officeDocument/2006/relationships/slideLayout" Target="/ppt/slideLayouts/slideLayout8.xml" Id="Rb279bcd33907487d" /><Relationship Type="http://schemas.openxmlformats.org/officeDocument/2006/relationships/slideLayout" Target="/ppt/slideLayouts/slideLayout9.xml" Id="R234edac64b874e5b" /><Relationship Type="http://schemas.openxmlformats.org/officeDocument/2006/relationships/slideLayout" Target="/ppt/slideLayouts/slideLayout10.xml" Id="Ra2964e6ae6aa4f68" /><Relationship Type="http://schemas.openxmlformats.org/officeDocument/2006/relationships/slideLayout" Target="/ppt/slideLayouts/slideLayout11.xml" Id="R333bba1dd1c543f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31fd9b0f0fa4781" /><Relationship Type="http://schemas.openxmlformats.org/officeDocument/2006/relationships/slideLayout" Target="/ppt/slideLayouts/slideLayout12.xml" Id="Rc550e72b555444c2" /><Relationship Type="http://schemas.openxmlformats.org/officeDocument/2006/relationships/slideLayout" Target="/ppt/slideLayouts/slideLayout13.xml" Id="Rbd19812587bb43b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6597f33c2b84ad0" /><Relationship Type="http://schemas.openxmlformats.org/officeDocument/2006/relationships/slideLayout" Target="/ppt/slideLayouts/slideLayout14.xml" Id="R3dbed8b8275d4cfe" /><Relationship Type="http://schemas.openxmlformats.org/officeDocument/2006/relationships/slideLayout" Target="/ppt/slideLayouts/slideLayout15.xml" Id="R16118b05fb1d48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C7AA076-0F7B-48CA-A49A-0653BF7E7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E1298F-E557-4937-AA94-84DAE5013F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83DE01-22BF-46BD-998B-BCD2447871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F7A9BE-515A-47BE-9EF6-D31A80BB60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80A647-C848-42CE-B830-CBC20E27BA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4405df31094580"/>
    <p:sldLayoutId xmlns:r="http://schemas.openxmlformats.org/officeDocument/2006/relationships" id="2147483650" r:id="R9911661bb82f47d5"/>
    <p:sldLayoutId xmlns:r="http://schemas.openxmlformats.org/officeDocument/2006/relationships" id="2147483651" r:id="R02bb7758842a4dc9"/>
    <p:sldLayoutId xmlns:r="http://schemas.openxmlformats.org/officeDocument/2006/relationships" id="2147483652" r:id="R88ead2dec4944246"/>
    <p:sldLayoutId xmlns:r="http://schemas.openxmlformats.org/officeDocument/2006/relationships" id="2147483653" r:id="R6a491fe54fb247eb"/>
    <p:sldLayoutId xmlns:r="http://schemas.openxmlformats.org/officeDocument/2006/relationships" id="2147483654" r:id="Rdd34c32923c14658"/>
    <p:sldLayoutId xmlns:r="http://schemas.openxmlformats.org/officeDocument/2006/relationships" id="2147483655" r:id="R5380d3af5c194b0c"/>
    <p:sldLayoutId xmlns:r="http://schemas.openxmlformats.org/officeDocument/2006/relationships" id="2147483656" r:id="Rb279bcd33907487d"/>
    <p:sldLayoutId xmlns:r="http://schemas.openxmlformats.org/officeDocument/2006/relationships" id="2147483657" r:id="R234edac64b874e5b"/>
    <p:sldLayoutId xmlns:r="http://schemas.openxmlformats.org/officeDocument/2006/relationships" id="2147483658" r:id="Ra2964e6ae6aa4f68"/>
    <p:sldLayoutId xmlns:r="http://schemas.openxmlformats.org/officeDocument/2006/relationships" id="2147483659" r:id="R333bba1dd1c543f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7DE8C91-2497-4BC5-87B4-A7FA21E53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4A9176B-889F-499A-9EA9-931A2BD532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4F4E0F2-53C9-42C1-8695-279E635BB0D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91AAB6-4A25-469C-AF9E-62F0C846BA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0C5E2C0-66FF-435A-8316-3C8BAB8B3D9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550e72b555444c2"/>
    <p:sldLayoutId xmlns:r="http://schemas.openxmlformats.org/officeDocument/2006/relationships" id="2147483662" r:id="Rbd19812587bb43b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CC5BF4F-1B14-4954-88A9-4D438E634A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F4A141-838A-46F5-B042-70647B14E5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D68D7E-77DA-46AF-BD11-DD5043B3422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5AE4B9A-E22B-401B-9F5A-277B5FEA83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04C175D-4F19-4B16-AE7E-D86C6BE7CB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dbed8b8275d4cfe"/>
    <p:sldLayoutId xmlns:r="http://schemas.openxmlformats.org/officeDocument/2006/relationships" id="2147483665" r:id="R16118b05fb1d48f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2db034bde46fd" /><Relationship Type="http://schemas.openxmlformats.org/officeDocument/2006/relationships/notesSlide" Target="/ppt/notesSlides/notesSlide1.xml" Id="Rf2a2e27b18664c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5e3403fc9f488a" /><Relationship Type="http://schemas.openxmlformats.org/officeDocument/2006/relationships/notesSlide" Target="/ppt/notesSlides/notesSlide2.xml" Id="R70ff4ce805e0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38569ffceb4ae0" /><Relationship Type="http://schemas.openxmlformats.org/officeDocument/2006/relationships/notesSlide" Target="/ppt/notesSlides/notesSlide3.xml" Id="R885c253f558a49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653a4409b64225" /><Relationship Type="http://schemas.openxmlformats.org/officeDocument/2006/relationships/notesSlide" Target="/ppt/notesSlides/notesSlide4.xml" Id="Rdbb454cc844e49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f0a04553dc4812" /><Relationship Type="http://schemas.openxmlformats.org/officeDocument/2006/relationships/notesSlide" Target="/ppt/notesSlides/notesSlide5.xml" Id="Ra0fad25006e246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fb57723ddb4c97" /><Relationship Type="http://schemas.openxmlformats.org/officeDocument/2006/relationships/notesSlide" Target="/ppt/notesSlides/notesSlide6.xml" Id="R2d214f6d1e2a43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2f45ad939f462d" /><Relationship Type="http://schemas.openxmlformats.org/officeDocument/2006/relationships/image" Target="/ppt/media/image6.png" Id="R9d480257c64c4dfe" /><Relationship Type="http://schemas.openxmlformats.org/officeDocument/2006/relationships/image" Target="/ppt/media/image.svg" Id="Radc2f2a8f57f431e" /><Relationship Type="http://schemas.openxmlformats.org/officeDocument/2006/relationships/image" Target="/ppt/media/image7.png" Id="R3e794d7fc5694504" /><Relationship Type="http://schemas.openxmlformats.org/officeDocument/2006/relationships/image" Target="/ppt/media/image2.svg" Id="R0b48b09b522240ce" /><Relationship Type="http://schemas.openxmlformats.org/officeDocument/2006/relationships/image" Target="/ppt/media/image8.png" Id="R299879a2a1dc4c3e" /><Relationship Type="http://schemas.openxmlformats.org/officeDocument/2006/relationships/image" Target="/ppt/media/image3.svg" Id="Rf2ad98777bd54311" /><Relationship Type="http://schemas.openxmlformats.org/officeDocument/2006/relationships/image" Target="/ppt/media/image9.png" Id="Rd0fbb81edb8a4565" /><Relationship Type="http://schemas.openxmlformats.org/officeDocument/2006/relationships/image" Target="/ppt/media/image4.svg" Id="R1b952c17492c45f4" /><Relationship Type="http://schemas.openxmlformats.org/officeDocument/2006/relationships/notesSlide" Target="/ppt/notesSlides/notesSlide7.xml" Id="R5a0beed7cefa44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3995fd42ad4b91" /><Relationship Type="http://schemas.openxmlformats.org/officeDocument/2006/relationships/notesSlide" Target="/ppt/notesSlides/notesSlide8.xml" Id="Re4284afeb4f247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35464079fa47d7" /><Relationship Type="http://schemas.openxmlformats.org/officeDocument/2006/relationships/notesSlide" Target="/ppt/notesSlides/notesSlide9.xml" Id="R2df17271618d40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14ffba39d24b77" /><Relationship Type="http://schemas.openxmlformats.org/officeDocument/2006/relationships/notesSlide" Target="/ppt/notesSlides/notesSlide10.xml" Id="Ra69301adc1234a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8a01316da744de" /><Relationship Type="http://schemas.openxmlformats.org/officeDocument/2006/relationships/image" Target="/ppt/media/image10.png" Id="Rc0865174dd654ef1" /><Relationship Type="http://schemas.openxmlformats.org/officeDocument/2006/relationships/image" Target="/ppt/media/image5.svg" Id="R68f225aa77fb4d6a" /><Relationship Type="http://schemas.openxmlformats.org/officeDocument/2006/relationships/image" Target="/ppt/media/image11.png" Id="R47f13451c80b4204" /><Relationship Type="http://schemas.openxmlformats.org/officeDocument/2006/relationships/image" Target="/ppt/media/image6.svg" Id="R2805e48164e5453e" /><Relationship Type="http://schemas.openxmlformats.org/officeDocument/2006/relationships/image" Target="/ppt/media/image12.png" Id="R0ac5911a8e70434b" /><Relationship Type="http://schemas.openxmlformats.org/officeDocument/2006/relationships/image" Target="/ppt/media/image7.svg" Id="R58fdc70de990495f" /><Relationship Type="http://schemas.openxmlformats.org/officeDocument/2006/relationships/image" Target="/ppt/media/image13.png" Id="R666a9c0247fb4a34" /><Relationship Type="http://schemas.openxmlformats.org/officeDocument/2006/relationships/image" Target="/ppt/media/image8.svg" Id="R102e8de47e194d9a" /><Relationship Type="http://schemas.openxmlformats.org/officeDocument/2006/relationships/notesSlide" Target="/ppt/notesSlides/notesSlide11.xml" Id="R043ab7704ce74a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f036c63cc34544" /><Relationship Type="http://schemas.openxmlformats.org/officeDocument/2006/relationships/notesSlide" Target="/ppt/notesSlides/notesSlide12.xml" Id="R2e5ff991fd8449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558e9cab7d43b4" /><Relationship Type="http://schemas.openxmlformats.org/officeDocument/2006/relationships/notesSlide" Target="/ppt/notesSlides/notesSlide13.xml" Id="Rc3705e1ba48244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b498f152644fe" /><Relationship Type="http://schemas.openxmlformats.org/officeDocument/2006/relationships/notesSlide" Target="/ppt/notesSlides/notesSlide14.xml" Id="R17e78335f9fb40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DF119E9-FA39-4967-A34F-59E571A4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18AED83-995A-43E4-B962-58A2C02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5475B7F7-CD71-43EA-8167-59D144C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B8AB33C-43FE-44CF-8419-555222BD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E044584F-E1AA-4A4E-984C-608180C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PPagenT：把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5856836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贵的是判断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稳定跨过可用线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用限制换可靠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建设能力，稳定调用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20764F5E-8CFB-43FB-9D6A-443A5DD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3C4B50A-C631-43CC-88CC-CC64C67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CC6D158C-F33D-42A3-B85F-301C434F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57FFECE8-52E0-4564-8B90-6C608B7C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费时间的是判断，不是排版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49EE47D1-607B-41B2-89FF-14355384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D5988172-99F9-444E-B091-A21A1F9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把文本框拖到哪、再统一字体字号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颜色与间距，都不是真正耗时的事⁠。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•⁠这场汇报到底怎么讲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•⁠一篇长稿拆成多少页、每页承担什么职责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•⁠观点是并列、递进、因果还是流程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•⁠哪里该突出，何时用图、何时一句话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CC886D0-6643-4685-9B18-8F62BF52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9342CB97-4B6E-45D7-A19F-67DB511F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BC2414ED-FF8A-49FD-AB24-7C3B450F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高手脑中已有大量答案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92A64434-24B7-4153-9B06-09A00DB3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94F8B941-46E3-4CCF-A1E3-D15B7670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一个会做 PPT 的人，靠长期经验完成这些判断⁠。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•⁠每次却要翻旧稿找页面、替换内容、调整结构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•⁠答案没有被沉淀，只能一次次重来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先选概率最大的需求：工作型 PPT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7849BF5-C832-4B9F-916C-C363AB8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CE81E23-7B0F-4929-8734-878AB3C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B7E9692C-1CDA-4516-9364-384236F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76FB905D-3F25-49B7-A953-8B93A6F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E7124FCC-F18B-4132-9D64-8AAA580F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一端：只求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把文字放上去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21C9DFB1-E4C9-4777-8799-D59C4B71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几乎不在意版式⁠。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09D7F279-60C6-4CAE-938D-8D8148CA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1B876B2B-6DDF-4EB6-B7C9-DACF468B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中间：工作型 PPT 是主流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E319E71D-FB6C-4935-B6EB-0683FBD8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学校、科研院所、事业单位、央国企与普通企业，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需要快速把稿件变成结构清楚、视觉体面的 PPT⁠。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•⁠不能乱、不能丑、不能掉价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•⁠生成完以后还必须能继续修改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E5E22-5C74-4FEE-9741-57B0CA24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31225317-7712-4308-9924-8AD3A64B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B3624D8F-C7DD-4718-BBBB-581FBD05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另一端：高度定制创意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E95E7E21-8292-468E-9301-BD476E1F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发布会、品牌路演与高水平比赛，需要高度定制的视觉创意⁠。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产品的度量：达到可用线的概率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669DCE0-485A-4E59-B489-0CF0558E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A79ECEC-45E1-418C-AE77-63FFDB8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F05A2DAD-DC4B-4550-9579-E237FB75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E3BCC0C6-FFFF-4EF7-BF2D-F6721FE4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09B87FF3-8EF3-4CC9-A84F-3E3ADD8A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Q：生成质量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90C5570F-0ECF-437A-8B29-2F06240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对整套 PPT 综合质量打分⁠。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0EC719B6-EA84-49FD-A0EA-0A3426F8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5AFAF86B-8D5A-4668-9AC5-74C0E4D8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Q可用：可以直接拿去讲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2B9E634C-5F03-42A0-9879-C683B17C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工作场景中“可以直接拿去讲”的最低标准⁠。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77DA3-2EFD-42EB-8E8F-70E66EFF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1E1F765A-8DFA-4D2E-8333-351704AC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3610A738-B140-4EB7-82AC-FEC774B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R：产品可靠度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84C4D182-24BF-4422-ACB7-7099AD07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目标工作场景下达到可用线的概率⁠。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•⁠R = P(Q ≥ Q可用 | 目标工作场景)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•⁠R 才是 PPagenT 所追求的产品可靠度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10C1839F-FF54-49C2-AE38-14458A51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8FEA918-6217-4C4F-A3A7-411C399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78C664CB-7864-47FF-B358-863B93FF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813CC338-0F96-4EE1-AC9C-487E7261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D1D65404-5A62-44B2-8EE8-D383ED24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FE75C43B-010D-4AE7-97AF-8E09B49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偶尔生成让人惊叹的作品，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但不可预期、不可依赖⁠。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•⁠真实的使用场景往往普通：明早九点就要汇报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•⁠在可用基础之上追高度定制，成本会迅速上升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C89B63A-EA8A-4ACF-B505-076DD393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796C1D69-71A7-469D-8022-684885E2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825FF3D6-C546-455B-97B8-4024CBB5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BF933C9C-500F-4A3A-893B-1817C283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C96611C5-9430-45CB-848D-2F884402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不是质量上限，而是“稳定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可用状态”的形象称呼⁠。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•⁠直接使用不失专业，继续修改有可靠基础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•⁠从混乱初稿到可工作的 PPT，价值巨大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•⁠投入与收益相匹配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用限制自由，换取可靠性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3658F0C-9ACE-4104-B754-D7D4E2A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8D7F125A-9D51-441C-B35B-00D9D13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E3EAA04D-2524-49CA-A930-66C9217E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96FDB92D-845C-41E9-83C0-B5EA2F82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2B5EBB11-0D82-478A-8AEE-557DAD70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DE4F0A8B-88B7-4759-95D4-BE2097C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80257c64c4dfe">
            <a:extLst>
              <a:ext uri="{96DAC541-7B7A-43D3-8B79-37D633B846F1}">
                <asvg:svgBlip xmlns:asvg="http://schemas.microsoft.com/office/drawing/2016/SVG/main" r:embed="Radc2f2a8f57f43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27F6F7BD-0F21-49A4-96CD-73C80D3B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高自由度 =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高失败风险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C4681FF4-E9E3-4620-8FA5-3E532C7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14EAACC6-04B2-47F3-B032-399C829A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颜色、字体、结构、版式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每次重新决定，状态空间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越大，失败模式越多。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E0229727-7F89-4712-A4B8-C6BF5CD4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64910E22-6CF4-444E-B042-E180DF35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CBE2895C-3691-48F1-A7F9-A3330475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841A51D4-C711-4DA8-86AA-AD74019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F3996D3E-A2FB-4377-97B3-C787FA81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94d7fc5694504">
            <a:extLst>
              <a:ext uri="{96DAC541-7B7A-43D3-8B79-37D633B846F1}">
                <asvg:svgBlip xmlns:asvg="http://schemas.microsoft.com/office/drawing/2016/SVG/main" r:embed="R0b48b09b522240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46A60C80-68A8-47A9-BFD0-9F532D7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工作恰恰需要稳定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F79A9D31-3956-4773-8A11-0D1E232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A0769E8B-8535-487B-855C-D35E916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029075"/>
            <a:ext cx="20145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学校有学校的样子，企业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有企业的样子；颜色、字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体、Logo 与页面骨架本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应长期稳定。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52BB5318-1FD2-412A-AF33-96022F6F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0B55CACA-7CBA-47A6-B30F-523E5748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082A1EF2-B70C-4D7B-8AE7-D0B57EB5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7465B7B8-DBE1-4E57-A33A-79DC557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05A319E4-C687-4757-82BA-66879419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879a2a1dc4c3e">
            <a:extLst>
              <a:ext uri="{96DAC541-7B7A-43D3-8B79-37D633B846F1}">
                <asvg:svgBlip xmlns:asvg="http://schemas.microsoft.com/office/drawing/2016/SVG/main" r:embed="Rf2ad98777bd543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FF5B69F5-5AE1-4886-B082-66D5EFAC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PPagenT 主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动限制自由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5887F86A-F289-4A19-AB95-E98F51CE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9DBF3655-BEE6-4926-A524-31F4272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用确定的组织规范、验证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过的能力、明确的数量边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界与已登记的退化方式。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6542CAF0-D03B-493E-928C-15CE398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E90AB012-0349-4C1C-B1AA-CF0B0CF5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6C56E8A7-393D-42D7-941C-3A2AB8EA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B486AD81-0438-40B8-80C3-52B35608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A62F24F8-759C-440B-9840-6FE186EF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bb81edb8a4565">
            <a:extLst>
              <a:ext uri="{96DAC541-7B7A-43D3-8B79-37D633B846F1}">
                <asvg:svgBlip xmlns:asvg="http://schemas.microsoft.com/office/drawing/2016/SVG/main" r:embed="R1b952c17492c45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9931CF8B-4027-416A-B807-58BF799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固定 = 已经验证过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021108AD-88D9-4D5F-9EFD-348E873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5379CAE8-904F-47AD-A0D6-A7E526F9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不是系统做不到自由，而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是正式工作更需要可预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F3570A3-EC51-4A67-8425-65BB228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2E63431-85F4-4A8F-9123-F243841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9827758D-BC74-4F87-A542-936BF51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D7165497-76A3-4CA9-8014-2CDA2AE2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85759782-C271-4787-8AB5-01C26C0D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AI：理解与编排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06791673-BBEE-4DA7-9C72-B2AF87B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内容导演读懂稿件、组织叙事并拆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页⁠；视觉导演判断每页怎样表达⁠。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•⁠从已确认能力中选择合适结构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•⁠必要时只补有限结构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化信息，不让流程无限反复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C8D35769-811E-47C9-8EDE-BFCEDAE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B14330FF-3964-439D-95A4-5C1DA267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规则：约束与选择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22FB5C95-E0BD-4510-8099-7A17AC4C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主题规定字体、颜色、Logo 与页面骨架⁠；能力库保存已验证的表达方式⁠。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•⁠同一种样式随数量与容量稳定变化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•⁠没有合适结构就退回简单排版，不临时编造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42FEE9-F5C4-4771-8D31-F43252E6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C1B0BC42-6D01-44AC-8C0D-C8AA7EC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2E23E8BF-9310-4D1F-87E9-013CDDC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代码：稳定生成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D56BDFA8-7A9B-4982-8E1E-F76CB5F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确定性代码负责绘制与检查，编译成原生可编辑的 PowerPoint⁠。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•⁠输出不是截图、整页图片或难以修改的网页替代品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6D7F67A2-E658-4354-8166-0D17350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6EC1CBD-0131-4818-9968-F65EBFF8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62E2F60B-CD8E-485F-94FC-72118A7F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A2A0D5E9-AAAF-40CD-8751-0001B66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资产入库线：建设能力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680AC29A-20D4-4759-AB93-FFC8BF6F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E41D7286-ACC3-4955-A4B3-BDEB927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人和工具反复理解参考、提炼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规律、适配数量并确认效果⁠。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•⁠优秀参考 → 提炼逻辑与设计规律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•⁠扩展为可复用能力 → 用户确认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•⁠只有确认通过，才进入核心资产库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4F96F8C-1B57-42A0-917D-E5E89E8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173B13AC-3678-49BB-8B3A-EAD98314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CF36B3E4-F4A5-476F-A35F-066A82D8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正式生成线：稳定调用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6D76CD2B-0514-4FAB-AEAD-A8A26D77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01679A77-9FBB-4E9E-8D1A-FACAA956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只读取核心库，不在交付现场临时创造结构⁠。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•⁠原始稿件 + 组织主题 → AI 理解与编排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•⁠从核心库选择合法能力 → 确定性排版与编译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•⁠没有合适结构 → 退回简单排版 / 拆页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•⁠产出原生可编辑 PPTX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EE1B7738-D37C-48CD-9D76-0F8C8E6A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8490473-7232-4C6A-A764-09356D91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2E212273-1085-44A7-871E-0565817B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E835CCD6-DE59-4988-823E-76F4E318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传统路线：成本堆在运行时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F85DA046-6BDA-4A3F-A8A1-5CF1AA04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E2EE605A-A096-4C9C-8741-CA2F5B5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每来一个用户，就重新理解、设计、绘制一次⁠。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•⁠每套 PPT 都重新支付一次视觉理解成本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•⁠计算、审美判断与失败风险都集中在运行时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5DCF3BC-4AEC-4BDA-9A27-BD125A6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BE8659A5-CA8B-47AF-B9EB-C682957B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D6956C9C-6309-4489-9A55-0A89E2E1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PPagenT：成本前移到建设期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1727D107-10AC-4A75-8EB9-BDE704A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6D9CDFEA-0A79-4758-9513-3EC3C47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先筛选优秀页面、提炼规律、参数化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内容与数量并验证，用户确认后入库⁠。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•⁠建设期完成理解、参数化与验证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•⁠生成期模型只做理解、分类、路由与填参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•⁠确定性代码负责绘制与检查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•⁠视觉理解沉淀为一次建设、多次复用的离线资产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BAE4414-DA41-4EE1-9C1A-5528C159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CA9B4180-C1E2-4526-8B29-0B41966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9E82A44F-9209-4502-9837-77D99CEC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8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B52F1D68-FA1C-4DFA-AD58-368A5FAA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540CEDDA-8975-4599-BA75-A4507D1F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0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8949A941-A80C-4E0A-85A8-7FD4016E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AF0CB4BD-9DD0-4510-B73D-E5B6EDEC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2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3E1835F8-7942-467B-B825-D69760B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14523C5-37E3-4456-A3FA-A031484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4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4C5F00A6-F12E-4F89-9520-9480134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2388B305-0529-45E3-A34F-FBE569B7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6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49AB1287-826A-4677-AEE9-A2E06BD9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15C5359A-1DE3-45A1-955A-BDA465D6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8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C9C98C9F-DC62-4E02-A778-6A158928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B384E780-1FC5-4BED-ACA4-936BDDBE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0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9B2E1621-73CD-422F-A80B-E7CD033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F6F32BA1-1580-4469-A404-748C9A88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3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832E610A-8E74-4CB2-BA72-DE9CF4C0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有效表达能力</a:t>
            </a:r>
          </a:p>
        </p:txBody>
      </p:sp>
      <p:sp>
        <p:nvSpPr>
          <p:cNvPr id="3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8DF92DE6-158D-4CA5-A7C1-12E37113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14575"/>
            <a:ext cx="2461317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积累多少真正有效的表达方式。</a:t>
            </a:r>
          </a:p>
        </p:txBody>
      </p:sp>
      <p:sp>
        <p:nvSpPr>
          <p:cNvPr id="3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447C1AB1-FB2D-4688-B4B5-47738E9B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可靠的内容路由</a:t>
            </a:r>
          </a:p>
        </p:txBody>
      </p:sp>
      <p:sp>
        <p:nvSpPr>
          <p:cNvPr id="3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8DCC40CD-3ECA-41B2-9F07-F19C11C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314575"/>
            <a:ext cx="2461317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把新内容稳定地路由到正确的能力。</a:t>
            </a:r>
          </a:p>
        </p:txBody>
      </p:sp>
      <p:sp>
        <p:nvSpPr>
          <p:cNvPr id="3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1E9B641E-00D5-4111-8ACA-ADBB9DB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容量与失败边界</a:t>
            </a:r>
          </a:p>
        </p:txBody>
      </p:sp>
      <p:sp>
        <p:nvSpPr>
          <p:cNvPr id="3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E57C454-C25E-4D5A-9612-F5DE0B37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486275"/>
            <a:ext cx="2461317" cy="420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知道每种能力的容量、变化方式与失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败边界。</a:t>
            </a:r>
          </a:p>
        </p:txBody>
      </p:sp>
      <p:sp>
        <p:nvSpPr>
          <p:cNvPr id="3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E526D758-0F90-43FB-9933-036689AE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规范且可编辑的交付</a:t>
            </a:r>
          </a:p>
        </p:txBody>
      </p:sp>
      <p:sp>
        <p:nvSpPr>
          <p:cNvPr id="3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6ABB1FA6-1405-4DB8-A47E-C843058D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86275"/>
            <a:ext cx="2461317" cy="420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稳定生成符合组织规范、原生可编辑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的结果。</a:t>
            </a:r>
          </a:p>
        </p:txBody>
      </p:sp>
      <p:sp>
        <p:nvSpPr>
          <p:cNvPr id="4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F65E0A19-C5CE-4D78-8C3E-4D0D80F5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65174dd654ef1">
            <a:extLst>
              <a:ext uri="{96DAC541-7B7A-43D3-8B79-37D633B846F1}">
                <asvg:svgBlip xmlns:asvg="http://schemas.microsoft.com/office/drawing/2016/SVG/main" r:embed="R68f225aa77fb4d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DA5E343D-EF15-435A-B7AB-3968B735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13451c80b4204">
            <a:extLst>
              <a:ext uri="{96DAC541-7B7A-43D3-8B79-37D633B846F1}">
                <asvg:svgBlip xmlns:asvg="http://schemas.microsoft.com/office/drawing/2016/SVG/main" r:embed="R2805e48164e545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AE50E65B-A028-4746-84C9-51EEACC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911a8e70434b">
            <a:extLst>
              <a:ext uri="{96DAC541-7B7A-43D3-8B79-37D633B846F1}">
                <asvg:svgBlip xmlns:asvg="http://schemas.microsoft.com/office/drawing/2016/SVG/main" r:embed="R58fdc70de99049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2BC1F024-ED3E-4115-9E7D-F4BA6C5A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a9c0247fb4a34">
            <a:extLst>
              <a:ext uri="{96DAC541-7B7A-43D3-8B79-37D633B846F1}">
                <asvg:svgBlip xmlns:asvg="http://schemas.microsoft.com/office/drawing/2016/SVG/main" r:embed="R102e8de47e194d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408622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CABF525-C143-4BCE-8E0B-12A466F6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CCFCF50-6E76-4AF1-9F51-6E4B37D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C8FFC77C-1EEA-4A6F-853A-57AAECE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F4562040-F4D7-425F-AC6E-627AD81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014CE573-9B67-4F75-AA17-58C072EE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第一站：东北大学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BB8DF7C0-6828-4933-8516-32030BFF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有明确的视觉规范、持续发生的汇报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需求与真实可检验的使用边界⁠。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DAD74300-7E0A-4B67-A7E1-B63A9A2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CE015EEC-39AF-457F-86A0-142C5D2F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主题可换，能力可复用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3EA91ACB-7B10-46BE-A78C-4A6F2CBC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颜色、Logo、字体与页眉页脚由主题配置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替换，内容理解规则与表达能力继续复用⁠。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•⁠其他学校、科研院所、实验室、企业与团队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•⁠也能承载某个特别会做 PPT 的人的长期风格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B5BE1-1897-4E1B-A150-F11A7B53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9532BAA6-7C42-44C1-90D7-38670E44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47AA56D5-2768-4F88-AA77-076DF957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不要求人人会设计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40E58512-AD9D-40F3-9CDB-DC9CBF86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把少数人头脑里的能力，变成更多人可以低成本获得的生产力⁠。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•⁠组织不必要求每名成员都成为设计师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•⁠日常输出也能稳定达到组织的基本标准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ED9B01F-B375-465B-9613-93376AC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F2CF00E-DE3C-43AC-BEBE-DD208478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33DBF4E-8123-4430-92F5-17E2CB4A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37D1FB48-EDDC-4433-936F-749EE18F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2FDC12DF-B2B4-41BE-9C36-10B1B1BE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1BC6035E-CCFF-4789-B82E-AEFCE70E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帮我们读稿子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DF8D0790-9EBD-498C-A421-6CBD6EEB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理解稿件与叙事⁠。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BE005ABE-B840-4D71-BACE-2F57CC1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6C7BF480-51B6-4490-ACBE-C1131DBE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规则帮我们做判断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73DA74D8-2CA5-4065-BEF2-07A8695A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8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让已验证的经验被稳定调用⁠。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7047D-A3AC-4E2E-B6E6-78305562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9AF6A37E-56A9-49AD-B998-EEB15388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1E9A7F06-5D4E-4688-A230-1DCAA5B8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代码完成重复劳动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83A1F8A6-8F5C-442C-BA05-AA07FFA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8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稳定排版并编译成可继续修改的 PPTX⁠。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B5177-37D8-4944-A1B8-E975F67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1AC14B7C-C84B-45CB-BF4D-AF6C34A3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D7FF1F8B-706A-45C9-942A-4E49488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普通人也能很快得到一套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CA4E8470-D7E2-4B61-8ADF-0E2E9C1D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8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不一定惊艳，但靠谱⁠；不一定独一无二，但真的好用⁠。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•⁠可以立刻拿去讲，也可以继续修改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•⁠持续做到，普通问题就能成为可靠的产品能力与一门真正的生意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D3ED17A-C42B-4DB6-989B-AF7C953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2026-09-04T17:29:16.3040000Z</dcterms:created>
  <dcterms:modified xsi:type="dcterms:W3CDTF">2026-09-04T17:29:16.3040000Z</dcterms:modified>
</coreProperties>
</file>