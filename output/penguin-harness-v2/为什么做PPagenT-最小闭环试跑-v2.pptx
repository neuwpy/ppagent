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fe275e1fa54101" /><Relationship Type="http://schemas.openxmlformats.org/officeDocument/2006/relationships/extended-properties" Target="/docProps/app.xml" Id="R209d484bf98c4832" /><Relationship Type="http://schemas.openxmlformats.org/officeDocument/2006/relationships/officeDocument" Target="/ppt/presentation.xml" Id="R3c6e2de2908e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2efc4cabb94419"/>
    <p:sldMasterId xmlns:r="http://schemas.openxmlformats.org/officeDocument/2006/relationships" id="2147483660" r:id="Rd2ebc1cf00034692"/>
    <p:sldMasterId xmlns:r="http://schemas.openxmlformats.org/officeDocument/2006/relationships" id="2147483663" r:id="Rd429db2a26334222"/>
  </p:sldMasterIdLst>
  <p:notesMasterIdLst>
    <p:notesMasterId xmlns:r="http://schemas.openxmlformats.org/officeDocument/2006/relationships" r:id="Rcf9dcab9a3664d8d"/>
  </p:notesMasterIdLst>
  <p:sldIdLst>
    <p:sldId xmlns:r="http://schemas.openxmlformats.org/officeDocument/2006/relationships" id="256" r:id="R7a4866f258964d0b"/>
    <p:sldId xmlns:r="http://schemas.openxmlformats.org/officeDocument/2006/relationships" id="257" r:id="Rfe98a01852674d24"/>
    <p:sldId xmlns:r="http://schemas.openxmlformats.org/officeDocument/2006/relationships" id="258" r:id="Rb7d6709205e34112"/>
    <p:sldId xmlns:r="http://schemas.openxmlformats.org/officeDocument/2006/relationships" id="259" r:id="R01b2c8b6071b4b0c"/>
    <p:sldId xmlns:r="http://schemas.openxmlformats.org/officeDocument/2006/relationships" id="260" r:id="Rde806e3c618c46b7"/>
    <p:sldId xmlns:r="http://schemas.openxmlformats.org/officeDocument/2006/relationships" id="261" r:id="R7e55de4cbbaf45bf"/>
    <p:sldId xmlns:r="http://schemas.openxmlformats.org/officeDocument/2006/relationships" id="262" r:id="R034b4e86499d47da"/>
    <p:sldId xmlns:r="http://schemas.openxmlformats.org/officeDocument/2006/relationships" id="263" r:id="R60d7746d6d1a47cf"/>
    <p:sldId xmlns:r="http://schemas.openxmlformats.org/officeDocument/2006/relationships" id="264" r:id="Rbc59fe78e6cf4b06"/>
    <p:sldId xmlns:r="http://schemas.openxmlformats.org/officeDocument/2006/relationships" id="265" r:id="R825a5ee1efbc45e9"/>
    <p:sldId xmlns:r="http://schemas.openxmlformats.org/officeDocument/2006/relationships" id="266" r:id="R68e1c77ea50e4def"/>
    <p:sldId xmlns:r="http://schemas.openxmlformats.org/officeDocument/2006/relationships" id="267" r:id="R323bb0a26d0745eb"/>
    <p:sldId xmlns:r="http://schemas.openxmlformats.org/officeDocument/2006/relationships" id="268" r:id="R93019f27a9234661"/>
    <p:sldId xmlns:r="http://schemas.openxmlformats.org/officeDocument/2006/relationships" id="269" r:id="Ref6bb496dadf46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7d3c912ad54528" /><Relationship Type="http://schemas.openxmlformats.org/officeDocument/2006/relationships/slideMaster" Target="/ppt/slideMasters/slideMaster1.xml" Id="R432efc4cabb94419" /><Relationship Type="http://schemas.openxmlformats.org/officeDocument/2006/relationships/slideMaster" Target="/ppt/slideMasters/slideMaster2.xml" Id="Rd2ebc1cf00034692" /><Relationship Type="http://schemas.openxmlformats.org/officeDocument/2006/relationships/slideMaster" Target="/ppt/slideMasters/slideMaster3.xml" Id="Rd429db2a26334222" /><Relationship Type="http://schemas.openxmlformats.org/officeDocument/2006/relationships/notesMaster" Target="/ppt/notesMasters/notesMaster1.xml" Id="Rcf9dcab9a3664d8d" /><Relationship Type="http://schemas.openxmlformats.org/officeDocument/2006/relationships/presProps" Target="/ppt/presProps.xml" Id="Rf3b01e6f51854dde" /><Relationship Type="http://schemas.openxmlformats.org/officeDocument/2006/relationships/viewProps" Target="/ppt/viewProps.xml" Id="R4267ebe06faf4eb5" /><Relationship Type="http://schemas.openxmlformats.org/officeDocument/2006/relationships/tableStyles" Target="/ppt/tableStyles.xml" Id="R1ae0ce06bb3b4370" /><Relationship Type="http://schemas.openxmlformats.org/officeDocument/2006/relationships/slide" Target="/ppt/slides/slide1.xml" Id="R7a4866f258964d0b" /><Relationship Type="http://schemas.openxmlformats.org/officeDocument/2006/relationships/slide" Target="/ppt/slides/slide2.xml" Id="Rfe98a01852674d24" /><Relationship Type="http://schemas.openxmlformats.org/officeDocument/2006/relationships/slide" Target="/ppt/slides/slide3.xml" Id="Rb7d6709205e34112" /><Relationship Type="http://schemas.openxmlformats.org/officeDocument/2006/relationships/slide" Target="/ppt/slides/slide4.xml" Id="R01b2c8b6071b4b0c" /><Relationship Type="http://schemas.openxmlformats.org/officeDocument/2006/relationships/slide" Target="/ppt/slides/slide5.xml" Id="Rde806e3c618c46b7" /><Relationship Type="http://schemas.openxmlformats.org/officeDocument/2006/relationships/slide" Target="/ppt/slides/slide6.xml" Id="R7e55de4cbbaf45bf" /><Relationship Type="http://schemas.openxmlformats.org/officeDocument/2006/relationships/slide" Target="/ppt/slides/slide7.xml" Id="R034b4e86499d47da" /><Relationship Type="http://schemas.openxmlformats.org/officeDocument/2006/relationships/slide" Target="/ppt/slides/slide8.xml" Id="R60d7746d6d1a47cf" /><Relationship Type="http://schemas.openxmlformats.org/officeDocument/2006/relationships/slide" Target="/ppt/slides/slide9.xml" Id="Rbc59fe78e6cf4b06" /><Relationship Type="http://schemas.openxmlformats.org/officeDocument/2006/relationships/slide" Target="/ppt/slides/slide10.xml" Id="R825a5ee1efbc45e9" /><Relationship Type="http://schemas.openxmlformats.org/officeDocument/2006/relationships/slide" Target="/ppt/slides/slide11.xml" Id="R68e1c77ea50e4def" /><Relationship Type="http://schemas.openxmlformats.org/officeDocument/2006/relationships/slide" Target="/ppt/slides/slide12.xml" Id="R323bb0a26d0745eb" /><Relationship Type="http://schemas.openxmlformats.org/officeDocument/2006/relationships/slide" Target="/ppt/slides/slide13.xml" Id="R93019f27a9234661" /><Relationship Type="http://schemas.openxmlformats.org/officeDocument/2006/relationships/slide" Target="/ppt/slides/slide14.xml" Id="Ref6bb496dadf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876b38a305846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742b4f47ee49cc" /><Relationship Type="http://schemas.openxmlformats.org/officeDocument/2006/relationships/notesMaster" Target="/ppt/notesMasters/notesMaster1.xml" Id="R1731c838754f4c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2c2380e114953" /><Relationship Type="http://schemas.openxmlformats.org/officeDocument/2006/relationships/notesMaster" Target="/ppt/notesMasters/notesMaster1.xml" Id="Ra6d6fdfce89d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e6962da6a84f80" /><Relationship Type="http://schemas.openxmlformats.org/officeDocument/2006/relationships/notesMaster" Target="/ppt/notesMasters/notesMaster1.xml" Id="Rfb9497a887d944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45ced4b234f31" /><Relationship Type="http://schemas.openxmlformats.org/officeDocument/2006/relationships/notesMaster" Target="/ppt/notesMasters/notesMaster1.xml" Id="R29a269ea33ff49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c107bc09cb4508" /><Relationship Type="http://schemas.openxmlformats.org/officeDocument/2006/relationships/notesMaster" Target="/ppt/notesMasters/notesMaster1.xml" Id="Rff273844cb6e43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1a7a4dad6b46ff" /><Relationship Type="http://schemas.openxmlformats.org/officeDocument/2006/relationships/notesMaster" Target="/ppt/notesMasters/notesMaster1.xml" Id="Rea6030ef900345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5003c38bb54f48" /><Relationship Type="http://schemas.openxmlformats.org/officeDocument/2006/relationships/notesMaster" Target="/ppt/notesMasters/notesMaster1.xml" Id="Rea21d4ce7aca4f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9a2ef1bf5c4b4b" /><Relationship Type="http://schemas.openxmlformats.org/officeDocument/2006/relationships/notesMaster" Target="/ppt/notesMasters/notesMaster1.xml" Id="Rd05213e8d34b44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ae36781ecc4c13" /><Relationship Type="http://schemas.openxmlformats.org/officeDocument/2006/relationships/notesMaster" Target="/ppt/notesMasters/notesMaster1.xml" Id="R1eb2be847d0a47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c7844855bd4dcc" /><Relationship Type="http://schemas.openxmlformats.org/officeDocument/2006/relationships/notesMaster" Target="/ppt/notesMasters/notesMaster1.xml" Id="Rb692bfd3aa6744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873163f15b4de7" /><Relationship Type="http://schemas.openxmlformats.org/officeDocument/2006/relationships/notesMaster" Target="/ppt/notesMasters/notesMaster1.xml" Id="R11bba66620834a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215db5ebe4647" /><Relationship Type="http://schemas.openxmlformats.org/officeDocument/2006/relationships/notesMaster" Target="/ppt/notesMasters/notesMaster1.xml" Id="Rbb51260136ee43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c072c0882343af" /><Relationship Type="http://schemas.openxmlformats.org/officeDocument/2006/relationships/notesMaster" Target="/ppt/notesMasters/notesMaster1.xml" Id="Rafc5a1d625d34d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f1fd1d033e49f0" /><Relationship Type="http://schemas.openxmlformats.org/officeDocument/2006/relationships/notesMaster" Target="/ppt/notesMasters/notesMaster1.xml" Id="R498b442c0e94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PPagenT：page-04-intent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PPagenT：page-05-intent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PPagenT：page-06-intent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PPagenT：page-07-intent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PPagenT：page-08-intent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PPagenT：page-09-intent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PPagenT：page-10-intent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PPagenT：page-11-intent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bcae395064053" /><Relationship Type="http://schemas.openxmlformats.org/officeDocument/2006/relationships/image" Target="/ppt/media/image.jpeg" Id="R66f4bdf037d14e9d" /><Relationship Type="http://schemas.openxmlformats.org/officeDocument/2006/relationships/image" Target="/ppt/media/image.png" Id="Rd9370477127949a1" /><Relationship Type="http://schemas.openxmlformats.org/officeDocument/2006/relationships/image" Target="/ppt/media/image2.png" Id="Rc9620ed3457947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c0f1e600b42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128d9ca19433b" /><Relationship Type="http://schemas.openxmlformats.org/officeDocument/2006/relationships/image" Target="/ppt/media/image3.png" Id="R708535f4025a45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994c22ffd4c98" /><Relationship Type="http://schemas.openxmlformats.org/officeDocument/2006/relationships/image" Target="/ppt/media/image4.png" Id="R9f20fecbdf9546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7f708e0ca4c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0ac3dfa824f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20abf263d48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f97fffd92464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a3289649841f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13e56db4441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10fe1ab4440a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076621fea2450e" /><Relationship Type="http://schemas.openxmlformats.org/officeDocument/2006/relationships/image" Target="/ppt/media/image5.png" Id="R0a9b0563d5864f7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29fd2a05c64fc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f34d7d4bd234688" /><Relationship Type="http://schemas.openxmlformats.org/officeDocument/2006/relationships/image" Target="/ppt/media/image5.png" Id="R6ccfe5464cb44c2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f17b062863c4b2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4bdf037d14e9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70477127949a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20ed3457947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55086D6-FFE1-49D9-A13F-E544360B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535f4025a451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53B3090C-ECC7-4D5F-BEE6-E1B39232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66BAA52-149F-4405-81FB-DE782A31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125E5892-4AA9-497F-B2C3-B33F6141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A8931185-3813-44B8-8AA4-6AB97B2B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0fecbdf9546c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3DD8582-0650-4AFD-981F-0FC08EF7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AEB7905-530A-42CE-A254-1DC66D3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30C73F-E658-473B-9839-C15315BBDB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AD610D0-117B-4D02-A5F8-598949D6CC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2F16A5D-EFCA-455D-A644-1B0F90478A2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D7EC009-5822-4C33-80B6-535CBF4878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86437A3-5925-4AFE-BF85-07C3AA5DD67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760567A-44E9-4B7A-9CB5-251A2B5F21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B672E99-329F-4339-B07E-93A75FDED7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0BA9F9F-7B2D-42EF-887C-5DB67FC4D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B6E061-7841-4F96-A7FA-E9755084A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2B1FD57-3A98-4082-BB5A-FDE9438D4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91078E5-B5B9-4AE2-8B57-8525BE421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6EB02AF-BD9C-4B79-AF14-786696E10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51A59B9-F52F-46BF-9E2C-043712C1A0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93F1D96-940E-42B0-A1CC-730AB51CF5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1D84E36-1951-46FC-856B-6098B6AC5D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7FAE7A-A065-4114-B6F1-3A6BFD535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1B1092-94EE-4612-B811-9149D4783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931E4CC-3F5D-48D6-B533-A2CB484399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269ABE9-F042-4927-8D4A-F20606D4C9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378EA0E-7CE9-4D84-9FD5-35E6559F67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078EE61-47DF-4CF8-ADB2-E79BA4EC57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69C4C2-5363-46E4-A81D-1206C493E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D0AB25D-B378-4C1C-9228-C7323D85996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E1CE861-0BF6-4F3B-A054-01FA5C1D34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EC2E180-5276-47C9-9C64-AF52EF617F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8DF6CA9-9C6B-470E-A4C7-E499A73E8D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1CABB03-EFED-4DC4-9A2B-8E343AC305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D81117-F1C4-4B14-A213-506FDF671D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60078C6-D152-4C22-9FAD-DCB6C6908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212640E-8EBF-4FFE-86E1-CE8A98AC0D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CB31D8-020A-437F-97C0-43319E0514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C4C369-E98E-4431-ADAE-FC71625D8C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CDA0F9F-1C14-4403-A2C8-E8D1A33989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6AD167D-36A4-42DA-BF94-06C1BAAC0F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75313A1-C2E6-40B5-89E6-2DFCF3F465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090C518-2DF4-4B38-A032-8AC6422D30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029B27B-3F3C-4441-8306-7427D0734E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b0563d5864f7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2E081F7-865A-4798-9C40-0DD7CC82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6BE2A04-7F91-4EE5-8DAA-9CAC285D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D7D656C-2AEA-4F76-AD6B-BB5F32FF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8599BAB-0495-46F7-9D88-D78E7DEA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fe5464cb44c2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F3D8CCA-8943-45ED-8558-32BCE276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46EF26-4B24-4315-A573-BA66459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E3F831AC-A99E-413F-B838-4523A920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CE7D795-1D4D-4D9D-B46E-10D277EC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ecad2f79b94a11" /><Relationship Type="http://schemas.openxmlformats.org/officeDocument/2006/relationships/slideLayout" Target="/ppt/slideLayouts/slideLayout1.xml" Id="Rd03438dd764b4d20" /><Relationship Type="http://schemas.openxmlformats.org/officeDocument/2006/relationships/slideLayout" Target="/ppt/slideLayouts/slideLayout2.xml" Id="Ra22be08c232d4124" /><Relationship Type="http://schemas.openxmlformats.org/officeDocument/2006/relationships/slideLayout" Target="/ppt/slideLayouts/slideLayout3.xml" Id="R70b7f1cc2dc24dee" /><Relationship Type="http://schemas.openxmlformats.org/officeDocument/2006/relationships/slideLayout" Target="/ppt/slideLayouts/slideLayout4.xml" Id="Re157e5c316f542f2" /><Relationship Type="http://schemas.openxmlformats.org/officeDocument/2006/relationships/slideLayout" Target="/ppt/slideLayouts/slideLayout5.xml" Id="R48f6fbfb095a49ed" /><Relationship Type="http://schemas.openxmlformats.org/officeDocument/2006/relationships/slideLayout" Target="/ppt/slideLayouts/slideLayout6.xml" Id="R19f7c1dbf82949fe" /><Relationship Type="http://schemas.openxmlformats.org/officeDocument/2006/relationships/slideLayout" Target="/ppt/slideLayouts/slideLayout7.xml" Id="R1b2a01c09f6a4f91" /><Relationship Type="http://schemas.openxmlformats.org/officeDocument/2006/relationships/slideLayout" Target="/ppt/slideLayouts/slideLayout8.xml" Id="Rd42e595f65a24bb8" /><Relationship Type="http://schemas.openxmlformats.org/officeDocument/2006/relationships/slideLayout" Target="/ppt/slideLayouts/slideLayout9.xml" Id="R9c978759bd4c4773" /><Relationship Type="http://schemas.openxmlformats.org/officeDocument/2006/relationships/slideLayout" Target="/ppt/slideLayouts/slideLayout10.xml" Id="R8c00bfcf2d104bfc" /><Relationship Type="http://schemas.openxmlformats.org/officeDocument/2006/relationships/slideLayout" Target="/ppt/slideLayouts/slideLayout11.xml" Id="R6a6072d9b898450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22036d30e97433b" /><Relationship Type="http://schemas.openxmlformats.org/officeDocument/2006/relationships/slideLayout" Target="/ppt/slideLayouts/slideLayout12.xml" Id="R8e0b3b30c8c4446a" /><Relationship Type="http://schemas.openxmlformats.org/officeDocument/2006/relationships/slideLayout" Target="/ppt/slideLayouts/slideLayout13.xml" Id="R8ab60300059c417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59fd823557c4548" /><Relationship Type="http://schemas.openxmlformats.org/officeDocument/2006/relationships/slideLayout" Target="/ppt/slideLayouts/slideLayout14.xml" Id="Rc6d4dd9841b54209" /><Relationship Type="http://schemas.openxmlformats.org/officeDocument/2006/relationships/slideLayout" Target="/ppt/slideLayouts/slideLayout15.xml" Id="R5dd2848d37eb46f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81F3259-5ADA-41E2-9FF5-8A695BCAAA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649FFE8-453C-4A69-BEBD-98881A98D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E4F37B-4C55-43EF-BF68-3F45CC5B24B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B13B9A-74BB-42EF-9797-3215E48872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1BFAA0-3F94-4C17-987F-A2E0D2E5914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3438dd764b4d20"/>
    <p:sldLayoutId xmlns:r="http://schemas.openxmlformats.org/officeDocument/2006/relationships" id="2147483650" r:id="Ra22be08c232d4124"/>
    <p:sldLayoutId xmlns:r="http://schemas.openxmlformats.org/officeDocument/2006/relationships" id="2147483651" r:id="R70b7f1cc2dc24dee"/>
    <p:sldLayoutId xmlns:r="http://schemas.openxmlformats.org/officeDocument/2006/relationships" id="2147483652" r:id="Re157e5c316f542f2"/>
    <p:sldLayoutId xmlns:r="http://schemas.openxmlformats.org/officeDocument/2006/relationships" id="2147483653" r:id="R48f6fbfb095a49ed"/>
    <p:sldLayoutId xmlns:r="http://schemas.openxmlformats.org/officeDocument/2006/relationships" id="2147483654" r:id="R19f7c1dbf82949fe"/>
    <p:sldLayoutId xmlns:r="http://schemas.openxmlformats.org/officeDocument/2006/relationships" id="2147483655" r:id="R1b2a01c09f6a4f91"/>
    <p:sldLayoutId xmlns:r="http://schemas.openxmlformats.org/officeDocument/2006/relationships" id="2147483656" r:id="Rd42e595f65a24bb8"/>
    <p:sldLayoutId xmlns:r="http://schemas.openxmlformats.org/officeDocument/2006/relationships" id="2147483657" r:id="R9c978759bd4c4773"/>
    <p:sldLayoutId xmlns:r="http://schemas.openxmlformats.org/officeDocument/2006/relationships" id="2147483658" r:id="R8c00bfcf2d104bfc"/>
    <p:sldLayoutId xmlns:r="http://schemas.openxmlformats.org/officeDocument/2006/relationships" id="2147483659" r:id="R6a6072d9b898450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E92B43D-52D4-43ED-8CB1-25F7966A8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B1EC150-970E-4FEA-A789-735AB3664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1B6EB7F-1C37-48F0-B9BA-6CF4C9622C5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71A5731-65FB-4A65-B5AE-62C5923B88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52C73CE-1157-4257-A75B-50CA0DE4B6F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e0b3b30c8c4446a"/>
    <p:sldLayoutId xmlns:r="http://schemas.openxmlformats.org/officeDocument/2006/relationships" id="2147483662" r:id="R8ab60300059c417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721D498-BD1A-4CEA-A89F-063884EAF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49D3534-5C82-40DC-98EA-C9AD44830E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74E145-F7C8-4E07-93C8-0A7591A4099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D224A9A-8B53-40E2-B6D4-1F3D8DD42A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5CFD0E-82B6-49D9-B426-8CDF4CA4BE8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6d4dd9841b54209"/>
    <p:sldLayoutId xmlns:r="http://schemas.openxmlformats.org/officeDocument/2006/relationships" id="2147483665" r:id="R5dd2848d37eb46f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53549038942c4" /><Relationship Type="http://schemas.openxmlformats.org/officeDocument/2006/relationships/notesSlide" Target="/ppt/notesSlides/notesSlide1.xml" Id="R9bb52727f48d49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1d8ad6ab224253" /><Relationship Type="http://schemas.openxmlformats.org/officeDocument/2006/relationships/notesSlide" Target="/ppt/notesSlides/notesSlide2.xml" Id="R7d965f736b374d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3ca7f6c0a848e6" /><Relationship Type="http://schemas.openxmlformats.org/officeDocument/2006/relationships/notesSlide" Target="/ppt/notesSlides/notesSlide3.xml" Id="Rd17149f79b6f4e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9764b3f06f446a" /><Relationship Type="http://schemas.openxmlformats.org/officeDocument/2006/relationships/notesSlide" Target="/ppt/notesSlides/notesSlide4.xml" Id="Ra0161024e5a44b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6a25372ddf4187" /><Relationship Type="http://schemas.openxmlformats.org/officeDocument/2006/relationships/notesSlide" Target="/ppt/notesSlides/notesSlide5.xml" Id="R91c4122411d440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cf4d0253a34195" /><Relationship Type="http://schemas.openxmlformats.org/officeDocument/2006/relationships/notesSlide" Target="/ppt/notesSlides/notesSlide6.xml" Id="Re2cf32cc640848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464e7f3ebb4763" /><Relationship Type="http://schemas.openxmlformats.org/officeDocument/2006/relationships/image" Target="/ppt/media/image6.png" Id="Rd32c7d178bcb463a" /><Relationship Type="http://schemas.openxmlformats.org/officeDocument/2006/relationships/image" Target="/ppt/media/image.svg" Id="Rbe0aece69642458a" /><Relationship Type="http://schemas.openxmlformats.org/officeDocument/2006/relationships/image" Target="/ppt/media/image7.png" Id="Re6051f237b92495c" /><Relationship Type="http://schemas.openxmlformats.org/officeDocument/2006/relationships/image" Target="/ppt/media/image2.svg" Id="Rad7d981cf6b54d3b" /><Relationship Type="http://schemas.openxmlformats.org/officeDocument/2006/relationships/image" Target="/ppt/media/image8.png" Id="R8251dbce53184827" /><Relationship Type="http://schemas.openxmlformats.org/officeDocument/2006/relationships/image" Target="/ppt/media/image3.svg" Id="Re7b656b4794e4cc7" /><Relationship Type="http://schemas.openxmlformats.org/officeDocument/2006/relationships/image" Target="/ppt/media/image9.png" Id="R7f6510bc29004460" /><Relationship Type="http://schemas.openxmlformats.org/officeDocument/2006/relationships/image" Target="/ppt/media/image4.svg" Id="Rf76091eff5fc4fe7" /><Relationship Type="http://schemas.openxmlformats.org/officeDocument/2006/relationships/notesSlide" Target="/ppt/notesSlides/notesSlide7.xml" Id="R6d7ac1b9cdcd41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769aa772194188" /><Relationship Type="http://schemas.openxmlformats.org/officeDocument/2006/relationships/notesSlide" Target="/ppt/notesSlides/notesSlide8.xml" Id="R67c54cc5db8846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791c29e2fa4e0a" /><Relationship Type="http://schemas.openxmlformats.org/officeDocument/2006/relationships/notesSlide" Target="/ppt/notesSlides/notesSlide9.xml" Id="Rd9c12d615a184f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305bc4c82442cb" /><Relationship Type="http://schemas.openxmlformats.org/officeDocument/2006/relationships/notesSlide" Target="/ppt/notesSlides/notesSlide10.xml" Id="Rdc692208aa8745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a8a56c5e9c4e2f" /><Relationship Type="http://schemas.openxmlformats.org/officeDocument/2006/relationships/image" Target="/ppt/media/image10.png" Id="R3ee5055ea6874d80" /><Relationship Type="http://schemas.openxmlformats.org/officeDocument/2006/relationships/image" Target="/ppt/media/image5.svg" Id="Rfd1b754519774953" /><Relationship Type="http://schemas.openxmlformats.org/officeDocument/2006/relationships/image" Target="/ppt/media/image11.png" Id="R0e6de2667da442d8" /><Relationship Type="http://schemas.openxmlformats.org/officeDocument/2006/relationships/image" Target="/ppt/media/image6.svg" Id="Rae41f8c9f012447e" /><Relationship Type="http://schemas.openxmlformats.org/officeDocument/2006/relationships/image" Target="/ppt/media/image12.png" Id="Rce15339a417444f9" /><Relationship Type="http://schemas.openxmlformats.org/officeDocument/2006/relationships/image" Target="/ppt/media/image7.svg" Id="R338340938ed84318" /><Relationship Type="http://schemas.openxmlformats.org/officeDocument/2006/relationships/image" Target="/ppt/media/image13.png" Id="R615a0e394a8f4668" /><Relationship Type="http://schemas.openxmlformats.org/officeDocument/2006/relationships/image" Target="/ppt/media/image8.svg" Id="Rbed57146028f4cc1" /><Relationship Type="http://schemas.openxmlformats.org/officeDocument/2006/relationships/notesSlide" Target="/ppt/notesSlides/notesSlide11.xml" Id="Rbbb4b6f7cd0741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c5cd4403434970" /><Relationship Type="http://schemas.openxmlformats.org/officeDocument/2006/relationships/notesSlide" Target="/ppt/notesSlides/notesSlide12.xml" Id="R40527a300d804c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504a6527424253" /><Relationship Type="http://schemas.openxmlformats.org/officeDocument/2006/relationships/notesSlide" Target="/ppt/notesSlides/notesSlide13.xml" Id="R4ad3d9488be44a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bfab65e494976" /><Relationship Type="http://schemas.openxmlformats.org/officeDocument/2006/relationships/notesSlide" Target="/ppt/notesSlides/notesSlide14.xml" Id="Rcaa4641a2a264f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4AC48171-E6FD-495C-8730-EB555237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C86424FE-F645-434E-990C-8183A703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BDCD965A-091A-4D81-8A37-13510648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CB4CA21D-F158-408A-A301-B535D9EC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A6231E0-8365-464A-ABD9-69445CF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PPagenT：把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18355828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贵的是判断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概率最大的需求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稳定跨过可用线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用限制换可靠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建设能力，稳定调用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1DE36B37-20F5-45C2-A3B9-D3E14522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0D59AD0-7D92-48B5-B604-C5A75422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A04CC801-500F-4A80-B61D-CA8443E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B1EE87D6-C519-4A35-91BA-B91280A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费时间的是判断，不是排版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73B529A7-12BF-405B-83D8-265647B4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7CFF8CF9-90D2-4D8F-9463-9AEE7563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把文本框拖到哪、再统一字体字号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颜色与间距，都不是真正耗时的事⁠。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•⁠这场汇报到底怎么讲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•⁠一篇长稿拆成多少页、每页承担什么职责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•⁠观点是并列、递进、因果还是流程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•⁠哪里该突出，何时用图、何时一句话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1EA95C7-EB52-44E9-BD07-A859E213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64F743EA-5018-4CD3-B1B2-40C3A2C4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F374F47A-D124-412E-BBFF-AF63445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高手脑中已有大量答案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86C6CBD1-E557-4841-94AC-9493827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5BF457AA-420C-475B-B1A4-2856A382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一个会做 PPT 的人，靠长期经验完成这些判断⁠。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•⁠每次却要翻旧稿找页面、替换内容、调整结构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•⁠答案没有被沉淀，只能一次次重来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先选概率最大的需求：工作型 PPT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7B12471-D597-4698-986D-87D944B7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167A974-0A07-4410-95D2-D6EE69B5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B2D62273-F4A5-4E0B-8FB3-EF75B07E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28431A69-5A01-4609-BDB1-7B4D1E86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CC543AD4-51D6-4218-A53C-9834B4E3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中间：工作型 PPT 是主流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C33D00DE-AAD0-4326-963E-B1C2499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学校、科研院所、事业单位、央国企与普通企业，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需要快速把稿件变成结构清楚、视觉体面的 PPT⁠。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•⁠不能乱、不能丑、不能掉价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•⁠生成完以后还必须能继续修改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8F5B7001-2F9C-4A9E-A711-6EB05754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1893733D-6A6D-4D5D-BF7C-45FD092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一端：只求把文字放上去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F152965F-22AD-42F8-AA25-308DA13E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几乎不在意版式⁠。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3645F-6E78-44E3-86DF-4C8B051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3FCD510A-8FC3-4968-B829-BA50737A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E066BF53-3A94-4988-9689-56A378A8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另一端：高度定制创意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EEB039AD-EE65-453C-937F-1F930A13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发布会、品牌路演与高水平比赛，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需要高度定制的视觉创意⁠。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产品的度量：达到可用线的概率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1D524D7-65BC-420D-A3CC-2FCF54AE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B4DE31C3-5CD2-4108-9412-46B153EE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AEA40ACA-C4B0-456C-8725-D1EBE0B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C60A3A65-C24A-4792-99FB-9C737F1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2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C3955991-47F5-4147-8D76-AC0E27D0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Q：生成质量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182920B5-6F69-481B-8445-E0E6601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对整套 PPT 综合质量打分⁠。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4BF9C9C-B0A7-4AB8-AEBB-23AF0CD6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3C8E5D4D-33B8-421F-A739-DEBF464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37314E5C-CDDA-40FE-9B05-F9EF226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3DEA8696-16D4-445D-88E1-2CA9F923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38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8558B7F4-ED7C-4AD9-B4DE-82E0358A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Q可用：可以直接拿去讲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67D46411-363F-441C-8099-CC618602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工作场景中“可以直接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拿去讲”的最低标准⁠。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C99ACEC-B1F1-4AD4-8795-C33C33BA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485A795C-BA26-4924-822F-0D4DD98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497E2263-596A-4250-9770-F3D2B4B8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36EB08F5-1389-494F-9AA6-DB7536BC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14644A94-5D02-4F5B-852F-6B84E17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R：产品可靠度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A50E6693-E911-452A-8630-6DE73E65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目标工作场景下达到可用线的概率⁠。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•⁠R = P(Q ≥ Q可用 | 目标工作场景)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•⁠R 才是 PPagenT 所追求的产品可靠度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322F7729-E3CA-45BC-96CB-9B7BA1C4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D888BDE-FA54-4EC0-9F33-83E491C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6F074CCB-3E6D-4FC6-B317-36ECE3DF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4D3516FB-4B54-4607-A7E3-FC0B2989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6C97475B-0B03-402D-A713-5C641A7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E65D2B9B-BCF9-4543-836B-FA81B5BE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偶尔生成让人惊叹的作品，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但不可预期、不可依赖⁠。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•⁠真实的使用场景往往普通：明早九点就要汇报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•⁠在可用基础之上追高度定制，成本会迅速上升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39B6F6B-6630-4799-8EB1-820DE809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A07B6B84-E398-4314-95EC-99B9A655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28B7B6BD-2E0F-4DAC-A3E0-7FAF2A4A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1EACA433-F352-44C6-909C-575BB07E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B82E2A17-4942-4283-B1DD-87EA984B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不是质量上限，而是“稳定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可用状态”的形象称呼⁠。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•⁠直接使用不失专业，继续修改有可靠基础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•⁠从混乱初稿到可工作的 PPT，价值巨大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•⁠投入与收益相匹配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用限制自由，换取可靠性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68C3E0A-5098-4B74-A6F1-FECEA8E8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5C565D82-BE1D-4671-A4E6-0EA955C5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9EAE8F23-164E-4873-9BE0-A1F1FEDF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AA5B506E-38B0-4A46-9B59-AF32CE87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7073B2DE-6228-436A-9548-6EF7776F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1222AC10-6EF6-47F1-A2D3-362F32D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c7d178bcb463a">
            <a:extLst>
              <a:ext uri="{96DAC541-7B7A-43D3-8B79-37D633B846F1}">
                <asvg:svgBlip xmlns:asvg="http://schemas.microsoft.com/office/drawing/2016/SVG/main" r:embed="Rbe0aece6964245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DF3768E1-9721-4321-AE2A-20D498B7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高自由度 =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高失败风险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BAA8E63D-5640-4395-97C4-9534DBC1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26D4DD7B-2F32-4CEA-A10F-DBBAE333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颜色、字体、结构、版式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每次重新决定，状态空间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越大，失败模式越多。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2418413B-BEBE-4312-B22F-06F506B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95AA59A0-D6BB-4191-83FA-20690607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C2CBDB00-7747-4E8F-806A-93094045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D4410E12-B054-4015-926F-96D72BF5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8B150B92-59FB-43E3-AB47-4631767D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51f237b92495c">
            <a:extLst>
              <a:ext uri="{96DAC541-7B7A-43D3-8B79-37D633B846F1}">
                <asvg:svgBlip xmlns:asvg="http://schemas.microsoft.com/office/drawing/2016/SVG/main" r:embed="Rad7d981cf6b54d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D6902E66-2963-4DF9-BAB0-1BA984BE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工作恰恰需要稳定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2CE888DD-1907-4E01-B85E-4B35A0CB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CBA70D15-A387-47D0-B554-BE56939B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029075"/>
            <a:ext cx="20145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学校有学校的样子，企业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有企业的样子；颜色、字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体、Logo 与页面骨架本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应长期稳定。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F474E046-37F7-4CDA-A82F-4BAB597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7B415B53-37F5-41C5-86A9-2930C3B4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283E59E1-07A2-439C-850E-4E24C4A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874DD1CA-7D6A-4C84-BF17-E2CC16AE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EBD653C5-F3D4-4A74-A5D7-8AE826EC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1dbce53184827">
            <a:extLst>
              <a:ext uri="{96DAC541-7B7A-43D3-8B79-37D633B846F1}">
                <asvg:svgBlip xmlns:asvg="http://schemas.microsoft.com/office/drawing/2016/SVG/main" r:embed="Re7b656b4794e4c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CBAE8578-1979-4062-8B80-9B4F133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PPagenT 主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动限制自由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2C881D15-1779-4310-B827-695E4F6E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B79406C6-BCA9-433C-A26F-467EF9CE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用确定的组织规范、验证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过的能力、明确的数量边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界与已登记的退化方式。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D1CCF7C5-6E1B-4F5E-B213-DC539EE6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B220CFAF-0A63-41AF-A631-CDC0B17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FD0310D0-23E8-4C66-B841-FD92EF1D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7CAA6EA2-6B61-40E7-96B0-7C63685F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E2C1A90C-4F86-496E-B340-434B7294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510bc29004460">
            <a:extLst>
              <a:ext uri="{96DAC541-7B7A-43D3-8B79-37D633B846F1}">
                <asvg:svgBlip xmlns:asvg="http://schemas.microsoft.com/office/drawing/2016/SVG/main" r:embed="Rf76091eff5fc4f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E714E49A-5341-472A-94D1-2CE0A5ED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固定 = 已经验证过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C93438C1-00BA-458C-85F1-2D3832BA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2AC63F3B-A340-49BE-AE43-029F1101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不是系统做不到自由，而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是正式工作更需要可预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07E6363-0842-4E34-A90D-E50135F6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37711A5-85BB-4D53-BEEE-601371E5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E76886B3-6BA8-48A5-B3DF-A38C8385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74FFB887-F583-4AB9-9958-7D56FB09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5AC4A650-23FE-4F12-B8EE-06D4925B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AI：理解与编排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F02AA88D-C060-44C2-8496-F884C65A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内容导演读懂稿件、组织叙事并拆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页⁠；视觉导演判断每页怎样表达⁠。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•⁠从已确认能力中选择合适结构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•⁠必要时只补有限结构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化信息，不让流程无限反复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1BB1CC0C-DC11-449C-B26C-4E7FDF9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2A20FAEC-2204-4F20-BEAA-E4D134DF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规则：约束与选择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B6C4682D-3301-4A43-9087-240C874B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主题规定字体、颜色、Logo 与页面骨架⁠；能力库保存已验证的表达方式⁠。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•⁠同一种样式随数量与容量稳定变化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•⁠没有合适结构就退回简单排版，不临时编造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6C58B-65DD-4E4F-8687-532EBB93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0CE67883-5868-46B4-9AF5-8A9BA191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8C4DB4D9-CADF-427D-9920-4A68E7CA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代码：稳定生成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B9B190E3-26DE-41A7-8F10-7E8895BD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确定性代码负责绘制与检查，编译成原生可编辑的 PowerPoint⁠。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•⁠输出不是截图、整页图片或难以修改的网页替代品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92396D8D-5255-4D4B-BB32-AC0D4E65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A68A3BC-114A-477C-92C2-2A92AFF0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9AC307D7-BF75-4E4C-A257-6E6A553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125046C6-BAB4-47EE-95D5-8FB31598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资产入库线：建设能力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F3EDF8D8-F1DD-490F-B230-779AA45A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E2E835ED-0629-4581-ABC2-31EED73B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人和工具反复理解参考、提炼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规律、适配数量并确认效果⁠。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•⁠优秀参考 → 提炼逻辑与设计规律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•⁠扩展为可复用能力 → 用户确认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•⁠只有确认通过，才进入核心资产库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1EF42BF-1E42-4BDC-AC59-1C808718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E48D1DD0-CB2C-4559-B52B-E694BB0B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8FC443C6-97A5-45EB-8550-DFDC20FE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正式生成线：稳定调用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75BDBEB4-ACB5-4749-90F3-1AA575F0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461BF065-EDE3-47DE-97DA-54A7429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只读取核心库，不在交付现场临时创造结构⁠。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•⁠原始稿件 + 组织主题 → AI 理解与编排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•⁠从核心库选择合法能力 → 确定性排版与编译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•⁠没有合适结构 → 退回简单排版 / 拆页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•⁠产出原生可编辑 PPTX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57A0F68C-74E4-44D4-B7AB-7AC706F5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23FDDE9-2C0E-4CD0-A4CD-79B29EE5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8B8C0AA8-829C-46E7-8240-FE9FD27D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A1F8E4A8-0C75-47C2-A862-7D9FD01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传统路线：成本堆在运行时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78A79728-FE57-4083-B826-7A6FDC4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BA6BD329-FF9C-4FAB-86E2-6DBDB0C7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每来一个用户，就重新理解、设计、绘制一次⁠。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•⁠每套 PPT 都重新支付一次视觉理解成本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•⁠计算、审美判断与失败风险都集中在运行时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D3A0C41-91C7-4BC7-A01D-0653A251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05A271A9-02AF-4AA6-959F-25F6D16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1702F82A-D1C9-4ADF-80A6-1F5C69FA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PPagenT：成本前移到建设期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DF625F94-1838-432E-853B-DB0D7991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856C2641-B0B0-4F5A-B75C-AF12E37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先筛选优秀页面、提炼规律、参数化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内容与数量并验证，用户确认后入库⁠。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•⁠建设期完成理解、参数化与验证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•⁠生成期模型只做理解、分类、路由与填参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•⁠确定性代码负责绘制与检查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•⁠视觉理解沉淀为一次建设、多次复用的离线资产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3AD124A-C25A-4C23-863C-5D45A27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FF61BCA5-238A-4174-B7EC-86D179DA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7820E6F5-03C9-4AD3-BD33-E0F1629A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23E17411-4416-4F97-AFF4-1000B850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CDEA17EC-ECA6-4FED-8BC0-E6798175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A1AB8C7E-9C76-4C39-8FFA-D39E2B30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5055ea6874d80">
            <a:extLst>
              <a:ext uri="{96DAC541-7B7A-43D3-8B79-37D633B846F1}">
                <asvg:svgBlip xmlns:asvg="http://schemas.microsoft.com/office/drawing/2016/SVG/main" r:embed="Rfd1b7545197749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4C8BE08B-89F6-4261-AC1B-338F7F3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有效表达能力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58022F98-33B6-4E6E-B37B-DE8BD252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8C13D03E-11A2-4AFE-AB06-8EA314E2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积累多少真正有效的表达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方式。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7FCFBFA9-D1A9-4D89-A86B-E3D46621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805506A5-77D6-496E-BABC-550063F8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74F5DAC4-B259-4973-B41D-0CF5A72A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59101169-F14B-4158-A5B1-B45D67B4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F53B3EE5-62B7-4EEC-B875-7EA16E3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de2667da442d8">
            <a:extLst>
              <a:ext uri="{96DAC541-7B7A-43D3-8B79-37D633B846F1}">
                <asvg:svgBlip xmlns:asvg="http://schemas.microsoft.com/office/drawing/2016/SVG/main" r:embed="Rae41f8c9f01244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A6E25189-1B1D-4AD4-AAD8-FA5AB3AD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可靠的内容路由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5796A493-1E83-4272-BBB4-D728D04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E0B47ED6-1DF1-4C3B-B0F8-8A2A000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把新内容稳定地路由到正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确的能力。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E142A461-3076-4CB5-B83C-0B83F1BA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AD395447-C64C-4A2A-A71C-AF9C01F9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F0436C6C-EC1B-4033-844B-D9DE9E9A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49D82CB7-24E3-47D4-A307-0AB7730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6A825ABC-2CC6-4EE5-8E7B-30B84E0A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5339a417444f9">
            <a:extLst>
              <a:ext uri="{96DAC541-7B7A-43D3-8B79-37D633B846F1}">
                <asvg:svgBlip xmlns:asvg="http://schemas.microsoft.com/office/drawing/2016/SVG/main" r:embed="R338340938ed843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4AB94CCC-2ECA-4A2F-BC0A-B6469C7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容量与失败边界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2C58A9B9-9BCC-42D3-BC6F-0BEA1AEC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7AF3A67E-B10D-461D-A5DD-04D958E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知道每种能力的容量、变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化方式与失败边界。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4CD274F3-FB01-4B70-86DC-F889C436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C4B4AC3E-05EB-405E-9B2A-947E652D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AA18D9D2-8F45-4C86-ABF6-58E3BAD4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1F518FEA-A5FC-49CE-A4A8-F6B7058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05194DDD-24AD-4CFA-9FE4-8B4A96F7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a0e394a8f4668">
            <a:extLst>
              <a:ext uri="{96DAC541-7B7A-43D3-8B79-37D633B846F1}">
                <asvg:svgBlip xmlns:asvg="http://schemas.microsoft.com/office/drawing/2016/SVG/main" r:embed="Rbed57146028f4c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9074336B-31DE-4B6B-AB87-87E12BEF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规范且可编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辑的交付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8BA6E45D-93FD-4FCA-9250-90F7940A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B8451EA7-F175-4782-AC46-2A46AA2C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稳定生成符合组织规范、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原生可编辑的结果。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DCD51DB-6880-4663-91FC-84DC186D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3AA89D8-E166-4AB5-B27D-8EB890A9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F6672A10-071D-43AE-80F2-9FA5E78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88967FC9-5498-40D0-860F-60C7FD32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63A60084-01D2-4B5E-880D-49475EC6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第一站：东北大学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25B8D2CC-D0AA-452B-8B86-5F1DCD0A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有明确的视觉规范、持续发生的汇报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需求与真实可检验的使用边界⁠。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D839BA2C-EBB7-4110-BF00-F9842FAA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866DE430-9F8A-4554-A096-7C4DF28D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主题可换，能力可复用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1FA91711-F773-4A8F-8D40-0F0F96DA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颜色、Logo、字体与页眉页脚由主题配置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替换，内容理解规则与表达能力继续复用⁠。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•⁠其他学校、科研院所、实验室、企业与团队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•⁠也能承载某个特别会做 PPT 的人的长期风格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B1312-A790-40E3-B109-737F18C8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A721DC1E-27C6-4CCC-904A-3B5DEEC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5F045640-3963-460B-96C8-D25D1CF3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不要求人人会设计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CB56021D-AFE8-48A1-9C83-A5DFE923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把少数人头脑里的能力，变成更多人可以低成本获得的生产力⁠。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•⁠组织不必要求每名成员都成为设计师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•⁠日常输出也能稳定达到组织的基本标准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808FE11-594A-4437-9CA7-AAF5402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1EEAA7A-B0D1-47BD-8606-1726493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D4AB52FE-9B43-4BBA-B91C-F81BCA64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782ABC63-73BE-4114-8C0F-52FEB62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D27D875F-0D07-4A9A-B5C5-1FC43B98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AFA3076A-FDE5-4980-B79A-908BB77A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帮我们读稿子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A463706E-91EA-4C2C-8D33-27D31AA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理解稿件与叙事⁠。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3A2109D-C81E-40EE-988A-21960630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68B9E5A6-763B-4664-95D8-ACB4538D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997C76BF-36CC-412A-A90F-C3EDDE0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C891EA72-F3F8-41ED-B46A-862675BF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5679D379-3A7C-4982-84CB-903FA1A7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规则帮我们做判断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8030AC0B-4789-4BB6-80D7-FDF0FFEF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让已验证的经验被稳定调用⁠。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BD484D8-DCD7-4FFB-8102-ADB46DF7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41236EAB-DC39-43DB-8E82-ABD745A4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159A4BA3-19C7-4FA9-B99D-A4D830D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74D6D62B-61FC-4E28-8740-8051E357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B3AED29A-F6B4-4620-8099-38EBF691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代码完成重复劳动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4C7936E9-B35D-475C-AE62-832914CF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稳定排版并编译成可继续修改的 PPTX⁠。</a:t>
            </a:r>
          </a:p>
        </p:txBody>
      </p:sp>
      <p:sp>
        <p:nvSpPr>
          <p:cNvPr id="33" name="PPAGENT_QA|parent=composition-grid-3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13B4126-EAC9-4D41-9222-7E361AA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PPAGENT_QA|within=composition-grid-3|role=card">
            <a:extLst xmlns:a="http://schemas.openxmlformats.org/drawingml/2006/main">
              <a:ext uri="{FF2B5EF4-FFF2-40B4-BE49-F238E27FC236}">
                <a16:creationId xmlns:a16="http://schemas.microsoft.com/office/drawing/2014/main" id="{6F658EAF-396B-4E33-9010-E5762A24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5" name="PPAGENT_QA|within=composition-grid-3|role=accent">
            <a:extLst xmlns:a="http://schemas.openxmlformats.org/drawingml/2006/main">
              <a:ext uri="{FF2B5EF4-FFF2-40B4-BE49-F238E27FC236}">
                <a16:creationId xmlns:a16="http://schemas.microsoft.com/office/drawing/2014/main" id="{CE53EADD-DC48-4C30-9ED1-60114FD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PAGENT_QA|within=composition-grid-3|role=index">
            <a:extLst xmlns:a="http://schemas.openxmlformats.org/drawingml/2006/main">
              <a:ext uri="{FF2B5EF4-FFF2-40B4-BE49-F238E27FC236}">
                <a16:creationId xmlns:a16="http://schemas.microsoft.com/office/drawing/2014/main" id="{D558C2DD-F940-4BCA-A5E2-E64C8E1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PPAGENT_QA|within=composition-grid-3|role=title">
            <a:extLst xmlns:a="http://schemas.openxmlformats.org/drawingml/2006/main">
              <a:ext uri="{FF2B5EF4-FFF2-40B4-BE49-F238E27FC236}">
                <a16:creationId xmlns:a16="http://schemas.microsoft.com/office/drawing/2014/main" id="{62425BBD-3910-4395-9D08-B4A84A42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普通人也能很快得到一套</a:t>
            </a:r>
          </a:p>
        </p:txBody>
      </p:sp>
      <p:sp>
        <p:nvSpPr>
          <p:cNvPr id="38" name="PPAGENT_QA|within=composition-grid-3|role=body">
            <a:extLst xmlns:a="http://schemas.openxmlformats.org/drawingml/2006/main">
              <a:ext uri="{FF2B5EF4-FFF2-40B4-BE49-F238E27FC236}">
                <a16:creationId xmlns:a16="http://schemas.microsoft.com/office/drawing/2014/main" id="{106CF5D2-E5B1-4095-B1B0-6CF481C1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不一定惊艳，但靠谱⁠；不一定独一无二，但真的好用⁠。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•⁠可以立刻拿去讲，也可以继续修改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•⁠持续做到，普通问题就能成为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可靠的产品能力与一门真正的生意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C6EEEAA0-5F7B-49F3-9710-94A66F6B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2026-09-04T17:34:55.3620000Z</dcterms:created>
  <dcterms:modified xsi:type="dcterms:W3CDTF">2026-09-04T17:34:55.3620000Z</dcterms:modified>
</coreProperties>
</file>