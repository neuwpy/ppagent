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2a2d448dd564343" /><Relationship Type="http://schemas.openxmlformats.org/officeDocument/2006/relationships/extended-properties" Target="/docProps/app.xml" Id="Rf9c2a8b23dd145f5" /><Relationship Type="http://schemas.openxmlformats.org/officeDocument/2006/relationships/officeDocument" Target="/ppt/presentation.xml" Id="R74eff3b3abb24aa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627fde4f61f46a6"/>
    <p:sldMasterId xmlns:r="http://schemas.openxmlformats.org/officeDocument/2006/relationships" id="2147483660" r:id="R5e2fcb1847744969"/>
    <p:sldMasterId xmlns:r="http://schemas.openxmlformats.org/officeDocument/2006/relationships" id="2147483663" r:id="R22b04c1d58a8423f"/>
  </p:sldMasterIdLst>
  <p:notesMasterIdLst>
    <p:notesMasterId xmlns:r="http://schemas.openxmlformats.org/officeDocument/2006/relationships" r:id="Ra05ff012c05c47e6"/>
  </p:notesMasterIdLst>
  <p:sldIdLst>
    <p:sldId xmlns:r="http://schemas.openxmlformats.org/officeDocument/2006/relationships" id="256" r:id="Rac9f28184d7446f2"/>
    <p:sldId xmlns:r="http://schemas.openxmlformats.org/officeDocument/2006/relationships" id="257" r:id="R4fe85e71326d42f9"/>
    <p:sldId xmlns:r="http://schemas.openxmlformats.org/officeDocument/2006/relationships" id="258" r:id="Rc0bb4211d6bf466b"/>
    <p:sldId xmlns:r="http://schemas.openxmlformats.org/officeDocument/2006/relationships" id="259" r:id="R8afa30134b134503"/>
    <p:sldId xmlns:r="http://schemas.openxmlformats.org/officeDocument/2006/relationships" id="260" r:id="Re8764294f96740d2"/>
    <p:sldId xmlns:r="http://schemas.openxmlformats.org/officeDocument/2006/relationships" id="261" r:id="Rca1b5c6fdb41405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d6731c8f7cb40e6" /><Relationship Type="http://schemas.openxmlformats.org/officeDocument/2006/relationships/slideMaster" Target="/ppt/slideMasters/slideMaster1.xml" Id="R1627fde4f61f46a6" /><Relationship Type="http://schemas.openxmlformats.org/officeDocument/2006/relationships/slideMaster" Target="/ppt/slideMasters/slideMaster2.xml" Id="R5e2fcb1847744969" /><Relationship Type="http://schemas.openxmlformats.org/officeDocument/2006/relationships/slideMaster" Target="/ppt/slideMasters/slideMaster3.xml" Id="R22b04c1d58a8423f" /><Relationship Type="http://schemas.openxmlformats.org/officeDocument/2006/relationships/notesMaster" Target="/ppt/notesMasters/notesMaster1.xml" Id="Ra05ff012c05c47e6" /><Relationship Type="http://schemas.openxmlformats.org/officeDocument/2006/relationships/presProps" Target="/ppt/presProps.xml" Id="Red36fd81c3614e53" /><Relationship Type="http://schemas.openxmlformats.org/officeDocument/2006/relationships/viewProps" Target="/ppt/viewProps.xml" Id="R52d99aeef6144eaa" /><Relationship Type="http://schemas.openxmlformats.org/officeDocument/2006/relationships/tableStyles" Target="/ppt/tableStyles.xml" Id="R407d654c68c94826" /><Relationship Type="http://schemas.openxmlformats.org/officeDocument/2006/relationships/slide" Target="/ppt/slides/slide1.xml" Id="Rac9f28184d7446f2" /><Relationship Type="http://schemas.openxmlformats.org/officeDocument/2006/relationships/slide" Target="/ppt/slides/slide2.xml" Id="R4fe85e71326d42f9" /><Relationship Type="http://schemas.openxmlformats.org/officeDocument/2006/relationships/slide" Target="/ppt/slides/slide3.xml" Id="Rc0bb4211d6bf466b" /><Relationship Type="http://schemas.openxmlformats.org/officeDocument/2006/relationships/slide" Target="/ppt/slides/slide4.xml" Id="R8afa30134b134503" /><Relationship Type="http://schemas.openxmlformats.org/officeDocument/2006/relationships/slide" Target="/ppt/slides/slide5.xml" Id="Re8764294f96740d2" /><Relationship Type="http://schemas.openxmlformats.org/officeDocument/2006/relationships/slide" Target="/ppt/slides/slide6.xml" Id="Rca1b5c6fdb41405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04643f4c867c4f7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c1b8d05d7e1424c" /><Relationship Type="http://schemas.openxmlformats.org/officeDocument/2006/relationships/notesMaster" Target="/ppt/notesMasters/notesMaster1.xml" Id="R045ea58fb16b476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766635b8adf46e0" /><Relationship Type="http://schemas.openxmlformats.org/officeDocument/2006/relationships/notesMaster" Target="/ppt/notesMasters/notesMaster1.xml" Id="R96582363d249445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8295868bff2483b" /><Relationship Type="http://schemas.openxmlformats.org/officeDocument/2006/relationships/notesMaster" Target="/ppt/notesMasters/notesMaster1.xml" Id="R67a4dceafea5441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6af0e070687402b" /><Relationship Type="http://schemas.openxmlformats.org/officeDocument/2006/relationships/notesMaster" Target="/ppt/notesMasters/notesMaster1.xml" Id="R3978cee778ac4f6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3852b1faa6b4377" /><Relationship Type="http://schemas.openxmlformats.org/officeDocument/2006/relationships/notesMaster" Target="/ppt/notesMasters/notesMaster1.xml" Id="R6c57952676f248f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0dc32fb68d04d65" /><Relationship Type="http://schemas.openxmlformats.org/officeDocument/2006/relationships/notesMaster" Target="/ppt/notesMasters/notesMaster1.xml" Id="R78117c20db02438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内容：.tmp/penguin-harness-v2/short-manuscript.md</a:t>
            </a:r>
          </a:p>
          <a:p xmlns:a="http://schemas.openxmlformats.org/drawingml/2006/main">
            <a:r>
              <a:t>- 视觉：PPT源/PPT模板-封面正文尾页.pptx（本地原始模板）</a:t>
            </a:r>
          </a:p>
          <a:p xmlns:a="http://schemas.openxmlformats.org/drawingml/2006/main">
            <a:r>
              <a:t>- PPagenT：shell-cover-intent → northeastern-university-cover-001</a:t>
            </a:r>
          </a:p>
          <a:p xmlns:a="http://schemas.openxmlformats.org/drawingml/2006/main">
            <a:r>
              <a:t>- 整页编排：fixed-cover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内容：.tmp/penguin-harness-v2/short-manuscript.md</a:t>
            </a:r>
            <a:endParaRPr/>
          </a:p>
          <a:p xmlns:a="http://schemas.openxmlformats.org/drawingml/2006/main">
            <a:r>
              <a:t>- 视觉：PPT源/PPT模板-封面正文尾页.pptx（本地原始模板）</a:t>
            </a:r>
            <a:endParaRPr/>
          </a:p>
          <a:p xmlns:a="http://schemas.openxmlformats.org/drawingml/2006/main">
            <a:r>
              <a:t>- PPagenT：shell-agenda-intent → northeastern-university-agenda-001</a:t>
            </a:r>
            <a:endParaRPr/>
          </a:p>
          <a:p xmlns:a="http://schemas.openxmlformats.org/drawingml/2006/main">
            <a:r>
              <a:t>- 整页编排：fixed-agenda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内容：.tmp/penguin-harness-v2/short-manuscript.md</a:t>
            </a:r>
            <a:endParaRPr/>
          </a:p>
          <a:p xmlns:a="http://schemas.openxmlformats.org/drawingml/2006/main">
            <a:r>
              <a:t>- 视觉：PPT源/PPT模板-封面正文尾页.pptx（本地原始模板）</a:t>
            </a:r>
            <a:endParaRPr/>
          </a:p>
          <a:p xmlns:a="http://schemas.openxmlformats.org/drawingml/2006/main">
            <a:r>
              <a:t>- PPagenT：page-01-intent → northeastern-university-body-001</a:t>
            </a:r>
            <a:endParaRPr/>
          </a:p>
          <a:p xmlns:a="http://schemas.openxmlformats.org/drawingml/2006/main">
            <a:r>
              <a:t>- 整页编排：editorial-focus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内容：.tmp/penguin-harness-v2/short-manuscript.md</a:t>
            </a:r>
            <a:endParaRPr/>
          </a:p>
          <a:p xmlns:a="http://schemas.openxmlformats.org/drawingml/2006/main">
            <a:r>
              <a:t>- 视觉：PPT源/PPT模板-封面正文尾页.pptx（本地原始模板）</a:t>
            </a:r>
            <a:endParaRPr/>
          </a:p>
          <a:p xmlns:a="http://schemas.openxmlformats.org/drawingml/2006/main">
            <a:r>
              <a:t>- PPagenT：page-02-intent → northeastern-university-body-001</a:t>
            </a:r>
            <a:endParaRPr/>
          </a:p>
          <a:p xmlns:a="http://schemas.openxmlformats.org/drawingml/2006/main">
            <a:r>
              <a:t>- 整页编排：editorial-dual-statement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内容：.tmp/penguin-harness-v2/short-manuscript.md</a:t>
            </a:r>
            <a:endParaRPr/>
          </a:p>
          <a:p xmlns:a="http://schemas.openxmlformats.org/drawingml/2006/main">
            <a:r>
              <a:t>- 视觉：PPT源/PPT模板-封面正文尾页.pptx（本地原始模板）</a:t>
            </a:r>
            <a:endParaRPr/>
          </a:p>
          <a:p xmlns:a="http://schemas.openxmlformats.org/drawingml/2006/main">
            <a:r>
              <a:t>- PPagenT：page-03-intent → northeastern-university-body-001</a:t>
            </a:r>
            <a:endParaRPr/>
          </a:p>
          <a:p xmlns:a="http://schemas.openxmlformats.org/drawingml/2006/main">
            <a:r>
              <a:t>- 整页编排：editorial-focus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内容：.tmp/penguin-harness-v2/short-manuscript.md</a:t>
            </a:r>
          </a:p>
          <a:p xmlns:a="http://schemas.openxmlformats.org/drawingml/2006/main">
            <a:r>
              <a:t>- 视觉：PPT源/PPT模板-封面正文尾页.pptx（本地原始模板）</a:t>
            </a:r>
          </a:p>
          <a:p xmlns:a="http://schemas.openxmlformats.org/drawingml/2006/main">
            <a:r>
              <a:t>- PPagenT：shell-closing-intent → northeastern-university-closing-001</a:t>
            </a:r>
          </a:p>
          <a:p xmlns:a="http://schemas.openxmlformats.org/drawingml/2006/main">
            <a:r>
              <a:t>- 整页编排：fixed-closing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907650bf1e43d4" /><Relationship Type="http://schemas.openxmlformats.org/officeDocument/2006/relationships/image" Target="/ppt/media/image.jpeg" Id="R0c909598ef074847" /><Relationship Type="http://schemas.openxmlformats.org/officeDocument/2006/relationships/image" Target="/ppt/media/image.png" Id="R322ec2dc431f4d04" /><Relationship Type="http://schemas.openxmlformats.org/officeDocument/2006/relationships/image" Target="/ppt/media/image2.png" Id="R8813640998e1467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07df3689f743f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66af46b926488a" /><Relationship Type="http://schemas.openxmlformats.org/officeDocument/2006/relationships/image" Target="/ppt/media/image3.png" Id="R418083a0db0343f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da44889b404ba7" /><Relationship Type="http://schemas.openxmlformats.org/officeDocument/2006/relationships/image" Target="/ppt/media/image4.png" Id="Rf45bd164db04485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31285a3d26484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05a31740054453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84c8f652784802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4de064bdd54a7e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83c3a75a784c52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8f693bbf564d78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518c5fd42f475d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8b3824a34f94a5f" /><Relationship Type="http://schemas.openxmlformats.org/officeDocument/2006/relationships/image" Target="/ppt/media/image5.png" Id="R5c5ae81f259346ae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70060790f5b4a54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b03a4a189991416b" /><Relationship Type="http://schemas.openxmlformats.org/officeDocument/2006/relationships/image" Target="/ppt/media/image5.png" Id="Rf39c73442078481f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8f6491378c2e4df6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909598ef074847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2ec2dc431f4d04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13640998e1467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85E9AC06-6903-4AC8-9EB1-7CA49D84C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8083a0db0343f9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BCA21D75-F7CA-42AE-9F6F-B27345ECA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CFE265C9-28A6-4BFC-9BA3-7AFA5398D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5D3D3D65-8CEC-4EB0-BAF9-D6442750D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C8CE3A20-B7D5-428A-BAF9-ED8B32C19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5bd164db04485e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BF5AD3AC-43A1-47FE-9BF2-E729BD071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7D16320A-ED01-4AAC-BE9E-1F9A25B40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E1EC3D8-F730-4E86-943B-4997DC7B6E3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21DBA60C-B58F-4604-8D56-A6A199E7FF5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F3A2A246-4A87-423C-8416-89C2E893602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17A861DD-810F-4907-A915-06E5C1F475A1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0509A75D-966B-4AF0-A9C2-46771C00C988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9EF7B657-F0D6-4C45-8C52-BD244388E04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EDE30407-6411-45AC-BD98-856058A5128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6A49E828-F8BB-484A-A907-45CB9388F5E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7D692D8-63BA-4452-9061-4C1FA707CEA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374D243-1198-4ED2-A57C-DD4EABC931A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07E72836-85A0-406D-92AE-BF8A207AD64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32D00045-0874-4F05-9FAA-AC67CC5F301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36B93303-833F-4D47-AE66-D8D04F26D9B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2F3968D8-1816-4523-B14B-E99E0E9FF5F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C5FC1E74-EF42-4EB0-B1E2-CFDD272ABF7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3B12626-41F1-4E21-AA67-6B5CE9C38D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C44A01E9-0B28-4CBA-935E-2475792D4C1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8AF2F24A-1D9B-458F-9810-F31D7C9A981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8E08B122-3C4E-4CF7-978C-135B37C5889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A59E7F6D-788B-401E-B8E1-CE319E021AE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EAC8818-34FB-4AFE-B4D1-53A1704E7CD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5306239-1AA4-4647-A15D-7E78EF4780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CC3EB2E-D65D-4483-A4CC-C3B63A6BAB1D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7E5D81C7-40E1-4C4B-927E-6B182A30B2B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4138A8B1-125A-4534-8D91-2484BFDD10C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165487C5-92F9-45E7-B90A-D1FAB2CAAEC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5120ED46-6BD6-46EB-86F4-DCDE501139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6570F4D-8031-490E-83AE-315114E168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472B91C1-B552-436E-8D83-935DC3B0322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86669FD-2423-4631-8902-2E0BA9B89A4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A8819A50-CB21-4F63-9B11-FEAD2937C36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203138E4-E305-4A70-9B88-1D5F1FFBFCB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552C8152-FB7B-413D-819E-601F308B04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D1E5D590-6BF2-4AF3-91B6-9C1906D833F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B70711A-7E6C-4287-B242-852AD501CFD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69174EE0-3EC4-4B6A-A2F2-FD87E5B9045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8963859-1BC4-41EB-BFA3-42C2F47E849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5ae81f259346ae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0CCBF801-C53A-401C-B596-31C34C75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A407189B-97B4-4376-ABD3-2CBEC4BC3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7E693661-9F2E-4295-BE27-D2BB61AF8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ABFDA786-4D18-46C8-A3B9-FB4B05B3F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9c73442078481f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826B96AC-1955-41CC-B46E-F63F4CB3D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E410FEF-3E31-471B-AC00-636E28329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F1B046CC-5470-4C3B-AD08-728660A52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E3374AF8-8BB1-467F-B062-E8BB538FC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feb40895ae4413b" /><Relationship Type="http://schemas.openxmlformats.org/officeDocument/2006/relationships/slideLayout" Target="/ppt/slideLayouts/slideLayout1.xml" Id="Rbfce05976afc49a2" /><Relationship Type="http://schemas.openxmlformats.org/officeDocument/2006/relationships/slideLayout" Target="/ppt/slideLayouts/slideLayout2.xml" Id="Rad190bd0ce4c4b03" /><Relationship Type="http://schemas.openxmlformats.org/officeDocument/2006/relationships/slideLayout" Target="/ppt/slideLayouts/slideLayout3.xml" Id="R28b00ab1be1a42a0" /><Relationship Type="http://schemas.openxmlformats.org/officeDocument/2006/relationships/slideLayout" Target="/ppt/slideLayouts/slideLayout4.xml" Id="Rca8bc3d48072441b" /><Relationship Type="http://schemas.openxmlformats.org/officeDocument/2006/relationships/slideLayout" Target="/ppt/slideLayouts/slideLayout5.xml" Id="Ra232b7503f0f45c4" /><Relationship Type="http://schemas.openxmlformats.org/officeDocument/2006/relationships/slideLayout" Target="/ppt/slideLayouts/slideLayout6.xml" Id="Rce7f6f2f24164017" /><Relationship Type="http://schemas.openxmlformats.org/officeDocument/2006/relationships/slideLayout" Target="/ppt/slideLayouts/slideLayout7.xml" Id="R4d50e3c0fdb1478f" /><Relationship Type="http://schemas.openxmlformats.org/officeDocument/2006/relationships/slideLayout" Target="/ppt/slideLayouts/slideLayout8.xml" Id="R25639513af024bcc" /><Relationship Type="http://schemas.openxmlformats.org/officeDocument/2006/relationships/slideLayout" Target="/ppt/slideLayouts/slideLayout9.xml" Id="R80b7a0f9b7b34d2b" /><Relationship Type="http://schemas.openxmlformats.org/officeDocument/2006/relationships/slideLayout" Target="/ppt/slideLayouts/slideLayout10.xml" Id="R0cbab76055234cd4" /><Relationship Type="http://schemas.openxmlformats.org/officeDocument/2006/relationships/slideLayout" Target="/ppt/slideLayouts/slideLayout11.xml" Id="R14d5e38f636d42ae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91c1da3d47354820" /><Relationship Type="http://schemas.openxmlformats.org/officeDocument/2006/relationships/slideLayout" Target="/ppt/slideLayouts/slideLayout12.xml" Id="R1aca41c783574e77" /><Relationship Type="http://schemas.openxmlformats.org/officeDocument/2006/relationships/slideLayout" Target="/ppt/slideLayouts/slideLayout13.xml" Id="R118c0d5ba8ee4d24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954d861c28b5436d" /><Relationship Type="http://schemas.openxmlformats.org/officeDocument/2006/relationships/slideLayout" Target="/ppt/slideLayouts/slideLayout14.xml" Id="R6bc8383365924c22" /><Relationship Type="http://schemas.openxmlformats.org/officeDocument/2006/relationships/slideLayout" Target="/ppt/slideLayouts/slideLayout15.xml" Id="R47b3b7490ad040d4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A7C6AA30-65A9-470D-B2C9-5A1A0015E7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5766E2BD-6360-4482-BC2C-ADCB2E59F6F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8595A2E-2384-455C-A05D-8222B455FE4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AEA35E4D-5F94-4C4E-87F4-284B9F5D9D6A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174B35DA-E9DE-4796-A7AF-BC91D2FB0C4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fce05976afc49a2"/>
    <p:sldLayoutId xmlns:r="http://schemas.openxmlformats.org/officeDocument/2006/relationships" id="2147483650" r:id="Rad190bd0ce4c4b03"/>
    <p:sldLayoutId xmlns:r="http://schemas.openxmlformats.org/officeDocument/2006/relationships" id="2147483651" r:id="R28b00ab1be1a42a0"/>
    <p:sldLayoutId xmlns:r="http://schemas.openxmlformats.org/officeDocument/2006/relationships" id="2147483652" r:id="Rca8bc3d48072441b"/>
    <p:sldLayoutId xmlns:r="http://schemas.openxmlformats.org/officeDocument/2006/relationships" id="2147483653" r:id="Ra232b7503f0f45c4"/>
    <p:sldLayoutId xmlns:r="http://schemas.openxmlformats.org/officeDocument/2006/relationships" id="2147483654" r:id="Rce7f6f2f24164017"/>
    <p:sldLayoutId xmlns:r="http://schemas.openxmlformats.org/officeDocument/2006/relationships" id="2147483655" r:id="R4d50e3c0fdb1478f"/>
    <p:sldLayoutId xmlns:r="http://schemas.openxmlformats.org/officeDocument/2006/relationships" id="2147483656" r:id="R25639513af024bcc"/>
    <p:sldLayoutId xmlns:r="http://schemas.openxmlformats.org/officeDocument/2006/relationships" id="2147483657" r:id="R80b7a0f9b7b34d2b"/>
    <p:sldLayoutId xmlns:r="http://schemas.openxmlformats.org/officeDocument/2006/relationships" id="2147483658" r:id="R0cbab76055234cd4"/>
    <p:sldLayoutId xmlns:r="http://schemas.openxmlformats.org/officeDocument/2006/relationships" id="2147483659" r:id="R14d5e38f636d42ae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6B300447-9482-4E20-A602-0867CEA26C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A70C3F69-279F-4C56-865E-902AFFF97D7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B3F51BEE-B20E-4128-8E7F-15FA0A9CFA1D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AFC0758C-6DA7-4126-9522-C0AE5425E61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BAE0C67F-C9B6-476E-AB2E-EFA81056672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1aca41c783574e77"/>
    <p:sldLayoutId xmlns:r="http://schemas.openxmlformats.org/officeDocument/2006/relationships" id="2147483662" r:id="R118c0d5ba8ee4d24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FA871021-6CA8-4AE4-9617-5AC7FE87E8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0FC16CAE-E13C-4168-A266-CBB0C41644C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DD7E91A6-E86B-4E47-81E8-BD62FA0FAEF9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AC27DDF9-3F52-4175-B132-BA64BA201D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B06FD601-01F4-4E8D-91A7-747BEC16827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6bc8383365924c22"/>
    <p:sldLayoutId xmlns:r="http://schemas.openxmlformats.org/officeDocument/2006/relationships" id="2147483665" r:id="R47b3b7490ad040d4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60912b8af64156" /><Relationship Type="http://schemas.openxmlformats.org/officeDocument/2006/relationships/notesSlide" Target="/ppt/notesSlides/notesSlide1.xml" Id="Rb8b82a60d104446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7786b33d9cb42d7" /><Relationship Type="http://schemas.openxmlformats.org/officeDocument/2006/relationships/notesSlide" Target="/ppt/notesSlides/notesSlide2.xml" Id="Rd2bc2f986ac1422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1c4eb0cb57d48cd" /><Relationship Type="http://schemas.openxmlformats.org/officeDocument/2006/relationships/notesSlide" Target="/ppt/notesSlides/notesSlide3.xml" Id="R2ba2fbf8d88a4cd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3759d1bf81341a6" /><Relationship Type="http://schemas.openxmlformats.org/officeDocument/2006/relationships/notesSlide" Target="/ppt/notesSlides/notesSlide4.xml" Id="R7980074d6f6d441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d26c9e4cc3e4d24" /><Relationship Type="http://schemas.openxmlformats.org/officeDocument/2006/relationships/notesSlide" Target="/ppt/notesSlides/notesSlide5.xml" Id="R0b16aa179c8a46c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f759d7fb7d4417" /><Relationship Type="http://schemas.openxmlformats.org/officeDocument/2006/relationships/notesSlide" Target="/ppt/notesSlides/notesSlide6.xml" Id="R015384d55f6f47e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B4DADB11-3D46-4C72-904F-829D8F93B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5" name="标题 8">
            <a:extLst xmlns:a="http://schemas.openxmlformats.org/drawingml/2006/main">
              <a:ext uri="{FF2B5EF4-FFF2-40B4-BE49-F238E27FC236}">
                <a16:creationId xmlns:a16="http://schemas.microsoft.com/office/drawing/2014/main" id="{51C48368-0680-49C7-B494-85B1A7181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810000"/>
            <a:ext cx="7620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10000"/>
              </a:lnSpc>
              <a:spcBef>
                <a:spcPts val="0"/>
              </a:spcBef>
              <a:buNone/>
              <a:defRPr sz="2250">
                <a:latin typeface="HYWenRunSongYun U"/>
                <a:ea typeface="HYWenRunSongYun U"/>
                <a:cs typeface="HYWenRunSongYun U"/>
              </a:defRPr>
            </a:pPr>
            <a:r>
              <a:rPr sz="2800" i="0" u="none" cap="none">
                <a:ln>
                  <a:noFill/>
                </a:ln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汇报人：魏鹏宇</a:t>
            </a:r>
          </a:p>
        </p:txBody>
      </p:sp>
      <p:sp>
        <p:nvSpPr>
          <p:cNvPr id="17" name="标题 8">
            <a:extLst xmlns:a="http://schemas.openxmlformats.org/drawingml/2006/main">
              <a:ext uri="{FF2B5EF4-FFF2-40B4-BE49-F238E27FC236}">
                <a16:creationId xmlns:a16="http://schemas.microsoft.com/office/drawing/2014/main" id="{784EB4F1-2341-403E-9D97-D5FA27989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219700"/>
            <a:ext cx="4762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2400" spc="300"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2026.07.20</a:t>
            </a:r>
            <a:endParaRPr sz="2400" spc="300">
              <a:solidFill>
                <a:schemeClr val="tx1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1C4BA5F0-AD75-446D-95C3-688F97C43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02CFEE16-EA49-4C19-B565-8FC809D89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5" y="1887474"/>
            <a:ext cx="11932063" cy="16135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25000"/>
              </a:lnSpc>
              <a:spcBef>
                <a:spcPts val="0"/>
              </a:spcBef>
              <a:buNone/>
              <a:defRPr sz="4800">
                <a:latin typeface="HYWenRunSongYun U"/>
                <a:ea typeface="HYWenRunSongYun U"/>
                <a:cs typeface="HYWenRunSongYun U"/>
              </a:defRPr>
            </a:pPr>
            <a:r>
              <a:rPr sz="4800" i="0" u="none" cap="none" spc="0">
                <a:ln>
                  <a:noFill/>
                </a:ln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PPagenT 产品叙事：
把 PPT 生成变成可靠的生产过程</a:t>
            </a:r>
          </a:p>
        </p:txBody>
      </p:sp>
    </p:spTree>
    <p:extLst>
      <p:ext uri="{BB962C8B-B14F-4D97-AF65-F5344CB8AC3E}">
        <p14:creationId xmlns:p14="http://schemas.microsoft.com/office/powerpoint/2010/main" val="51274071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A542399B-F72C-D38B-F936-651F0527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目录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4C3B1095-FE94-AC4D-7BAA-B4E29920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952625"/>
            <a:ext cx="9620250" cy="3333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1. 问题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2. 选择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3. 收束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3208921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做 PPT，真正昂贵的不是“画”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观点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1143C8B1-7625-466D-8CDF-953DE5540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primary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41E201FE-49C1-4128-9742-4676ACE70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2049780"/>
            <a:ext cx="5572125" cy="3561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composition-suppor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64CB4112-7841-43A3-996F-FBD83D6DC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3310" y="1956054"/>
            <a:ext cx="3789045" cy="3749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composition-primary|role=accent">
            <a:extLst xmlns:a="http://schemas.openxmlformats.org/drawingml/2006/main">
              <a:ext uri="{FF2B5EF4-FFF2-40B4-BE49-F238E27FC236}">
                <a16:creationId xmlns:a16="http://schemas.microsoft.com/office/drawing/2014/main" id="{7ECE5FEF-28FD-451E-AEF6-D761B052D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2049780"/>
            <a:ext cx="66675" cy="35615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PAGENT_QA|within=composition-primary|role=eyebrow">
            <a:extLst xmlns:a="http://schemas.openxmlformats.org/drawingml/2006/main">
              <a:ext uri="{FF2B5EF4-FFF2-40B4-BE49-F238E27FC236}">
                <a16:creationId xmlns:a16="http://schemas.microsoft.com/office/drawing/2014/main" id="{4288F1CD-1E9B-4E25-A3AE-40980E8FA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" y="2087880"/>
            <a:ext cx="52482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核心能力</a:t>
            </a:r>
          </a:p>
        </p:txBody>
      </p:sp>
      <p:sp>
        <p:nvSpPr>
          <p:cNvPr id="19" name="PPAGENT_QA|within=composition-primary|role=title">
            <a:extLst xmlns:a="http://schemas.openxmlformats.org/drawingml/2006/main">
              <a:ext uri="{FF2B5EF4-FFF2-40B4-BE49-F238E27FC236}">
                <a16:creationId xmlns:a16="http://schemas.microsoft.com/office/drawing/2014/main" id="{73CDD6DC-F9F2-4456-9DCB-2C25D6691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" y="2449830"/>
            <a:ext cx="52482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动手之前就要反复判断</a:t>
            </a:r>
          </a:p>
        </p:txBody>
      </p:sp>
      <p:sp>
        <p:nvSpPr>
          <p:cNvPr id="20" name="PPAGENT_QA|within=composition-primary|role=body">
            <a:extLst xmlns:a="http://schemas.openxmlformats.org/drawingml/2006/main">
              <a:ext uri="{FF2B5EF4-FFF2-40B4-BE49-F238E27FC236}">
                <a16:creationId xmlns:a16="http://schemas.microsoft.com/office/drawing/2014/main" id="{BB898CC0-424F-4B14-A067-245EFB9C0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" y="3859530"/>
            <a:ext cx="5248275" cy="16756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认真完成一套汇报演示，需要判断如何讲、如何拆页、哪些</a:t>
            </a:r>
          </a:p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观点并列或递进，以及哪里应该用图、哪里应该用文字。</a:t>
            </a:r>
          </a:p>
        </p:txBody>
      </p:sp>
      <p:sp>
        <p:nvSpPr>
          <p:cNvPr id="21" name="PPAGENT_QA|within=composition-support|role=index-0">
            <a:extLst xmlns:a="http://schemas.openxmlformats.org/drawingml/2006/main">
              <a:ext uri="{FF2B5EF4-FFF2-40B4-BE49-F238E27FC236}">
                <a16:creationId xmlns:a16="http://schemas.microsoft.com/office/drawing/2014/main" id="{03AFEF93-764A-4396-A54C-B002E1B25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3310" y="1965579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2" name="PPAGENT_QA|within=composition-support|role=title-0">
            <a:extLst xmlns:a="http://schemas.openxmlformats.org/drawingml/2006/main">
              <a:ext uri="{FF2B5EF4-FFF2-40B4-BE49-F238E27FC236}">
                <a16:creationId xmlns:a16="http://schemas.microsoft.com/office/drawing/2014/main" id="{3FC77A2E-2E69-4036-A689-1B1CDE003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010" y="1956054"/>
            <a:ext cx="314134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时间花在判断上，而不是画面上</a:t>
            </a:r>
          </a:p>
        </p:txBody>
      </p:sp>
      <p:sp>
        <p:nvSpPr>
          <p:cNvPr id="23" name="PPAGENT_QA|within=composition-support|role=body-0">
            <a:extLst xmlns:a="http://schemas.openxmlformats.org/drawingml/2006/main">
              <a:ext uri="{FF2B5EF4-FFF2-40B4-BE49-F238E27FC236}">
                <a16:creationId xmlns:a16="http://schemas.microsoft.com/office/drawing/2014/main" id="{4A078DDB-D2F6-4746-A47C-E6E6CB21A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010" y="2375154"/>
            <a:ext cx="3141345" cy="3329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真正费时间的是这些反复发生的判断。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PPagenT 选择的是概率最大的需求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观点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1143C8B1-7625-466D-8CDF-953DE5540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02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composition-dual-divider">
            <a:extLst xmlns:a="http://schemas.openxmlformats.org/drawingml/2006/main">
              <a:ext uri="{FF2B5EF4-FFF2-40B4-BE49-F238E27FC236}">
                <a16:creationId xmlns:a16="http://schemas.microsoft.com/office/drawing/2014/main" id="{86F01EFC-49CD-47D1-895C-D8D540751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81200"/>
            <a:ext cx="1905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composition-dual-0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06C484AD-01FB-47A8-B50A-AF29FB5C8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1956054"/>
            <a:ext cx="4457700" cy="3842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composition-dual-0|role=index">
            <a:extLst xmlns:a="http://schemas.openxmlformats.org/drawingml/2006/main">
              <a:ext uri="{FF2B5EF4-FFF2-40B4-BE49-F238E27FC236}">
                <a16:creationId xmlns:a16="http://schemas.microsoft.com/office/drawing/2014/main" id="{F576B083-2709-43C8-AE6A-829383FC0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1956054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8" name="PPAGENT_QA|within=composition-dual-0|role=title">
            <a:extLst xmlns:a="http://schemas.openxmlformats.org/drawingml/2006/main">
              <a:ext uri="{FF2B5EF4-FFF2-40B4-BE49-F238E27FC236}">
                <a16:creationId xmlns:a16="http://schemas.microsoft.com/office/drawing/2014/main" id="{C59C8BA8-48B9-4CF8-9FB1-8D00659CE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2451354"/>
            <a:ext cx="4457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更多需求来自工作型 PPT</a:t>
            </a:r>
          </a:p>
        </p:txBody>
      </p:sp>
      <p:sp>
        <p:nvSpPr>
          <p:cNvPr id="19" name="PPAGENT_QA|within=composition-dual-0|role=accent">
            <a:extLst xmlns:a="http://schemas.openxmlformats.org/drawingml/2006/main">
              <a:ext uri="{FF2B5EF4-FFF2-40B4-BE49-F238E27FC236}">
                <a16:creationId xmlns:a16="http://schemas.microsoft.com/office/drawing/2014/main" id="{38BFBF46-7811-42A2-B9A8-B80CF2101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3480054"/>
            <a:ext cx="1693926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PAGENT_QA|within=composition-dual-0|role=body">
            <a:extLst xmlns:a="http://schemas.openxmlformats.org/drawingml/2006/main">
              <a:ext uri="{FF2B5EF4-FFF2-40B4-BE49-F238E27FC236}">
                <a16:creationId xmlns:a16="http://schemas.microsoft.com/office/drawing/2014/main" id="{DA7D38B7-1EC1-4B5C-ABF1-916A84407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3765804"/>
            <a:ext cx="4457700" cy="1937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更多需求位于学校、科研院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所和普通组织的工作型 PPT。</a:t>
            </a:r>
          </a:p>
        </p:txBody>
      </p:sp>
      <p:sp>
        <p:nvSpPr>
          <p:cNvPr id="21" name="PPAGENT_QA|parent=composition-dual-1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BFA05285-29B6-4748-9FD1-5728B889D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1956054"/>
            <a:ext cx="4457700" cy="3842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PPAGENT_QA|within=composition-dual-1|role=index">
            <a:extLst xmlns:a="http://schemas.openxmlformats.org/drawingml/2006/main">
              <a:ext uri="{FF2B5EF4-FFF2-40B4-BE49-F238E27FC236}">
                <a16:creationId xmlns:a16="http://schemas.microsoft.com/office/drawing/2014/main" id="{DABC430F-E3FC-40AC-89B6-3DC086EB5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1956054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3" name="PPAGENT_QA|within=composition-dual-1|role=title">
            <a:extLst xmlns:a="http://schemas.openxmlformats.org/drawingml/2006/main">
              <a:ext uri="{FF2B5EF4-FFF2-40B4-BE49-F238E27FC236}">
                <a16:creationId xmlns:a16="http://schemas.microsoft.com/office/drawing/2014/main" id="{6D0D0C9B-6533-4708-A1F2-6505C8C35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2451354"/>
            <a:ext cx="4457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工作型 PPT 的可用要求</a:t>
            </a:r>
          </a:p>
        </p:txBody>
      </p:sp>
      <p:sp>
        <p:nvSpPr>
          <p:cNvPr id="24" name="PPAGENT_QA|within=composition-dual-1|role=accent">
            <a:extLst xmlns:a="http://schemas.openxmlformats.org/drawingml/2006/main">
              <a:ext uri="{FF2B5EF4-FFF2-40B4-BE49-F238E27FC236}">
                <a16:creationId xmlns:a16="http://schemas.microsoft.com/office/drawing/2014/main" id="{DA97CBEE-83C2-4842-AC29-3D49F8A3E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3480054"/>
            <a:ext cx="1693926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PAGENT_QA|within=composition-dual-1|role=body">
            <a:extLst xmlns:a="http://schemas.openxmlformats.org/drawingml/2006/main">
              <a:ext uri="{FF2B5EF4-FFF2-40B4-BE49-F238E27FC236}">
                <a16:creationId xmlns:a16="http://schemas.microsoft.com/office/drawing/2014/main" id="{D9889A35-8CC9-499B-A62C-CA0B279D1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3765804"/>
            <a:ext cx="4457700" cy="1937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需要快速把稿件变成结构清楚、视觉体面、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符合组织规范且可以继续修改的演示文稿：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结构清楚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视觉体面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符合组织规范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可以继续修改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稳定跨过可用线，比偶然惊艳更重要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观点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1143C8B1-7625-466D-8CDF-953DE5540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primary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41D1EC45-2BB3-4368-A885-5ECFF7C2F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2049780"/>
            <a:ext cx="5572125" cy="3561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composition-suppor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D67B5631-B430-40AA-815B-DA7D094CF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3310" y="1956054"/>
            <a:ext cx="3789045" cy="3749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composition-primary|role=accent">
            <a:extLst xmlns:a="http://schemas.openxmlformats.org/drawingml/2006/main">
              <a:ext uri="{FF2B5EF4-FFF2-40B4-BE49-F238E27FC236}">
                <a16:creationId xmlns:a16="http://schemas.microsoft.com/office/drawing/2014/main" id="{A3397F0D-A8CC-43BF-A91E-0F9BFA788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2049780"/>
            <a:ext cx="66675" cy="35615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PAGENT_QA|within=composition-primary|role=eyebrow">
            <a:extLst xmlns:a="http://schemas.openxmlformats.org/drawingml/2006/main">
              <a:ext uri="{FF2B5EF4-FFF2-40B4-BE49-F238E27FC236}">
                <a16:creationId xmlns:a16="http://schemas.microsoft.com/office/drawing/2014/main" id="{7EF95015-FAE0-4302-B8C3-00C02561F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" y="2087880"/>
            <a:ext cx="52482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核心能力</a:t>
            </a:r>
          </a:p>
        </p:txBody>
      </p:sp>
      <p:sp>
        <p:nvSpPr>
          <p:cNvPr id="19" name="PPAGENT_QA|within=composition-primary|role=title">
            <a:extLst xmlns:a="http://schemas.openxmlformats.org/drawingml/2006/main">
              <a:ext uri="{FF2B5EF4-FFF2-40B4-BE49-F238E27FC236}">
                <a16:creationId xmlns:a16="http://schemas.microsoft.com/office/drawing/2014/main" id="{F65583DC-9168-4DA5-90B0-381716B3E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" y="2449830"/>
            <a:ext cx="52482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追求的是可用概率</a:t>
            </a:r>
          </a:p>
        </p:txBody>
      </p:sp>
      <p:sp>
        <p:nvSpPr>
          <p:cNvPr id="20" name="PPAGENT_QA|within=composition-primary|role=body">
            <a:extLst xmlns:a="http://schemas.openxmlformats.org/drawingml/2006/main">
              <a:ext uri="{FF2B5EF4-FFF2-40B4-BE49-F238E27FC236}">
                <a16:creationId xmlns:a16="http://schemas.microsoft.com/office/drawing/2014/main" id="{C3DA1459-440C-4200-AB7D-F0E75B392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" y="3859530"/>
            <a:ext cx="5248275" cy="16756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PPagenT 不追求偶尔惊艳，而是提高</a:t>
            </a:r>
          </a:p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随机工作稿达到可用标准的概率。</a:t>
            </a:r>
          </a:p>
        </p:txBody>
      </p:sp>
      <p:sp>
        <p:nvSpPr>
          <p:cNvPr id="21" name="PPAGENT_QA|within=composition-support|role=index-0">
            <a:extLst xmlns:a="http://schemas.openxmlformats.org/drawingml/2006/main">
              <a:ext uri="{FF2B5EF4-FFF2-40B4-BE49-F238E27FC236}">
                <a16:creationId xmlns:a16="http://schemas.microsoft.com/office/drawing/2014/main" id="{CFB9854B-6036-44B9-AE6E-31D231B80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3310" y="1965579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2" name="PPAGENT_QA|within=composition-support|role=title-0">
            <a:extLst xmlns:a="http://schemas.openxmlformats.org/drawingml/2006/main">
              <a:ext uri="{FF2B5EF4-FFF2-40B4-BE49-F238E27FC236}">
                <a16:creationId xmlns:a16="http://schemas.microsoft.com/office/drawing/2014/main" id="{405E7977-CFD8-4191-8E8B-1BFD3D395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010" y="1956054"/>
            <a:ext cx="314134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稳定优于偶然</a:t>
            </a:r>
          </a:p>
        </p:txBody>
      </p:sp>
      <p:sp>
        <p:nvSpPr>
          <p:cNvPr id="23" name="PPAGENT_QA|within=composition-support|role=body-0">
            <a:extLst xmlns:a="http://schemas.openxmlformats.org/drawingml/2006/main">
              <a:ext uri="{FF2B5EF4-FFF2-40B4-BE49-F238E27FC236}">
                <a16:creationId xmlns:a16="http://schemas.microsoft.com/office/drawing/2014/main" id="{4BFA8719-6308-4C51-A783-210A6A8B3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010" y="2375154"/>
            <a:ext cx="3141345" cy="3329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对工作来说，稳定的 80 分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往往比随机的 95 分更有价值。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E7535778-7BC5-C537-427C-FEF98ED8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5CACAECB-F002-44E6-85A7-13C7C18B8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DA4F7B36-DC52-716A-DEF7-753169A8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1139190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25000"/>
              </a:lnSpc>
              <a:spcBef>
                <a:spcPts val="0"/>
              </a:spcBef>
              <a:buNone/>
              <a:defRPr sz="3000">
                <a:latin typeface="HYWenRunSongYun U"/>
                <a:ea typeface="HYWenRunSongYun U"/>
                <a:cs typeface="HYWenRunSongYun U"/>
              </a:defRPr>
            </a:pPr>
            <a:r>
              <a:rPr sz="3000" i="0" u="none" cap="none" spc="0">
                <a:ln>
                  <a:noFill/>
                </a:ln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感谢聆听
敬请批评指正</a:t>
            </a:r>
          </a:p>
        </p:txBody>
      </p:sp>
    </p:spTree>
    <p:extLst>
      <p:ext uri="{BB962C8B-B14F-4D97-AF65-F5344CB8AC3E}">
        <p14:creationId xmlns:p14="http://schemas.microsoft.com/office/powerpoint/2010/main" val="120291939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2026-09-04T11:21:30.3540000Z</dcterms:created>
  <dcterms:modified xsi:type="dcterms:W3CDTF">2026-09-04T11:21:30.3540000Z</dcterms:modified>
</coreProperties>
</file>