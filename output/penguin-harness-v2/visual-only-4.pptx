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a00c17a89845f8" /><Relationship Type="http://schemas.openxmlformats.org/officeDocument/2006/relationships/extended-properties" Target="/docProps/app.xml" Id="Rf32bb4c5612e440e" /><Relationship Type="http://schemas.openxmlformats.org/officeDocument/2006/relationships/officeDocument" Target="/ppt/presentation.xml" Id="R2d379fc3493645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a7964fd56e49b1"/>
    <p:sldMasterId xmlns:r="http://schemas.openxmlformats.org/officeDocument/2006/relationships" id="2147483660" r:id="Rcf554098c6554775"/>
    <p:sldMasterId xmlns:r="http://schemas.openxmlformats.org/officeDocument/2006/relationships" id="2147483663" r:id="R69cdaed3fe0b4421"/>
  </p:sldMasterIdLst>
  <p:notesMasterIdLst>
    <p:notesMasterId xmlns:r="http://schemas.openxmlformats.org/officeDocument/2006/relationships" r:id="R9a5bbc9113d84512"/>
  </p:notesMasterIdLst>
  <p:sldIdLst>
    <p:sldId xmlns:r="http://schemas.openxmlformats.org/officeDocument/2006/relationships" id="256" r:id="Rb32d814d72a14021"/>
    <p:sldId xmlns:r="http://schemas.openxmlformats.org/officeDocument/2006/relationships" id="257" r:id="R39cf44c3249d4717"/>
    <p:sldId xmlns:r="http://schemas.openxmlformats.org/officeDocument/2006/relationships" id="258" r:id="R666e824da00d463b"/>
    <p:sldId xmlns:r="http://schemas.openxmlformats.org/officeDocument/2006/relationships" id="259" r:id="R05ef2558dccb49b8"/>
    <p:sldId xmlns:r="http://schemas.openxmlformats.org/officeDocument/2006/relationships" id="260" r:id="Rc43b64ef1e074993"/>
    <p:sldId xmlns:r="http://schemas.openxmlformats.org/officeDocument/2006/relationships" id="261" r:id="Rf6ff895efcad4828"/>
    <p:sldId xmlns:r="http://schemas.openxmlformats.org/officeDocument/2006/relationships" id="262" r:id="R2c076898327d4a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95fdba4f784cf8" /><Relationship Type="http://schemas.openxmlformats.org/officeDocument/2006/relationships/slideMaster" Target="/ppt/slideMasters/slideMaster1.xml" Id="R9aa7964fd56e49b1" /><Relationship Type="http://schemas.openxmlformats.org/officeDocument/2006/relationships/slideMaster" Target="/ppt/slideMasters/slideMaster2.xml" Id="Rcf554098c6554775" /><Relationship Type="http://schemas.openxmlformats.org/officeDocument/2006/relationships/slideMaster" Target="/ppt/slideMasters/slideMaster3.xml" Id="R69cdaed3fe0b4421" /><Relationship Type="http://schemas.openxmlformats.org/officeDocument/2006/relationships/notesMaster" Target="/ppt/notesMasters/notesMaster1.xml" Id="R9a5bbc9113d84512" /><Relationship Type="http://schemas.openxmlformats.org/officeDocument/2006/relationships/presProps" Target="/ppt/presProps.xml" Id="R5ecbad322f644c21" /><Relationship Type="http://schemas.openxmlformats.org/officeDocument/2006/relationships/viewProps" Target="/ppt/viewProps.xml" Id="R466e85bcb792490b" /><Relationship Type="http://schemas.openxmlformats.org/officeDocument/2006/relationships/tableStyles" Target="/ppt/tableStyles.xml" Id="R23a30b3e440d4399" /><Relationship Type="http://schemas.openxmlformats.org/officeDocument/2006/relationships/slide" Target="/ppt/slides/slide1.xml" Id="Rb32d814d72a14021" /><Relationship Type="http://schemas.openxmlformats.org/officeDocument/2006/relationships/slide" Target="/ppt/slides/slide2.xml" Id="R39cf44c3249d4717" /><Relationship Type="http://schemas.openxmlformats.org/officeDocument/2006/relationships/slide" Target="/ppt/slides/slide3.xml" Id="R666e824da00d463b" /><Relationship Type="http://schemas.openxmlformats.org/officeDocument/2006/relationships/slide" Target="/ppt/slides/slide4.xml" Id="R05ef2558dccb49b8" /><Relationship Type="http://schemas.openxmlformats.org/officeDocument/2006/relationships/slide" Target="/ppt/slides/slide5.xml" Id="Rc43b64ef1e074993" /><Relationship Type="http://schemas.openxmlformats.org/officeDocument/2006/relationships/slide" Target="/ppt/slides/slide6.xml" Id="Rf6ff895efcad4828" /><Relationship Type="http://schemas.openxmlformats.org/officeDocument/2006/relationships/slide" Target="/ppt/slides/slide7.xml" Id="R2c076898327d4a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4dcc19e208145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53c1524c4d444f" /><Relationship Type="http://schemas.openxmlformats.org/officeDocument/2006/relationships/notesMaster" Target="/ppt/notesMasters/notesMaster1.xml" Id="R5d3806aaad0e46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1670e1927843e3" /><Relationship Type="http://schemas.openxmlformats.org/officeDocument/2006/relationships/notesMaster" Target="/ppt/notesMasters/notesMaster1.xml" Id="R0006e6d4fb664d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7ddae243254e88" /><Relationship Type="http://schemas.openxmlformats.org/officeDocument/2006/relationships/notesMaster" Target="/ppt/notesMasters/notesMaster1.xml" Id="R6b78e46ac34244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96f0d3ef38425d" /><Relationship Type="http://schemas.openxmlformats.org/officeDocument/2006/relationships/notesMaster" Target="/ppt/notesMasters/notesMaster1.xml" Id="Ra16387310cfc47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376e8ba5c7487b" /><Relationship Type="http://schemas.openxmlformats.org/officeDocument/2006/relationships/notesMaster" Target="/ppt/notesMasters/notesMaster1.xml" Id="Rbd596aa92ced48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0c09005278402e" /><Relationship Type="http://schemas.openxmlformats.org/officeDocument/2006/relationships/notesMaster" Target="/ppt/notesMasters/notesMaster1.xml" Id="R1aadf6d4488e42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4c8d5c3a5b40c9" /><Relationship Type="http://schemas.openxmlformats.org/officeDocument/2006/relationships/notesMaster" Target="/ppt/notesMasters/notesMaster1.xml" Id="Rcabc9916c6ab4d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内容：.tmp/penguin-harness-v2/short-manuscript.md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内容：.tmp/penguin-harness-v2/short-manuscript.md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内容：.tmp/penguin-harness-v2/short-manuscript.md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PPagenT：page-01-intent → northeastern-university-body-001</a:t>
            </a:r>
            <a:endParaRPr/>
          </a:p>
          <a:p xmlns:a="http://schemas.openxmlformats.org/drawingml/2006/main">
            <a:r>
              <a:t>- 整页编排：editorial-single-focus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内容：.tmp/penguin-harness-v2/short-manuscript.md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PPagenT：page-02-intent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内容：.tmp/penguin-harness-v2/short-manuscript.md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PPagenT：page-03-intent → northeastern-university-body-001</a:t>
            </a:r>
            <a:endParaRPr/>
          </a:p>
          <a:p xmlns:a="http://schemas.openxmlformats.org/drawingml/2006/main">
            <a:r>
              <a:t>- 整页编排：editorial-focus-reverse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内容：.tmp/penguin-harness-v2/short-manuscript.md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PPagenT：page-04-intent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内容：.tmp/penguin-harness-v2/short-manuscript.md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3be532a41e4c68" /><Relationship Type="http://schemas.openxmlformats.org/officeDocument/2006/relationships/image" Target="/ppt/media/image.jpeg" Id="Rfda691de8fd64b06" /><Relationship Type="http://schemas.openxmlformats.org/officeDocument/2006/relationships/image" Target="/ppt/media/image.png" Id="R13a7cea8d89c48d6" /><Relationship Type="http://schemas.openxmlformats.org/officeDocument/2006/relationships/image" Target="/ppt/media/image2.png" Id="Rc58db8a338d84ec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99c91507e049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2fb9dfc8043de" /><Relationship Type="http://schemas.openxmlformats.org/officeDocument/2006/relationships/image" Target="/ppt/media/image3.png" Id="R5c40ad3c19ef4d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f73a2ee61d48e8" /><Relationship Type="http://schemas.openxmlformats.org/officeDocument/2006/relationships/image" Target="/ppt/media/image4.png" Id="Rf288fba63ed845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3e4740d6b4d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1f315dd99a4c8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650b6cd7c7468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3070d5ca214cd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ebbfc843244c8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5bc18c5e1418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d8fcd0bac44f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826e3eddafb491d" /><Relationship Type="http://schemas.openxmlformats.org/officeDocument/2006/relationships/image" Target="/ppt/media/image5.png" Id="R7ffe36e257a84a0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0895f44ba64ee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b3c1d0958c34beb" /><Relationship Type="http://schemas.openxmlformats.org/officeDocument/2006/relationships/image" Target="/ppt/media/image5.png" Id="R71e36076aaa7414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a04008c7d84433f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691de8fd64b06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7cea8d89c48d6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db8a338d84e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DD8E7930-9C87-412E-BB38-DC5C2E6E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0ad3c19ef4d81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C7E5CA6A-9A5D-4E26-97E0-56DBADF2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606E004-380D-4702-BED7-733C7878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2EEBD83E-5DC7-43C7-828E-CDB1F4AF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1A70E069-A356-4103-B4D9-60C28590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8fba63ed84509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B2952C0F-228D-4EB9-99C5-EB312BB5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D916F1BB-234B-4E11-B9BA-DBF8E139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C34CA2C-2E15-40D5-8DD1-E581EC8629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8ABEB96-F6AB-447D-9B59-48944BE388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3A144-8A41-4335-8841-B4EE1AB7C69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ACCA8E2-53E0-45A1-B036-67F08F3F92E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E8587018-F8AF-4344-9628-6FAE87DFBF3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AB359916-CD8F-49F0-B3A9-A5A414F4D7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AA07D8F-E3CC-4F99-8FFF-1B8F464279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0BC6B3D-F726-40CC-A032-31D5EC82B7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AA36406-F1D8-43E3-B8D2-439495E762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283F9E7-23AC-45CE-A13C-806302C2F8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7698A6B-D24F-4D46-94BA-BDD08A2E79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362A627-9047-4C3B-BE90-A1380674D7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6C39051-C2F9-4D50-8C83-92901ADB1D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B7B3B2E-B1CD-4CA7-AA07-2AB9893B05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3F5A0ED-A390-4AF6-93F2-073E15D6EB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3CBF7C2-A63C-4C60-8BD6-62FF946D3A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485B2DC-0D0C-4ADB-B332-08BA1968A3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B417753-9E3E-4A55-9161-D9D5D89D9B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BD9C62C-96AA-477F-BBF1-695B5F6D11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3605E68-8214-4B64-8483-D61C4E4F62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4C682D4-81C9-414C-BD35-C18BCAAE33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BF963DF-4043-43C4-A097-F0D2E90321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2D4FD9D-21AF-45AC-B306-A18FC839158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B5CC6C0-BBA0-41D1-87AF-9E71FFF323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8417650-DB9B-4417-AEEE-D8C98F641A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35B1F1C-8B69-4C01-AE86-8354224FC5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9FF1304-BA35-42B8-8054-0A5D761F54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A84C762-67FB-463E-A64E-ED72B6B8AB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069A8423-796B-4063-8976-896CD3CD6E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7F12E72-C67D-4E37-A324-E8590AD0E5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80BEE31-FCC1-48C2-891A-C08CD0277F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600DD26-EA02-4F14-974F-B2CA05B1F9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44A6A316-9351-4B92-8D30-ABD92F126B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C268714-7EC4-40FD-AE33-B269DAD6F2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08C662-379E-4529-A97F-06495D7700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91678E3-A495-47F7-8013-15C0ACD536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D19D70E-5213-4BDD-88EB-5981CF2F02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e36e257a84a0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ACCA40D-5101-47B5-8EFE-EAF19DB9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068F231-5706-476A-816D-EFB08971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58FA503-35E5-403C-AA3F-A4913B6C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01A3D0B-2FB4-4F96-856D-3C3BDAEB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36076aaa7414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1F67885-88C6-4EC6-83FD-E735375C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F6839AF-1686-4DC2-9E4A-71023BC1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CE5364A2-9200-49B1-A048-B5773DFD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3298CE0-11F1-4E12-86A0-506EF5E3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1f8af4890642f0" /><Relationship Type="http://schemas.openxmlformats.org/officeDocument/2006/relationships/slideLayout" Target="/ppt/slideLayouts/slideLayout1.xml" Id="R0e672ccffeb34276" /><Relationship Type="http://schemas.openxmlformats.org/officeDocument/2006/relationships/slideLayout" Target="/ppt/slideLayouts/slideLayout2.xml" Id="R6cc0477ce87b4e71" /><Relationship Type="http://schemas.openxmlformats.org/officeDocument/2006/relationships/slideLayout" Target="/ppt/slideLayouts/slideLayout3.xml" Id="Rf46d2ab3f2b74e6d" /><Relationship Type="http://schemas.openxmlformats.org/officeDocument/2006/relationships/slideLayout" Target="/ppt/slideLayouts/slideLayout4.xml" Id="R276bd3ea6263427a" /><Relationship Type="http://schemas.openxmlformats.org/officeDocument/2006/relationships/slideLayout" Target="/ppt/slideLayouts/slideLayout5.xml" Id="R589d6fb2da8c4548" /><Relationship Type="http://schemas.openxmlformats.org/officeDocument/2006/relationships/slideLayout" Target="/ppt/slideLayouts/slideLayout6.xml" Id="R63d64fbebc3549d2" /><Relationship Type="http://schemas.openxmlformats.org/officeDocument/2006/relationships/slideLayout" Target="/ppt/slideLayouts/slideLayout7.xml" Id="R18eb0b4c1e474a64" /><Relationship Type="http://schemas.openxmlformats.org/officeDocument/2006/relationships/slideLayout" Target="/ppt/slideLayouts/slideLayout8.xml" Id="Re5919229d58b436a" /><Relationship Type="http://schemas.openxmlformats.org/officeDocument/2006/relationships/slideLayout" Target="/ppt/slideLayouts/slideLayout9.xml" Id="R7ff7d2f9d87b4bcc" /><Relationship Type="http://schemas.openxmlformats.org/officeDocument/2006/relationships/slideLayout" Target="/ppt/slideLayouts/slideLayout10.xml" Id="Re8d06ed4f65140ee" /><Relationship Type="http://schemas.openxmlformats.org/officeDocument/2006/relationships/slideLayout" Target="/ppt/slideLayouts/slideLayout11.xml" Id="R9d552e0cfc15401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c4e8bab7020469e" /><Relationship Type="http://schemas.openxmlformats.org/officeDocument/2006/relationships/slideLayout" Target="/ppt/slideLayouts/slideLayout12.xml" Id="Rae3893abd0104134" /><Relationship Type="http://schemas.openxmlformats.org/officeDocument/2006/relationships/slideLayout" Target="/ppt/slideLayouts/slideLayout13.xml" Id="R7d6ed2b06c5c471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40277667d644487b" /><Relationship Type="http://schemas.openxmlformats.org/officeDocument/2006/relationships/slideLayout" Target="/ppt/slideLayouts/slideLayout14.xml" Id="Radff58e8ade64cf4" /><Relationship Type="http://schemas.openxmlformats.org/officeDocument/2006/relationships/slideLayout" Target="/ppt/slideLayouts/slideLayout15.xml" Id="Rff5d51d860114dc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3DE9638-842E-461F-BEFD-010F583E7D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C2EA950-440E-4FD3-BB84-CFC2219D87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8135E8C-DE2B-4179-98DB-601FCD7BBA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E5DA18D-80B3-4E6B-AEFF-9B168A47EFC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BEA00A6-D777-4AB6-BE61-8D85DA02BF1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672ccffeb34276"/>
    <p:sldLayoutId xmlns:r="http://schemas.openxmlformats.org/officeDocument/2006/relationships" id="2147483650" r:id="R6cc0477ce87b4e71"/>
    <p:sldLayoutId xmlns:r="http://schemas.openxmlformats.org/officeDocument/2006/relationships" id="2147483651" r:id="Rf46d2ab3f2b74e6d"/>
    <p:sldLayoutId xmlns:r="http://schemas.openxmlformats.org/officeDocument/2006/relationships" id="2147483652" r:id="R276bd3ea6263427a"/>
    <p:sldLayoutId xmlns:r="http://schemas.openxmlformats.org/officeDocument/2006/relationships" id="2147483653" r:id="R589d6fb2da8c4548"/>
    <p:sldLayoutId xmlns:r="http://schemas.openxmlformats.org/officeDocument/2006/relationships" id="2147483654" r:id="R63d64fbebc3549d2"/>
    <p:sldLayoutId xmlns:r="http://schemas.openxmlformats.org/officeDocument/2006/relationships" id="2147483655" r:id="R18eb0b4c1e474a64"/>
    <p:sldLayoutId xmlns:r="http://schemas.openxmlformats.org/officeDocument/2006/relationships" id="2147483656" r:id="Re5919229d58b436a"/>
    <p:sldLayoutId xmlns:r="http://schemas.openxmlformats.org/officeDocument/2006/relationships" id="2147483657" r:id="R7ff7d2f9d87b4bcc"/>
    <p:sldLayoutId xmlns:r="http://schemas.openxmlformats.org/officeDocument/2006/relationships" id="2147483658" r:id="Re8d06ed4f65140ee"/>
    <p:sldLayoutId xmlns:r="http://schemas.openxmlformats.org/officeDocument/2006/relationships" id="2147483659" r:id="R9d552e0cfc15401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314B90E-BC6E-49A0-88C9-F6A8AC7469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A4FA62C-986F-4784-8F6C-2BE05F0D91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A402D98-B4F4-41C6-9B93-E9EF4DE7A82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D440D3D-6AC8-4049-B04B-C3DF39E275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6D746CC-1A05-46AC-8BA2-80F3E475F7B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e3893abd0104134"/>
    <p:sldLayoutId xmlns:r="http://schemas.openxmlformats.org/officeDocument/2006/relationships" id="2147483662" r:id="R7d6ed2b06c5c471a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01842B3-1926-48DD-82F1-73AAFE4E3A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07DE7AD-5C57-46A6-8BF6-EBA052FC93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66CB580-F25C-4F26-B261-61B5B648884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0363B4B-2DA4-4206-8445-D2832BCE0C3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D00FABF-7411-4766-B0A0-D4312AD073F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adff58e8ade64cf4"/>
    <p:sldLayoutId xmlns:r="http://schemas.openxmlformats.org/officeDocument/2006/relationships" id="2147483665" r:id="Rff5d51d860114dc2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3490214b14daa" /><Relationship Type="http://schemas.openxmlformats.org/officeDocument/2006/relationships/notesSlide" Target="/ppt/notesSlides/notesSlide1.xml" Id="Ref61a1b263ad4f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832e8cefba4fe1" /><Relationship Type="http://schemas.openxmlformats.org/officeDocument/2006/relationships/notesSlide" Target="/ppt/notesSlides/notesSlide2.xml" Id="R7a26f7f44df44d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2fbcf49ebd945ca" /><Relationship Type="http://schemas.openxmlformats.org/officeDocument/2006/relationships/notesSlide" Target="/ppt/notesSlides/notesSlide3.xml" Id="R6030c873242b45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6203659e7b243b5" /><Relationship Type="http://schemas.openxmlformats.org/officeDocument/2006/relationships/notesSlide" Target="/ppt/notesSlides/notesSlide4.xml" Id="R77cb719d319240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23ebf1f90d84a45" /><Relationship Type="http://schemas.openxmlformats.org/officeDocument/2006/relationships/notesSlide" Target="/ppt/notesSlides/notesSlide5.xml" Id="R69f56850642449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0c7739686b442dd" /><Relationship Type="http://schemas.openxmlformats.org/officeDocument/2006/relationships/notesSlide" Target="/ppt/notesSlides/notesSlide6.xml" Id="Rd9ad8bd2446844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c838061da448d" /><Relationship Type="http://schemas.openxmlformats.org/officeDocument/2006/relationships/notesSlide" Target="/ppt/notesSlides/notesSlide7.xml" Id="Rb6745468c50c4d8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A3142D2-B011-48AB-AE84-CACA6618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B535AF01-ED7C-4EC7-87A4-EBECB5AC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1A25244F-A8E0-4915-AD07-57560BDD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EDB36A2D-4F5E-47EB-914F-EBE8DE2A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C824E5A6-0C3F-46E5-A54B-57733078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产品叙事：
把 PPT 生成变成可靠的生产过程</a:t>
            </a:r>
          </a:p>
        </p:txBody>
      </p:sp>
    </p:spTree>
    <p:extLst>
      <p:ext uri="{BB962C8B-B14F-4D97-AF65-F5344CB8AC3E}">
        <p14:creationId xmlns:p14="http://schemas.microsoft.com/office/powerpoint/2010/main" val="4637507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把做 PPT 当作可靠的生产过程来对待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做 PPT 真正昂贵的不是“画”，而是反复发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概率最大的需求是学校、科研院所与普通组织的工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稳定跨过可用线，比偶然惊艳更重要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产品叙事：把 PPT 生成变成可靠的生产过程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F9FE971-F86A-437A-9101-F9BB5943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single-focus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68D7BF3-5977-48DD-A8BB-FEFF0A63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49780"/>
            <a:ext cx="8915400" cy="3655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single-focus|role=accent">
            <a:extLst xmlns:a="http://schemas.openxmlformats.org/drawingml/2006/main">
              <a:ext uri="{FF2B5EF4-FFF2-40B4-BE49-F238E27FC236}">
                <a16:creationId xmlns:a16="http://schemas.microsoft.com/office/drawing/2014/main" id="{6C4C7AE3-BAD8-413C-8CE3-7DA330CA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148" y="2125980"/>
            <a:ext cx="677570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single-focus|role=title">
            <a:extLst xmlns:a="http://schemas.openxmlformats.org/drawingml/2006/main">
              <a:ext uri="{FF2B5EF4-FFF2-40B4-BE49-F238E27FC236}">
                <a16:creationId xmlns:a16="http://schemas.microsoft.com/office/drawing/2014/main" id="{ED2FCE5C-261A-42B8-AF93-969884D9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2230"/>
            <a:ext cx="800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三条主线</a:t>
            </a:r>
          </a:p>
        </p:txBody>
      </p:sp>
      <p:sp>
        <p:nvSpPr>
          <p:cNvPr id="18" name="PPAGENT_QA|within=composition-single-focus|role=body">
            <a:extLst xmlns:a="http://schemas.openxmlformats.org/drawingml/2006/main">
              <a:ext uri="{FF2B5EF4-FFF2-40B4-BE49-F238E27FC236}">
                <a16:creationId xmlns:a16="http://schemas.microsoft.com/office/drawing/2014/main" id="{C38A13E3-B691-4FBE-A2D2-814CF7EC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30905"/>
            <a:ext cx="74676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做 PPT，真正昂贵的不是“画”</a:t>
            </a:r>
          </a:p>
          <a:p xmlns:a="http://schemas.openxmlformats.org/drawingml/2006/main">
            <a:pPr algn="ctr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PPagenT 选择的是概率最大的需求</a:t>
            </a:r>
          </a:p>
          <a:p xmlns:a="http://schemas.openxmlformats.org/drawingml/2006/main">
            <a:pPr algn="ctr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稳定跨过可用线，比偶然惊艳更重要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PPT，真正昂贵的不是“画”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F9FE971-F86A-437A-9101-F9BB5943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43516BC-0063-4AB0-A3C4-15919710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B220D6E-7B84-4B3F-9C9D-A93A1BFB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EADF9687-C931-4254-B4F9-6E310485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249936DB-6323-4EA2-A118-0A3812E3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ED43A152-3CF1-476D-8B69-28050237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反复发生的判断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8E6E4903-B8EA-4B86-9F80-6158A8EA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认真完成一套汇报演示，需要判断：如何讲、如何拆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页、哪些观点并列或递进、哪里用图、哪里用文字。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EA83E33C-4702-465D-9C9F-51F16E0D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B0AB542D-00A5-4D1E-90B8-7B4E635C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真正的成本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88CBA3BF-7DC8-410B-8426-8DA4ABB7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3329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真正费时间的是这些反复发生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的判断，而不是“画”本身。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选择的是概率最大的需求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F9FE971-F86A-437A-9101-F9BB5943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99AEEDD-BBFE-4B09-9E20-107CD1C0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86BEEA5-036F-4BC0-899D-6CD70BAB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BBDF45E4-407F-41A3-90D2-937860AC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257F9569-F80A-45AB-B57F-FED02ECF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B2F52F86-7018-4493-9EDD-84E45D67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成稿标准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93219135-E4F9-4F58-A178-362F9876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结构清楚、视觉体面、符合组织规范、可以继续修改。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A9F732E9-FFFF-4DC5-A43A-18A04978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CECAD3A5-C0EF-42C2-80E7-E9C849FD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需求所在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29E8754F-8773-462C-9B76-4EC7C3CE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2375154"/>
            <a:ext cx="3141345" cy="3329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更多需求位于学校、科研院所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和普通组织的工作型 PPT：把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稿件快速变成可用的演示文稿。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稳定跨过可用线，比偶然惊艳更重要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F9FE971-F86A-437A-9101-F9BB5943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A49C60E-FD81-4A00-B02C-919C994A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7B22C47-E7DB-4C34-B568-8FDDEED8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42D86EB3-7318-4877-8019-D6893F29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CF9A0E3C-BE0A-4E0C-9FA5-04A82B1B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F81C9FF5-BA9B-4423-933B-7FDA10D7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产品标准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D737C19F-BE24-4245-B149-C097AE85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PPagenT 不追求偶尔惊艳，而是提高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随机工作稿达到可用标准的概率。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BE24E165-BEF3-4093-8EDB-2B4D215C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75C48FD3-B885-4ED6-8A26-35C1D45A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价值排序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CA164D65-E24F-44C1-BCA7-67B11656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3329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对工作来说，稳定的 80 分，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往往比随机的 95 分更有价值。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C10A32AC-8225-48D1-BFFC-CC8F084D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感谢聆听
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2026-09-04T11:14:54.4470000Z</dcterms:created>
  <dcterms:modified xsi:type="dcterms:W3CDTF">2026-09-04T11:14:54.4470000Z</dcterms:modified>
</coreProperties>
</file>