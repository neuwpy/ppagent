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294288a9c140d8" /><Relationship Type="http://schemas.openxmlformats.org/officeDocument/2006/relationships/extended-properties" Target="/docProps/app.xml" Id="Re38d16168aad4566" /><Relationship Type="http://schemas.openxmlformats.org/officeDocument/2006/relationships/officeDocument" Target="/ppt/presentation.xml" Id="Rc4dcbdac567d46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1a7e83d61d4261"/>
    <p:sldMasterId xmlns:r="http://schemas.openxmlformats.org/officeDocument/2006/relationships" id="2147483660" r:id="R0cb2422eafcd45d6"/>
    <p:sldMasterId xmlns:r="http://schemas.openxmlformats.org/officeDocument/2006/relationships" id="2147483663" r:id="R002e14a04a2f4fa8"/>
  </p:sldMasterIdLst>
  <p:notesMasterIdLst>
    <p:notesMasterId xmlns:r="http://schemas.openxmlformats.org/officeDocument/2006/relationships" r:id="R4c48e92ca2104ec5"/>
  </p:notesMasterIdLst>
  <p:sldIdLst>
    <p:sldId xmlns:r="http://schemas.openxmlformats.org/officeDocument/2006/relationships" id="256" r:id="R05c28b725a0d4d3c"/>
    <p:sldId xmlns:r="http://schemas.openxmlformats.org/officeDocument/2006/relationships" id="257" r:id="Re2b564932a524b88"/>
    <p:sldId xmlns:r="http://schemas.openxmlformats.org/officeDocument/2006/relationships" id="258" r:id="Rbd18509a0f044bbf"/>
    <p:sldId xmlns:r="http://schemas.openxmlformats.org/officeDocument/2006/relationships" id="259" r:id="R7534cab35f4a4244"/>
    <p:sldId xmlns:r="http://schemas.openxmlformats.org/officeDocument/2006/relationships" id="260" r:id="Ra20fec988b674300"/>
    <p:sldId xmlns:r="http://schemas.openxmlformats.org/officeDocument/2006/relationships" id="261" r:id="Rca8c6fafbc664279"/>
    <p:sldId xmlns:r="http://schemas.openxmlformats.org/officeDocument/2006/relationships" id="262" r:id="R9cb541b2b1e1402e"/>
    <p:sldId xmlns:r="http://schemas.openxmlformats.org/officeDocument/2006/relationships" id="263" r:id="Rc815bc8385c14114"/>
    <p:sldId xmlns:r="http://schemas.openxmlformats.org/officeDocument/2006/relationships" id="264" r:id="R438a918da4cf4865"/>
    <p:sldId xmlns:r="http://schemas.openxmlformats.org/officeDocument/2006/relationships" id="265" r:id="Rbc97dec9f7e34890"/>
    <p:sldId xmlns:r="http://schemas.openxmlformats.org/officeDocument/2006/relationships" id="266" r:id="Rd7e0d9b7fba347b4"/>
    <p:sldId xmlns:r="http://schemas.openxmlformats.org/officeDocument/2006/relationships" id="267" r:id="Rfd0c7c6c4c274b21"/>
    <p:sldId xmlns:r="http://schemas.openxmlformats.org/officeDocument/2006/relationships" id="268" r:id="Rc04905ff67194d72"/>
    <p:sldId xmlns:r="http://schemas.openxmlformats.org/officeDocument/2006/relationships" id="269" r:id="R2ad77f73cc0c49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03965974e945ff" /><Relationship Type="http://schemas.openxmlformats.org/officeDocument/2006/relationships/slideMaster" Target="/ppt/slideMasters/slideMaster1.xml" Id="R221a7e83d61d4261" /><Relationship Type="http://schemas.openxmlformats.org/officeDocument/2006/relationships/slideMaster" Target="/ppt/slideMasters/slideMaster2.xml" Id="R0cb2422eafcd45d6" /><Relationship Type="http://schemas.openxmlformats.org/officeDocument/2006/relationships/slideMaster" Target="/ppt/slideMasters/slideMaster3.xml" Id="R002e14a04a2f4fa8" /><Relationship Type="http://schemas.openxmlformats.org/officeDocument/2006/relationships/notesMaster" Target="/ppt/notesMasters/notesMaster1.xml" Id="R4c48e92ca2104ec5" /><Relationship Type="http://schemas.openxmlformats.org/officeDocument/2006/relationships/presProps" Target="/ppt/presProps.xml" Id="Rf627e17f866d461b" /><Relationship Type="http://schemas.openxmlformats.org/officeDocument/2006/relationships/viewProps" Target="/ppt/viewProps.xml" Id="Rb27e5f24a25d4498" /><Relationship Type="http://schemas.openxmlformats.org/officeDocument/2006/relationships/tableStyles" Target="/ppt/tableStyles.xml" Id="R741e68534e1d42a0" /><Relationship Type="http://schemas.openxmlformats.org/officeDocument/2006/relationships/slide" Target="/ppt/slides/slide1.xml" Id="R05c28b725a0d4d3c" /><Relationship Type="http://schemas.openxmlformats.org/officeDocument/2006/relationships/slide" Target="/ppt/slides/slide2.xml" Id="Re2b564932a524b88" /><Relationship Type="http://schemas.openxmlformats.org/officeDocument/2006/relationships/slide" Target="/ppt/slides/slide3.xml" Id="Rbd18509a0f044bbf" /><Relationship Type="http://schemas.openxmlformats.org/officeDocument/2006/relationships/slide" Target="/ppt/slides/slide4.xml" Id="R7534cab35f4a4244" /><Relationship Type="http://schemas.openxmlformats.org/officeDocument/2006/relationships/slide" Target="/ppt/slides/slide5.xml" Id="Ra20fec988b674300" /><Relationship Type="http://schemas.openxmlformats.org/officeDocument/2006/relationships/slide" Target="/ppt/slides/slide6.xml" Id="Rca8c6fafbc664279" /><Relationship Type="http://schemas.openxmlformats.org/officeDocument/2006/relationships/slide" Target="/ppt/slides/slide7.xml" Id="R9cb541b2b1e1402e" /><Relationship Type="http://schemas.openxmlformats.org/officeDocument/2006/relationships/slide" Target="/ppt/slides/slide8.xml" Id="Rc815bc8385c14114" /><Relationship Type="http://schemas.openxmlformats.org/officeDocument/2006/relationships/slide" Target="/ppt/slides/slide9.xml" Id="R438a918da4cf4865" /><Relationship Type="http://schemas.openxmlformats.org/officeDocument/2006/relationships/slide" Target="/ppt/slides/slide10.xml" Id="Rbc97dec9f7e34890" /><Relationship Type="http://schemas.openxmlformats.org/officeDocument/2006/relationships/slide" Target="/ppt/slides/slide11.xml" Id="Rd7e0d9b7fba347b4" /><Relationship Type="http://schemas.openxmlformats.org/officeDocument/2006/relationships/slide" Target="/ppt/slides/slide12.xml" Id="Rfd0c7c6c4c274b21" /><Relationship Type="http://schemas.openxmlformats.org/officeDocument/2006/relationships/slide" Target="/ppt/slides/slide13.xml" Id="Rc04905ff67194d72" /><Relationship Type="http://schemas.openxmlformats.org/officeDocument/2006/relationships/slide" Target="/ppt/slides/slide14.xml" Id="R2ad77f73cc0c49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a495cf65ec04e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763c6143b148a5" /><Relationship Type="http://schemas.openxmlformats.org/officeDocument/2006/relationships/notesMaster" Target="/ppt/notesMasters/notesMaster1.xml" Id="R36321af8628343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8be941b3b4861" /><Relationship Type="http://schemas.openxmlformats.org/officeDocument/2006/relationships/notesMaster" Target="/ppt/notesMasters/notesMaster1.xml" Id="Rfaa061b1e5cc43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eacfc4f0da4b72" /><Relationship Type="http://schemas.openxmlformats.org/officeDocument/2006/relationships/notesMaster" Target="/ppt/notesMasters/notesMaster1.xml" Id="R2d37dcf3e82549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d97fd41c6d4525" /><Relationship Type="http://schemas.openxmlformats.org/officeDocument/2006/relationships/notesMaster" Target="/ppt/notesMasters/notesMaster1.xml" Id="Rbd82cfc5933045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6c715300334fce" /><Relationship Type="http://schemas.openxmlformats.org/officeDocument/2006/relationships/notesMaster" Target="/ppt/notesMasters/notesMaster1.xml" Id="R4d9f25015fcc47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0910b31ce44617" /><Relationship Type="http://schemas.openxmlformats.org/officeDocument/2006/relationships/notesMaster" Target="/ppt/notesMasters/notesMaster1.xml" Id="R7745ccd8913943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a3a2efb3f14596" /><Relationship Type="http://schemas.openxmlformats.org/officeDocument/2006/relationships/notesMaster" Target="/ppt/notesMasters/notesMaster1.xml" Id="R358143f3b01546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b90579cbd343e1" /><Relationship Type="http://schemas.openxmlformats.org/officeDocument/2006/relationships/notesMaster" Target="/ppt/notesMasters/notesMaster1.xml" Id="R173685140df047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5870bae0224e26" /><Relationship Type="http://schemas.openxmlformats.org/officeDocument/2006/relationships/notesMaster" Target="/ppt/notesMasters/notesMaster1.xml" Id="R6835bf1a38ce45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02b4912549401b" /><Relationship Type="http://schemas.openxmlformats.org/officeDocument/2006/relationships/notesMaster" Target="/ppt/notesMasters/notesMaster1.xml" Id="R2576d4eb56984c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0a8a3447824244" /><Relationship Type="http://schemas.openxmlformats.org/officeDocument/2006/relationships/notesMaster" Target="/ppt/notesMasters/notesMaster1.xml" Id="R60a6f007523e47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7eb942c314156" /><Relationship Type="http://schemas.openxmlformats.org/officeDocument/2006/relationships/notesMaster" Target="/ppt/notesMasters/notesMaster1.xml" Id="R3ae02767983448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1c6e8857ae4d2a" /><Relationship Type="http://schemas.openxmlformats.org/officeDocument/2006/relationships/notesMaster" Target="/ppt/notesMasters/notesMaster1.xml" Id="R512176641a2a4d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faaef647b445eb" /><Relationship Type="http://schemas.openxmlformats.org/officeDocument/2006/relationships/notesMaster" Target="/ppt/notesMasters/notesMaster1.xml" Id="Rbdae3788f5ff49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PPagenT：page-01-intent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PPagenT：page-02-intent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PPagenT：page-03-intent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PPagenT：page-04-intent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PPagenT：page-05-intent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PPagenT：page-06-intent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PPagenT：page-07-intent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PPagenT：page-08-intent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PPagenT：page-09-intent → parallel-folded-notes-grid-002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PPagenT：page-10-intent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视觉：PPT源/PPT模板-封面正文尾页.pptx（本地原始模板）</a:t>
            </a:r>
            <a:endParaRPr/>
          </a:p>
          <a:p xmlns:a="http://schemas.openxmlformats.org/drawingml/2006/main">
            <a:r>
              <a:t>- PPagenT：page-11-intent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视觉：PPT源/PPT模板-封面正文尾页.pptx（本地原始模板）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03a1e72284623" /><Relationship Type="http://schemas.openxmlformats.org/officeDocument/2006/relationships/image" Target="/ppt/media/image.jpeg" Id="Rcffd5783b45b44bd" /><Relationship Type="http://schemas.openxmlformats.org/officeDocument/2006/relationships/image" Target="/ppt/media/image.png" Id="R9ef3bdb60e3343b7" /><Relationship Type="http://schemas.openxmlformats.org/officeDocument/2006/relationships/image" Target="/ppt/media/image2.png" Id="R6245e7546a7f4c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e1b1470bf48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0849aef014258" /><Relationship Type="http://schemas.openxmlformats.org/officeDocument/2006/relationships/image" Target="/ppt/media/image3.png" Id="Rbd88c5b720fc49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7af5825154879" /><Relationship Type="http://schemas.openxmlformats.org/officeDocument/2006/relationships/image" Target="/ppt/media/image4.png" Id="R1b9e6795195d44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b611b83df46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4d2dc67d8493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bd9ca653a41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b08e5ddc3470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a59bac4eb4f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873f4eeb648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b9cc00c4c4a5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8423ea5b22493c" /><Relationship Type="http://schemas.openxmlformats.org/officeDocument/2006/relationships/image" Target="/ppt/media/image5.png" Id="Rfb478a29ea09465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792ceb816c4f9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73551e90a64245" /><Relationship Type="http://schemas.openxmlformats.org/officeDocument/2006/relationships/image" Target="/ppt/media/image5.png" Id="R47e11b0779b3418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401675f29d0425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d5783b45b44b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3bdb60e3343b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5e7546a7f4c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A0BDCE-6026-4A4D-AD56-D5890B81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8c5b720fc493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571ABAD-27AF-4F33-B6E2-F577AC6E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8E0BF10-A141-4E3C-9B88-93F62A8F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1020955E-08C2-4D7D-A1FB-4ABA537A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384F18D8-1F75-421C-81BE-1A93096D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e6795195d448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AEB1E47B-635F-4C28-9BD7-8D6065AF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19D3363C-ED8F-4805-85C5-4C91983F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485888D-4343-478E-9E61-44ADF0DDB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9365778-817B-4EE7-B18C-74AB7AAD67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AFCDD24-15E7-4555-98A9-7076AF080D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AA78DE6-979A-43A0-A270-495788D9394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B0E4375-5FAD-4A88-84C7-C1325C08089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40745C2-6BCC-4AFC-9A1A-665BC2D02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B8F27C-3B46-49A2-BBA3-CA078EC344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BAC7547-91D2-41D4-998F-068E3D836F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A58B56F-6881-46B3-A0AC-03F1D039B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E6472C1-1008-4B0F-9FB2-0AE0D758E2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C5B1781-6E63-4A6D-BFA3-4E2F138783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2A7A488-8CB3-46EE-9C72-331A40F0DA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A19AAAA-0B4E-4995-988C-22FD3E20F6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2A54244-AAA3-4BA1-ADA2-ECBE314B4F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C7C64CD-E072-4387-876A-BFCF07D0BE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2439ED-9C67-4DA9-A4EA-E07F1FBA4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FAF0C2D-43DA-4A1A-992A-D4B25C4ADE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6D0F933-C5B1-45F3-A596-C671F81A71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A6C1A57-BA86-490D-AB92-A64E44C946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95AE21C-6311-4E4A-9FC2-8E9AC4D4CF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5DDB119-44F6-4ED2-9746-DEC25328D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8598D2-CA01-486F-8D18-59212A058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8D9255E-A0E9-4EDD-A4E6-105D3A0E50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4ACD45C-03F2-4459-8DD1-701901CC38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6B022EB-ECED-4412-9A0E-D5B9A88C72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97ED16C-9283-48D2-8278-BEB0013822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898B5B-79C1-4D3D-901C-E9036B98F3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872809-C76C-4CCA-B919-94FF90520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52CFA2D-586F-4D5F-AD54-46D8D9401F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DE78BC-5E93-441E-9B99-287DAEC93D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14B1AC3-60D7-4236-ADF5-AF278D5A37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D43E45-F77A-47FE-8727-5C4DADBFB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6586047-DFAC-451E-B1C6-7A3B2A90C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6D526A-C9F0-4430-BE81-D7032162BC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11A1DA6-9DDF-4CD2-8D8B-05F1A37099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11DF1A1-90DF-400C-9F2F-53E08B9453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060FC6D-E87E-43D4-B255-0F8BB215C2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78a29ea09465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90DBEAA-1253-4F84-B64A-209D64B8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79B2015-AD62-462D-941B-FE6761C5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7E5DBBB-1D88-44C6-A2E3-51A61CA7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11619D4-18A3-457E-8EA3-B55C2A23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11b0779b3418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9F24F94-3547-4AED-956F-ECCB132A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CBBC2C2-3C73-4BD8-8FB3-74903DE6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A9851CE-272C-4B11-8CE2-60A38961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260E0E-DEC1-4D51-BAA3-0FA41374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268b2680604eae" /><Relationship Type="http://schemas.openxmlformats.org/officeDocument/2006/relationships/slideLayout" Target="/ppt/slideLayouts/slideLayout1.xml" Id="Rec11b2fe68e147f5" /><Relationship Type="http://schemas.openxmlformats.org/officeDocument/2006/relationships/slideLayout" Target="/ppt/slideLayouts/slideLayout2.xml" Id="R299e33c0546141ad" /><Relationship Type="http://schemas.openxmlformats.org/officeDocument/2006/relationships/slideLayout" Target="/ppt/slideLayouts/slideLayout3.xml" Id="Rae71c5ec1493406c" /><Relationship Type="http://schemas.openxmlformats.org/officeDocument/2006/relationships/slideLayout" Target="/ppt/slideLayouts/slideLayout4.xml" Id="R956b8f0aa9c24082" /><Relationship Type="http://schemas.openxmlformats.org/officeDocument/2006/relationships/slideLayout" Target="/ppt/slideLayouts/slideLayout5.xml" Id="R33a48b6087d044da" /><Relationship Type="http://schemas.openxmlformats.org/officeDocument/2006/relationships/slideLayout" Target="/ppt/slideLayouts/slideLayout6.xml" Id="Rbedf3d9e47754528" /><Relationship Type="http://schemas.openxmlformats.org/officeDocument/2006/relationships/slideLayout" Target="/ppt/slideLayouts/slideLayout7.xml" Id="R0647113701f940d7" /><Relationship Type="http://schemas.openxmlformats.org/officeDocument/2006/relationships/slideLayout" Target="/ppt/slideLayouts/slideLayout8.xml" Id="R42ad6491dbb641f0" /><Relationship Type="http://schemas.openxmlformats.org/officeDocument/2006/relationships/slideLayout" Target="/ppt/slideLayouts/slideLayout9.xml" Id="Rd5da8698d8614e80" /><Relationship Type="http://schemas.openxmlformats.org/officeDocument/2006/relationships/slideLayout" Target="/ppt/slideLayouts/slideLayout10.xml" Id="Rf675946e997c4f4f" /><Relationship Type="http://schemas.openxmlformats.org/officeDocument/2006/relationships/slideLayout" Target="/ppt/slideLayouts/slideLayout11.xml" Id="R95281f8b662b44c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20bda61fe224454" /><Relationship Type="http://schemas.openxmlformats.org/officeDocument/2006/relationships/slideLayout" Target="/ppt/slideLayouts/slideLayout12.xml" Id="Rd949ce8f14194bd7" /><Relationship Type="http://schemas.openxmlformats.org/officeDocument/2006/relationships/slideLayout" Target="/ppt/slideLayouts/slideLayout13.xml" Id="R082a39f8e6a3420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ba8fd292e964e42" /><Relationship Type="http://schemas.openxmlformats.org/officeDocument/2006/relationships/slideLayout" Target="/ppt/slideLayouts/slideLayout14.xml" Id="R24b11553967a4045" /><Relationship Type="http://schemas.openxmlformats.org/officeDocument/2006/relationships/slideLayout" Target="/ppt/slideLayouts/slideLayout15.xml" Id="R8f0fa9b7a3a348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0D22F91-2631-4F72-813C-75518E86D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0AA91E9-8EAD-4238-9203-8FED1CFFFD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840733-F554-43D0-A13B-A0C7AA76F4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BD56B6F-5330-4497-8159-073ABD3E7E8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37DB36D-7D95-47C7-803D-AAF7227244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11b2fe68e147f5"/>
    <p:sldLayoutId xmlns:r="http://schemas.openxmlformats.org/officeDocument/2006/relationships" id="2147483650" r:id="R299e33c0546141ad"/>
    <p:sldLayoutId xmlns:r="http://schemas.openxmlformats.org/officeDocument/2006/relationships" id="2147483651" r:id="Rae71c5ec1493406c"/>
    <p:sldLayoutId xmlns:r="http://schemas.openxmlformats.org/officeDocument/2006/relationships" id="2147483652" r:id="R956b8f0aa9c24082"/>
    <p:sldLayoutId xmlns:r="http://schemas.openxmlformats.org/officeDocument/2006/relationships" id="2147483653" r:id="R33a48b6087d044da"/>
    <p:sldLayoutId xmlns:r="http://schemas.openxmlformats.org/officeDocument/2006/relationships" id="2147483654" r:id="Rbedf3d9e47754528"/>
    <p:sldLayoutId xmlns:r="http://schemas.openxmlformats.org/officeDocument/2006/relationships" id="2147483655" r:id="R0647113701f940d7"/>
    <p:sldLayoutId xmlns:r="http://schemas.openxmlformats.org/officeDocument/2006/relationships" id="2147483656" r:id="R42ad6491dbb641f0"/>
    <p:sldLayoutId xmlns:r="http://schemas.openxmlformats.org/officeDocument/2006/relationships" id="2147483657" r:id="Rd5da8698d8614e80"/>
    <p:sldLayoutId xmlns:r="http://schemas.openxmlformats.org/officeDocument/2006/relationships" id="2147483658" r:id="Rf675946e997c4f4f"/>
    <p:sldLayoutId xmlns:r="http://schemas.openxmlformats.org/officeDocument/2006/relationships" id="2147483659" r:id="R95281f8b662b44c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A4A1443-95D3-40AE-BD5B-10332EF849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9E5A9E-D4F3-491D-A39D-8D20B37ED7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6032819-E0F7-4E80-9F73-AC81F7BC214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20BF852-750F-4480-A4C2-407465ADD5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B98DA3-950E-4D16-B407-03F6E1D6C4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949ce8f14194bd7"/>
    <p:sldLayoutId xmlns:r="http://schemas.openxmlformats.org/officeDocument/2006/relationships" id="2147483662" r:id="R082a39f8e6a3420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C5B6B27-2170-483C-B65A-2C51A3EE40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CBEB22-C598-4542-A1E9-E2B7E0F58A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734F26-114C-4971-9A28-C7D4945C997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74928D-6296-46AB-A708-41B49DBF9A4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8CC92B-E36D-47FC-99C6-78F0137C5A4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4b11553967a4045"/>
    <p:sldLayoutId xmlns:r="http://schemas.openxmlformats.org/officeDocument/2006/relationships" id="2147483665" r:id="R8f0fa9b7a3a3480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884e889ea41dd" /><Relationship Type="http://schemas.openxmlformats.org/officeDocument/2006/relationships/notesSlide" Target="/ppt/notesSlides/notesSlide1.xml" Id="Ra9024333316c46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0bd7db1596499a" /><Relationship Type="http://schemas.openxmlformats.org/officeDocument/2006/relationships/notesSlide" Target="/ppt/notesSlides/notesSlide2.xml" Id="R9221f9e6630c4a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d7ff4a71764a76" /><Relationship Type="http://schemas.openxmlformats.org/officeDocument/2006/relationships/notesSlide" Target="/ppt/notesSlides/notesSlide3.xml" Id="Rd620e41f522c4e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f227e81f9644da" /><Relationship Type="http://schemas.openxmlformats.org/officeDocument/2006/relationships/notesSlide" Target="/ppt/notesSlides/notesSlide4.xml" Id="R163be4e515cf45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7c5a7141c9482e" /><Relationship Type="http://schemas.openxmlformats.org/officeDocument/2006/relationships/notesSlide" Target="/ppt/notesSlides/notesSlide5.xml" Id="Rb6445835a5d545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58281a8a83460c" /><Relationship Type="http://schemas.openxmlformats.org/officeDocument/2006/relationships/notesSlide" Target="/ppt/notesSlides/notesSlide6.xml" Id="Red7a7dbbea4f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14b3ac18504a94" /><Relationship Type="http://schemas.openxmlformats.org/officeDocument/2006/relationships/image" Target="/ppt/media/image6.png" Id="R2ed9bab645264ec1" /><Relationship Type="http://schemas.openxmlformats.org/officeDocument/2006/relationships/image" Target="/ppt/media/image.svg" Id="Ra2b7664ab01c4d9d" /><Relationship Type="http://schemas.openxmlformats.org/officeDocument/2006/relationships/image" Target="/ppt/media/image7.png" Id="Rdcfda07e56d04377" /><Relationship Type="http://schemas.openxmlformats.org/officeDocument/2006/relationships/image" Target="/ppt/media/image2.svg" Id="Rcbb860c6c8a74aa3" /><Relationship Type="http://schemas.openxmlformats.org/officeDocument/2006/relationships/image" Target="/ppt/media/image8.png" Id="R1714b115cca64778" /><Relationship Type="http://schemas.openxmlformats.org/officeDocument/2006/relationships/image" Target="/ppt/media/image3.svg" Id="R5ce9341d046f4e84" /><Relationship Type="http://schemas.openxmlformats.org/officeDocument/2006/relationships/image" Target="/ppt/media/image9.png" Id="R0e89d7eb61c44bc4" /><Relationship Type="http://schemas.openxmlformats.org/officeDocument/2006/relationships/image" Target="/ppt/media/image4.svg" Id="Re6c70705cb9747cd" /><Relationship Type="http://schemas.openxmlformats.org/officeDocument/2006/relationships/notesSlide" Target="/ppt/notesSlides/notesSlide7.xml" Id="Re653de98050e48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3d2f24fa754a11" /><Relationship Type="http://schemas.openxmlformats.org/officeDocument/2006/relationships/notesSlide" Target="/ppt/notesSlides/notesSlide8.xml" Id="R1a2564b3132342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366f5c31424628" /><Relationship Type="http://schemas.openxmlformats.org/officeDocument/2006/relationships/notesSlide" Target="/ppt/notesSlides/notesSlide9.xml" Id="Refa9eef6adcb42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1978f879e541b3" /><Relationship Type="http://schemas.openxmlformats.org/officeDocument/2006/relationships/notesSlide" Target="/ppt/notesSlides/notesSlide10.xml" Id="R75f85e859e0743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b1c73f24a1442d" /><Relationship Type="http://schemas.openxmlformats.org/officeDocument/2006/relationships/image" Target="/ppt/media/image10.png" Id="Rb52cfb65eb394b37" /><Relationship Type="http://schemas.openxmlformats.org/officeDocument/2006/relationships/image" Target="/ppt/media/image5.svg" Id="R04837ad4ba5f4b47" /><Relationship Type="http://schemas.openxmlformats.org/officeDocument/2006/relationships/image" Target="/ppt/media/image11.png" Id="Rc80cb448ffb442a9" /><Relationship Type="http://schemas.openxmlformats.org/officeDocument/2006/relationships/image" Target="/ppt/media/image6.svg" Id="Rcdd2aba641894aba" /><Relationship Type="http://schemas.openxmlformats.org/officeDocument/2006/relationships/image" Target="/ppt/media/image12.png" Id="R96425b70da08482d" /><Relationship Type="http://schemas.openxmlformats.org/officeDocument/2006/relationships/image" Target="/ppt/media/image7.svg" Id="R46bcb26804724878" /><Relationship Type="http://schemas.openxmlformats.org/officeDocument/2006/relationships/image" Target="/ppt/media/image13.png" Id="Rffefa609dbe64c63" /><Relationship Type="http://schemas.openxmlformats.org/officeDocument/2006/relationships/image" Target="/ppt/media/image8.svg" Id="R1ebfbb40cedd451c" /><Relationship Type="http://schemas.openxmlformats.org/officeDocument/2006/relationships/notesSlide" Target="/ppt/notesSlides/notesSlide11.xml" Id="Rdfd0de5666d24b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35aef22a974d66" /><Relationship Type="http://schemas.openxmlformats.org/officeDocument/2006/relationships/notesSlide" Target="/ppt/notesSlides/notesSlide12.xml" Id="Rf5fb4e2de2de44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8a7e748bee4cdc" /><Relationship Type="http://schemas.openxmlformats.org/officeDocument/2006/relationships/notesSlide" Target="/ppt/notesSlides/notesSlide13.xml" Id="R54ed7e97135b48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9583669444695" /><Relationship Type="http://schemas.openxmlformats.org/officeDocument/2006/relationships/notesSlide" Target="/ppt/notesSlides/notesSlide14.xml" Id="R2c26ee0fd4624f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78D038A3-C46B-4E83-8D21-659F5346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4F52C685-5CE2-4163-BC55-EBBCB28F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A87C53FF-8624-47BA-9B47-4F3C9B58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82C9EE9-480E-4B75-9935-A2212594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0CC0556E-2AA0-4FCE-AB47-C960D888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PPagenT：把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9763590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贵的是判断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稳定跨过可用线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用限制换可靠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建设能力，稳定调用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12D22F95-B9DB-4883-8396-CF419BB7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F7D2B8A-1C2D-448D-9E44-B8B3A949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6E0CA0B8-0F4E-49DD-9A65-197F2190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DF59EA69-1B93-4002-8303-80A9A0DD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费时间的是判断，不是排版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5EB9FDC4-CCE9-4CEC-B21B-034B71B7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1B328AD8-E4B3-4025-BA6A-38F3640C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把文本框拖到哪、再统一字体字号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颜色与间距，都不是真正耗时的事⁠。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•⁠这场汇报到底怎么讲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•⁠一篇长稿拆成多少页、每页承担什么职责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•⁠观点是并列、递进、因果还是流程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•⁠哪里该突出，何时用图、何时一句话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34DCFA0-A09A-4C59-A9DB-EC81ECDB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0DE44370-1AD5-4071-92A2-47CC3B23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C9F13DAE-6DD8-44F2-B654-479DB4A7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高手脑中已有大量答案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2BE1721C-B2BF-4B53-AC4F-1AFE65D4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322D6AAC-D095-4B33-B331-7B7FFB9C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一个会做 PPT 的人，靠长期经验完成这些判断⁠。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•⁠每次却要翻旧稿找页面、替换内容、调整结构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•⁠答案没有被沉淀，只能一次次重来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先选概率最大的需求：工作型 PPT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D691837-B7BF-4AF6-8F34-5B7C7806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FBF4589-DD85-4F8E-95F1-FE88C30F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F0DBF608-AC06-4B73-9B59-9758CB8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4D8993BB-25EA-426D-A9A6-8EF47483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260F736B-23B7-4B02-8520-5610EBBE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中间：工作型 PPT 是主流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DDC35D45-8C87-4084-9778-0C8A934C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学校、科研院所、事业单位、央国企与普通企业，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需要快速把稿件变成结构清楚、视觉体面的 PPT⁠。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•⁠不能乱、不能丑、不能掉价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•⁠生成完以后还必须能继续修改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82780B23-2036-4C9A-9F04-1D6D0E29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DB0AF384-0EFD-476D-8E8E-BD19E847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一端：只求把文字放上去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A70C7EF4-A94B-4CF4-A0D9-18110565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几乎不在意版式⁠。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B7B38-734E-462B-9F8F-F3FBFE1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541F522D-B9B7-427F-AD96-F92F23B2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E4FC7560-8820-43E3-B150-9753EF55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另一端：高度定制创意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5B1FED8F-8673-4AE0-84F0-F3EDADCB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发布会、品牌路演与高水平比赛，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需要高度定制的视觉创意⁠。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产品的度量：达到可用线的概率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84AEF2E-FECF-4623-85BB-3075D0B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37FB71A-94DB-44F2-8B70-A0307B9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1D9B4FC8-0E93-4302-A711-E22258C9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8BB7C638-7846-42D5-98BA-409C1182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71000543-F3AE-4682-8E30-DC484005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R：产品可靠度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DFEBDCDB-5A0D-4610-B2D1-A5CD14B5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目标工作场景下达到可用线的概率⁠。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•⁠R = P(Q ≥ Q可用 | 目标工作场景)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•⁠R 才是 PPagenT 所追求的产品可靠度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8FDDDB58-176A-4659-A3A7-40D83680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960A3931-0540-4132-AD5E-E77B4BC9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Q：生成质量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84E12E75-5B67-4C49-8475-D1386B9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对整套 PPT 综合质量打分⁠。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6C750-67CA-4B92-A365-1997CDBA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239B30B0-7FDF-49B4-81DE-379A10E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5C9FBF57-7DED-4FB0-B974-2B0A9AD8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Q可用：可以直接拿去讲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2E64FC11-5634-41E6-B6E2-19729672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工作场景中“可以直接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拿去讲”的最低标准⁠。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2EDAD156-092F-4B04-90B7-B4DF82CB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91D5F1D-C3C8-433B-A18C-2F326237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AA06E9F1-A2A7-463D-A924-3431186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2D4AD2A9-CB12-4590-9C1E-59EF4228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031503F4-9529-44CB-8448-18343BE4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847A419B-FC65-4B44-8288-E5EDBF92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偶尔生成让人惊叹的作品，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但不可预期、不可依赖⁠。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•⁠真实的使用场景往往普通：明早九点就要汇报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•⁠在可用基础之上追高度定制，成本会迅速上升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F0D5484-7A8C-4CE7-B220-8ED40DA8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93BE0D76-51F2-4391-BECB-DF0BBBCF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08CAC6B9-CC99-433F-A230-013A3ECA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94CD69F7-D6E0-4B1E-A828-444CE6E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B463454B-6567-415E-9A39-6750DC2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不是质量上限，而是“稳定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可用状态”的形象称呼⁠。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•⁠直接使用不失专业，继续修改有可靠基础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•⁠从混乱初稿到可工作的 PPT，价值巨大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•⁠投入与收益相匹配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用限制自由，换取可靠性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58332DD-6EF8-40FB-B541-795F9F50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FEC121C3-1ADE-428B-859F-28B96B3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7352EE54-63D8-446C-9D60-071DFD05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675B5ECB-0376-4414-88D7-E62CB433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C74FB23C-04BF-488E-9D49-A790020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DBD64152-E73E-4975-9C94-0889509A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9bab645264ec1">
            <a:extLst>
              <a:ext uri="{96DAC541-7B7A-43D3-8B79-37D633B846F1}">
                <asvg:svgBlip xmlns:asvg="http://schemas.microsoft.com/office/drawing/2016/SVG/main" r:embed="Ra2b7664ab01c4d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4799D413-BFDB-42BA-8BE6-20B0F439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高自由度 =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高失败风险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6B9E5E0B-D4BF-41D6-8211-70A2DB20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2963FCDE-9AD6-469C-B05C-721FC42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颜色、字体、结构、版式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每次重新决定，状态空间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越大，失败模式越多。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3995A65C-897D-462C-B833-CFBE2F0A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340A6AA9-07FB-4AC5-B01F-9391584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5A4F1D5C-D504-48C9-9280-89715C5D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6376D70E-FA45-4846-8552-7D74FE00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FB17E95E-9233-4D47-AFE6-F1BC8B15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da07e56d04377">
            <a:extLst>
              <a:ext uri="{96DAC541-7B7A-43D3-8B79-37D633B846F1}">
                <asvg:svgBlip xmlns:asvg="http://schemas.microsoft.com/office/drawing/2016/SVG/main" r:embed="Rcbb860c6c8a74a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746B06D8-5417-46F3-872E-B1AD2A4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工作恰恰需要稳定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6398F110-1AC3-4DB6-8A13-10EB4319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9D06E333-1C7E-4443-A58F-4D3BDB4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029075"/>
            <a:ext cx="20145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学校有学校的样子，企业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有企业的样子；颜色、字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体、Logo 与页面骨架本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应长期稳定。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53324A8A-A908-436A-AC43-53B46BD4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639528E3-3FCC-4CF7-B688-88CADA8F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F3CFF410-0F77-42BB-999F-622F4351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2631FEB0-1F30-48BD-AA67-F9BFF28C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601182BD-17CE-477C-98E5-1D3B12F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4b115cca64778">
            <a:extLst>
              <a:ext uri="{96DAC541-7B7A-43D3-8B79-37D633B846F1}">
                <asvg:svgBlip xmlns:asvg="http://schemas.microsoft.com/office/drawing/2016/SVG/main" r:embed="R5ce9341d046f4e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CD9A1777-57AA-44EE-8AAB-A34E5329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095625"/>
            <a:ext cx="201453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PPagenT 主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动限制自由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6D4914AE-06C3-4A64-9172-5352BCD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6086A8F4-2767-4CD4-8DD9-F5A2B5D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用确定的组织规范、验证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过的能力、明确的数量边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界与已登记的退化方式。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DC38B250-FC63-4574-831C-D06D85DE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C9C18573-7490-4C74-A4B4-3A8D8E2E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F0A50A9D-B09C-4C36-92EB-90267030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D910D062-EF13-4113-9A05-CBDF6892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C8BF58EC-8A9A-4C68-A6A0-74F87271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9d7eb61c44bc4">
            <a:extLst>
              <a:ext uri="{96DAC541-7B7A-43D3-8B79-37D633B846F1}">
                <asvg:svgBlip xmlns:asvg="http://schemas.microsoft.com/office/drawing/2016/SVG/main" r:embed="Re6c70705cb9747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0C1AC1EE-2DB9-4BE8-9CAF-81CACEDC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固定 = 已经验证过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C2769C65-F958-4047-8FC8-CE72A8A3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97946175-6B57-4713-AAD2-6AD3137B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162425"/>
            <a:ext cx="2014538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不是系统做不到自由，而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是正式工作更需要可预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98E0B74-70E1-4F67-BC57-31D14BBD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B68A6CD-6327-45FC-B0D1-18F5972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57938CC2-9764-494F-AE8C-3DCCC6A1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4D71304-2515-4779-A3CA-060F505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E93AEE70-68B8-4515-B23F-69B4794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AI：理解与编排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B976E171-FE28-4A6A-8BCE-7C482AF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内容导演读懂稿件、组织叙事并拆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页⁠；视觉导演判断每页怎样表达⁠。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•⁠从已确认能力中选择合适结构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•⁠必要时只补有限结构化信息，不让流程无限反复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9E6FC6EB-68E3-42E5-96EF-22F431B4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42C8199D-3BA5-499A-AF5D-9EDAB4D9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规则：约束与选择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1C469BA6-65DC-4502-8FE6-CFE7F71C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主题规定字体、颜色、Logo 与页面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骨架⁠；能力库保存已验证的表达方式⁠。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•⁠同一种样式随数量与容量稳定变化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•⁠没有合适结构就退回简单排版，不临时编造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5B2F5-1C11-457E-A082-FC79323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ADC1C69A-E893-4088-A5B8-08267D05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70A991EE-E96C-4E74-BD05-BFCFD6B0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代码：稳定生成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C3CD4B9C-B15B-4297-B0A4-8826DC97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79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确定性代码负责绘制与检查，编译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成原生可编辑的 PowerPoint⁠。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•⁠输出不是截图、整页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图片或难以修改的网页替代品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22944A70-759F-4EB0-AC16-0F82498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83CA300-AC32-4B96-97C4-F43996F2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24A8327B-E2C3-4818-AC41-72492D9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0127C025-A1A6-48E4-B566-4CE92B89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资产入库线：建设能力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B31CDE32-1B44-4090-A382-B884B21F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1AB76319-9C99-4AA4-A2D9-1C686FE1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人和工具反复理解参考、提炼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规律、适配数量并确认效果⁠。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•⁠优秀参考 → 提炼逻辑与设计规律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•⁠扩展为可复用能力 → 用户确认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•⁠只有确认通过，才进入核心资产库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A5184EB-3FEF-4E2C-9DEC-B0DB876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4DFA02E8-392F-453D-AA29-67306A67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03E0EAFB-35F4-4C2B-991A-E9667032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正式生成线：稳定调用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3C1C2BC3-D5F6-4E4A-A076-B6D9E683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499BB4E9-5E01-4ACF-A590-50D73592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只读取核心库，不在交付现场临时创造结构⁠。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•⁠原始稿件 + 组织主题 → AI 理解与编排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•⁠从核心库选择合法能力 → 确定性排版与编译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•⁠没有合适结构 → 退回简单排版 / 拆页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•⁠产出原生可编辑 PPTX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EF11CEE-61BC-41DF-9BC5-1F8995A9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051DB58-9603-405C-8505-69C636C2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D0358F4A-8A90-432C-A601-269AA260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4F3BAD4F-9355-478D-92B4-04ECFAC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7ACCBA86-6F7C-41E8-8F9A-30ADD15E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PPagenT：成本前移到建设期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2F597B0B-291E-40B0-886F-0607D3D1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先筛选优秀页面、提炼规律、参数化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内容与数量并验证，用户确认后入库⁠。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•⁠建设期完成理解、参数化与验证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•⁠生成期模型只做理解、分类、路由与填参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•⁠确定性代码负责绘制与检查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•⁠视觉理解沉淀为一次建设、多次复用的离线资产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D73DA550-D740-445F-9C79-7B763F01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AA2E4EE5-E9CF-4593-8460-0E59203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传统路线：成本堆在运行时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62865552-F31A-42AE-B604-E3C2A6EB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每来一个用户，就重新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理解、设计、绘制一次⁠。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•⁠每套 PPT 都重新支付一次视觉理解成本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•⁠计算、审美判断与失败风险都集中在运行时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8C85C0E-74A6-459F-B059-363F7566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C31E2DE6-1D55-4528-83D1-8AF660A7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75C344BE-15CC-4123-8FC6-0768FB5D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8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327D870E-FA90-4827-8E40-68290F7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01B41BE3-03EA-412B-950F-7FBE259D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0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199CC0CC-4D22-4D96-B9FE-6211C5B6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33040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8019C797-BE8F-4045-A420-582EDC7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2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F7DCB40C-994D-48BC-96FA-64CD147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26B2BD92-37EE-4A05-8BF5-EA6579A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33496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46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4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7EB61257-C744-4979-9927-AE059E19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40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846CCBAB-3D33-444F-A6D7-E6109B82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26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722681FE-3DC0-40BA-BD9E-ADF19702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B6F56323-973B-4812-A42E-B03AF64A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933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28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6E20EB42-E2B4-48A2-8205-E0ADA41C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857" y="5475732"/>
            <a:ext cx="3143964" cy="526771"/>
          </a:xfrm>
          <a:custGeom xmlns:a="http://schemas.openxmlformats.org/drawingml/2006/main">
            <a:pathLst>
              <a:path w="3143964" h="526771">
                <a:moveTo>
                  <a:pt x="3142993" y="0"/>
                </a:moveTo>
                <a:lnTo>
                  <a:pt x="3143964" y="19402"/>
                </a:lnTo>
                <a:lnTo>
                  <a:pt x="3143536" y="38805"/>
                </a:lnTo>
                <a:lnTo>
                  <a:pt x="3142012" y="58188"/>
                </a:lnTo>
                <a:lnTo>
                  <a:pt x="3139478" y="77534"/>
                </a:lnTo>
                <a:lnTo>
                  <a:pt x="3135973" y="96822"/>
                </a:lnTo>
                <a:lnTo>
                  <a:pt x="3131496" y="116024"/>
                </a:lnTo>
                <a:lnTo>
                  <a:pt x="3126048" y="135131"/>
                </a:lnTo>
                <a:lnTo>
                  <a:pt x="3119618" y="154115"/>
                </a:lnTo>
                <a:lnTo>
                  <a:pt x="3112199" y="172945"/>
                </a:lnTo>
                <a:lnTo>
                  <a:pt x="3103750" y="191614"/>
                </a:lnTo>
                <a:lnTo>
                  <a:pt x="3094263" y="210083"/>
                </a:lnTo>
                <a:lnTo>
                  <a:pt x="3083709" y="228314"/>
                </a:lnTo>
                <a:lnTo>
                  <a:pt x="3072079" y="246288"/>
                </a:lnTo>
                <a:lnTo>
                  <a:pt x="3059344" y="263957"/>
                </a:lnTo>
                <a:lnTo>
                  <a:pt x="3045476" y="281292"/>
                </a:lnTo>
                <a:lnTo>
                  <a:pt x="3030484" y="298247"/>
                </a:lnTo>
                <a:lnTo>
                  <a:pt x="3014348" y="314773"/>
                </a:lnTo>
                <a:lnTo>
                  <a:pt x="2997070" y="330841"/>
                </a:lnTo>
                <a:lnTo>
                  <a:pt x="2978668" y="346405"/>
                </a:lnTo>
                <a:lnTo>
                  <a:pt x="2959151" y="361417"/>
                </a:lnTo>
                <a:lnTo>
                  <a:pt x="2938539" y="375837"/>
                </a:lnTo>
                <a:lnTo>
                  <a:pt x="2916888" y="389639"/>
                </a:lnTo>
                <a:lnTo>
                  <a:pt x="2894228" y="402774"/>
                </a:lnTo>
                <a:lnTo>
                  <a:pt x="2870606" y="415233"/>
                </a:lnTo>
                <a:lnTo>
                  <a:pt x="2846099" y="426977"/>
                </a:lnTo>
                <a:lnTo>
                  <a:pt x="2820753" y="437998"/>
                </a:lnTo>
                <a:lnTo>
                  <a:pt x="2794645" y="448294"/>
                </a:lnTo>
                <a:lnTo>
                  <a:pt x="2767832" y="457848"/>
                </a:lnTo>
                <a:lnTo>
                  <a:pt x="2740409" y="466668"/>
                </a:lnTo>
                <a:lnTo>
                  <a:pt x="2712415" y="474764"/>
                </a:lnTo>
                <a:lnTo>
                  <a:pt x="2683935" y="482146"/>
                </a:lnTo>
                <a:lnTo>
                  <a:pt x="2655027" y="488833"/>
                </a:lnTo>
                <a:lnTo>
                  <a:pt x="2625747" y="494843"/>
                </a:lnTo>
                <a:lnTo>
                  <a:pt x="2596144" y="500196"/>
                </a:lnTo>
                <a:lnTo>
                  <a:pt x="2566273" y="504920"/>
                </a:lnTo>
                <a:lnTo>
                  <a:pt x="2536184" y="509035"/>
                </a:lnTo>
                <a:lnTo>
                  <a:pt x="2505904" y="512569"/>
                </a:lnTo>
                <a:lnTo>
                  <a:pt x="2475471" y="515541"/>
                </a:lnTo>
                <a:lnTo>
                  <a:pt x="2444925" y="517998"/>
                </a:lnTo>
                <a:lnTo>
                  <a:pt x="2414283" y="519941"/>
                </a:lnTo>
                <a:lnTo>
                  <a:pt x="2383574" y="521389"/>
                </a:lnTo>
                <a:lnTo>
                  <a:pt x="2352799" y="522075"/>
                </a:lnTo>
                <a:lnTo>
                  <a:pt x="2322005" y="522532"/>
                </a:lnTo>
                <a:lnTo>
                  <a:pt x="2291220" y="522894"/>
                </a:lnTo>
                <a:lnTo>
                  <a:pt x="2260425" y="523199"/>
                </a:lnTo>
                <a:lnTo>
                  <a:pt x="2229631" y="523465"/>
                </a:lnTo>
                <a:lnTo>
                  <a:pt x="2198837" y="523713"/>
                </a:lnTo>
                <a:lnTo>
                  <a:pt x="2168042" y="523932"/>
                </a:lnTo>
                <a:lnTo>
                  <a:pt x="2137248" y="524142"/>
                </a:lnTo>
                <a:lnTo>
                  <a:pt x="2106454" y="524323"/>
                </a:lnTo>
                <a:lnTo>
                  <a:pt x="2075659" y="524504"/>
                </a:lnTo>
                <a:lnTo>
                  <a:pt x="2044865" y="524666"/>
                </a:lnTo>
                <a:lnTo>
                  <a:pt x="2014071" y="524818"/>
                </a:lnTo>
                <a:lnTo>
                  <a:pt x="1983267" y="524970"/>
                </a:lnTo>
                <a:lnTo>
                  <a:pt x="1952473" y="525104"/>
                </a:lnTo>
                <a:lnTo>
                  <a:pt x="1921678" y="525237"/>
                </a:lnTo>
                <a:lnTo>
                  <a:pt x="1890884" y="525361"/>
                </a:lnTo>
                <a:lnTo>
                  <a:pt x="1860090" y="525475"/>
                </a:lnTo>
                <a:lnTo>
                  <a:pt x="1829295" y="525590"/>
                </a:lnTo>
                <a:lnTo>
                  <a:pt x="1798501" y="525694"/>
                </a:lnTo>
                <a:lnTo>
                  <a:pt x="1767697" y="525790"/>
                </a:lnTo>
                <a:lnTo>
                  <a:pt x="1736903" y="525885"/>
                </a:lnTo>
                <a:lnTo>
                  <a:pt x="1706108" y="525971"/>
                </a:lnTo>
                <a:lnTo>
                  <a:pt x="1675314" y="526047"/>
                </a:lnTo>
                <a:lnTo>
                  <a:pt x="1644520" y="526132"/>
                </a:lnTo>
                <a:lnTo>
                  <a:pt x="1613725" y="526199"/>
                </a:lnTo>
                <a:lnTo>
                  <a:pt x="1582922" y="526266"/>
                </a:lnTo>
                <a:lnTo>
                  <a:pt x="1552127" y="526332"/>
                </a:lnTo>
                <a:lnTo>
                  <a:pt x="1521333" y="526399"/>
                </a:lnTo>
                <a:lnTo>
                  <a:pt x="1490539" y="526447"/>
                </a:lnTo>
                <a:lnTo>
                  <a:pt x="1459744" y="526494"/>
                </a:lnTo>
                <a:lnTo>
                  <a:pt x="1428941" y="526552"/>
                </a:lnTo>
                <a:lnTo>
                  <a:pt x="1398146" y="526590"/>
                </a:lnTo>
                <a:lnTo>
                  <a:pt x="1367352" y="526618"/>
                </a:lnTo>
                <a:lnTo>
                  <a:pt x="1336558" y="526656"/>
                </a:lnTo>
                <a:lnTo>
                  <a:pt x="1305763" y="526685"/>
                </a:lnTo>
                <a:lnTo>
                  <a:pt x="1274959" y="526704"/>
                </a:lnTo>
                <a:lnTo>
                  <a:pt x="1244165" y="526733"/>
                </a:lnTo>
                <a:lnTo>
                  <a:pt x="1213371" y="526752"/>
                </a:lnTo>
                <a:lnTo>
                  <a:pt x="1182576" y="526761"/>
                </a:lnTo>
                <a:lnTo>
                  <a:pt x="1151782" y="526761"/>
                </a:lnTo>
                <a:lnTo>
                  <a:pt x="1120978" y="526771"/>
                </a:lnTo>
                <a:lnTo>
                  <a:pt x="1090184" y="526771"/>
                </a:lnTo>
                <a:lnTo>
                  <a:pt x="1059390" y="526752"/>
                </a:lnTo>
                <a:lnTo>
                  <a:pt x="1028595" y="526742"/>
                </a:lnTo>
                <a:lnTo>
                  <a:pt x="997801" y="526733"/>
                </a:lnTo>
                <a:lnTo>
                  <a:pt x="966997" y="526704"/>
                </a:lnTo>
                <a:lnTo>
                  <a:pt x="936203" y="526675"/>
                </a:lnTo>
                <a:lnTo>
                  <a:pt x="905408" y="526656"/>
                </a:lnTo>
                <a:lnTo>
                  <a:pt x="874614" y="526609"/>
                </a:lnTo>
                <a:lnTo>
                  <a:pt x="843810" y="526561"/>
                </a:lnTo>
                <a:lnTo>
                  <a:pt x="813016" y="526523"/>
                </a:lnTo>
                <a:lnTo>
                  <a:pt x="782222" y="526466"/>
                </a:lnTo>
                <a:lnTo>
                  <a:pt x="751427" y="526399"/>
                </a:lnTo>
                <a:lnTo>
                  <a:pt x="720633" y="526332"/>
                </a:lnTo>
                <a:lnTo>
                  <a:pt x="689839" y="526256"/>
                </a:lnTo>
                <a:lnTo>
                  <a:pt x="659035" y="526171"/>
                </a:lnTo>
                <a:lnTo>
                  <a:pt x="628240" y="526075"/>
                </a:lnTo>
                <a:lnTo>
                  <a:pt x="597446" y="525990"/>
                </a:lnTo>
                <a:lnTo>
                  <a:pt x="566652" y="525875"/>
                </a:lnTo>
                <a:lnTo>
                  <a:pt x="535857" y="525761"/>
                </a:lnTo>
                <a:lnTo>
                  <a:pt x="505063" y="525628"/>
                </a:lnTo>
                <a:lnTo>
                  <a:pt x="474259" y="525494"/>
                </a:lnTo>
                <a:lnTo>
                  <a:pt x="443465" y="525342"/>
                </a:lnTo>
                <a:lnTo>
                  <a:pt x="412671" y="525170"/>
                </a:lnTo>
                <a:lnTo>
                  <a:pt x="381876" y="524999"/>
                </a:lnTo>
                <a:lnTo>
                  <a:pt x="351082" y="524799"/>
                </a:lnTo>
                <a:lnTo>
                  <a:pt x="320288" y="524580"/>
                </a:lnTo>
                <a:lnTo>
                  <a:pt x="289493" y="524342"/>
                </a:lnTo>
                <a:lnTo>
                  <a:pt x="258699" y="524085"/>
                </a:lnTo>
                <a:lnTo>
                  <a:pt x="227905" y="523789"/>
                </a:lnTo>
                <a:lnTo>
                  <a:pt x="197120" y="523465"/>
                </a:lnTo>
                <a:lnTo>
                  <a:pt x="166326" y="523103"/>
                </a:lnTo>
                <a:lnTo>
                  <a:pt x="135541" y="522684"/>
                </a:lnTo>
                <a:lnTo>
                  <a:pt x="104746" y="522189"/>
                </a:lnTo>
                <a:lnTo>
                  <a:pt x="73971" y="521579"/>
                </a:lnTo>
                <a:lnTo>
                  <a:pt x="43196" y="520789"/>
                </a:lnTo>
                <a:lnTo>
                  <a:pt x="12468" y="519522"/>
                </a:lnTo>
                <a:lnTo>
                  <a:pt x="5705" y="503749"/>
                </a:lnTo>
                <a:lnTo>
                  <a:pt x="5305" y="484337"/>
                </a:lnTo>
                <a:lnTo>
                  <a:pt x="4896" y="464925"/>
                </a:lnTo>
                <a:lnTo>
                  <a:pt x="4486" y="445522"/>
                </a:lnTo>
                <a:lnTo>
                  <a:pt x="4077" y="426110"/>
                </a:lnTo>
                <a:lnTo>
                  <a:pt x="3667" y="406698"/>
                </a:lnTo>
                <a:lnTo>
                  <a:pt x="3267" y="387296"/>
                </a:lnTo>
                <a:lnTo>
                  <a:pt x="2858" y="367884"/>
                </a:lnTo>
                <a:lnTo>
                  <a:pt x="2448" y="348472"/>
                </a:lnTo>
                <a:lnTo>
                  <a:pt x="2038" y="329060"/>
                </a:lnTo>
                <a:lnTo>
                  <a:pt x="1629" y="309658"/>
                </a:lnTo>
                <a:lnTo>
                  <a:pt x="1219" y="290246"/>
                </a:lnTo>
                <a:lnTo>
                  <a:pt x="819" y="270834"/>
                </a:lnTo>
                <a:lnTo>
                  <a:pt x="410" y="251422"/>
                </a:lnTo>
                <a:lnTo>
                  <a:pt x="0" y="232019"/>
                </a:lnTo>
                <a:lnTo>
                  <a:pt x="11297" y="219323"/>
                </a:lnTo>
                <a:lnTo>
                  <a:pt x="42015" y="217913"/>
                </a:lnTo>
                <a:lnTo>
                  <a:pt x="72752" y="216722"/>
                </a:lnTo>
                <a:lnTo>
                  <a:pt x="103508" y="215732"/>
                </a:lnTo>
                <a:lnTo>
                  <a:pt x="134274" y="214922"/>
                </a:lnTo>
                <a:lnTo>
                  <a:pt x="165059" y="214274"/>
                </a:lnTo>
                <a:lnTo>
                  <a:pt x="195844" y="213770"/>
                </a:lnTo>
                <a:lnTo>
                  <a:pt x="226628" y="213398"/>
                </a:lnTo>
                <a:lnTo>
                  <a:pt x="257423" y="213150"/>
                </a:lnTo>
                <a:lnTo>
                  <a:pt x="288227" y="213008"/>
                </a:lnTo>
                <a:lnTo>
                  <a:pt x="319021" y="212969"/>
                </a:lnTo>
                <a:lnTo>
                  <a:pt x="349815" y="213027"/>
                </a:lnTo>
                <a:lnTo>
                  <a:pt x="380609" y="213170"/>
                </a:lnTo>
                <a:lnTo>
                  <a:pt x="411404" y="213379"/>
                </a:lnTo>
                <a:lnTo>
                  <a:pt x="442198" y="213674"/>
                </a:lnTo>
                <a:lnTo>
                  <a:pt x="472992" y="214036"/>
                </a:lnTo>
                <a:lnTo>
                  <a:pt x="503777" y="214455"/>
                </a:lnTo>
                <a:lnTo>
                  <a:pt x="534562" y="214932"/>
                </a:lnTo>
                <a:lnTo>
                  <a:pt x="565347" y="215465"/>
                </a:lnTo>
                <a:lnTo>
                  <a:pt x="596132" y="216046"/>
                </a:lnTo>
                <a:lnTo>
                  <a:pt x="626907" y="216675"/>
                </a:lnTo>
                <a:lnTo>
                  <a:pt x="657692" y="217351"/>
                </a:lnTo>
                <a:lnTo>
                  <a:pt x="688467" y="218056"/>
                </a:lnTo>
                <a:lnTo>
                  <a:pt x="719242" y="218799"/>
                </a:lnTo>
                <a:lnTo>
                  <a:pt x="750008" y="219580"/>
                </a:lnTo>
                <a:lnTo>
                  <a:pt x="780783" y="220389"/>
                </a:lnTo>
                <a:lnTo>
                  <a:pt x="811549" y="221228"/>
                </a:lnTo>
                <a:lnTo>
                  <a:pt x="842315" y="222094"/>
                </a:lnTo>
                <a:lnTo>
                  <a:pt x="873081" y="222980"/>
                </a:lnTo>
                <a:lnTo>
                  <a:pt x="903837" y="223895"/>
                </a:lnTo>
                <a:lnTo>
                  <a:pt x="934603" y="224819"/>
                </a:lnTo>
                <a:lnTo>
                  <a:pt x="965359" y="225762"/>
                </a:lnTo>
                <a:lnTo>
                  <a:pt x="996115" y="226724"/>
                </a:lnTo>
                <a:lnTo>
                  <a:pt x="1026881" y="227695"/>
                </a:lnTo>
                <a:lnTo>
                  <a:pt x="1057637" y="228676"/>
                </a:lnTo>
                <a:lnTo>
                  <a:pt x="1088393" y="229667"/>
                </a:lnTo>
                <a:lnTo>
                  <a:pt x="1119149" y="230667"/>
                </a:lnTo>
                <a:lnTo>
                  <a:pt x="1149896" y="231667"/>
                </a:lnTo>
                <a:lnTo>
                  <a:pt x="1180652" y="232677"/>
                </a:lnTo>
                <a:lnTo>
                  <a:pt x="1211409" y="233686"/>
                </a:lnTo>
                <a:lnTo>
                  <a:pt x="1242165" y="234686"/>
                </a:lnTo>
                <a:lnTo>
                  <a:pt x="1272921" y="235687"/>
                </a:lnTo>
                <a:lnTo>
                  <a:pt x="1303677" y="236687"/>
                </a:lnTo>
                <a:lnTo>
                  <a:pt x="1334433" y="237687"/>
                </a:lnTo>
                <a:lnTo>
                  <a:pt x="1365190" y="238677"/>
                </a:lnTo>
                <a:lnTo>
                  <a:pt x="1395946" y="239659"/>
                </a:lnTo>
                <a:lnTo>
                  <a:pt x="1426702" y="240621"/>
                </a:lnTo>
                <a:lnTo>
                  <a:pt x="1457458" y="241583"/>
                </a:lnTo>
                <a:lnTo>
                  <a:pt x="1488224" y="242516"/>
                </a:lnTo>
                <a:lnTo>
                  <a:pt x="1518980" y="243440"/>
                </a:lnTo>
                <a:lnTo>
                  <a:pt x="1549746" y="244335"/>
                </a:lnTo>
                <a:lnTo>
                  <a:pt x="1580512" y="245212"/>
                </a:lnTo>
                <a:lnTo>
                  <a:pt x="1611278" y="246069"/>
                </a:lnTo>
                <a:lnTo>
                  <a:pt x="1642043" y="246888"/>
                </a:lnTo>
                <a:lnTo>
                  <a:pt x="1672819" y="247688"/>
                </a:lnTo>
                <a:lnTo>
                  <a:pt x="1703594" y="248450"/>
                </a:lnTo>
                <a:lnTo>
                  <a:pt x="1734360" y="249184"/>
                </a:lnTo>
                <a:lnTo>
                  <a:pt x="1765144" y="249869"/>
                </a:lnTo>
                <a:lnTo>
                  <a:pt x="1795920" y="250517"/>
                </a:lnTo>
                <a:lnTo>
                  <a:pt x="1826705" y="251117"/>
                </a:lnTo>
                <a:lnTo>
                  <a:pt x="1857489" y="251670"/>
                </a:lnTo>
                <a:lnTo>
                  <a:pt x="1888274" y="252174"/>
                </a:lnTo>
                <a:lnTo>
                  <a:pt x="1919059" y="252622"/>
                </a:lnTo>
                <a:lnTo>
                  <a:pt x="1949853" y="253003"/>
                </a:lnTo>
                <a:lnTo>
                  <a:pt x="1980638" y="253317"/>
                </a:lnTo>
                <a:lnTo>
                  <a:pt x="2011432" y="253556"/>
                </a:lnTo>
                <a:lnTo>
                  <a:pt x="2042236" y="253717"/>
                </a:lnTo>
                <a:lnTo>
                  <a:pt x="2073031" y="253794"/>
                </a:lnTo>
                <a:lnTo>
                  <a:pt x="2103825" y="253775"/>
                </a:lnTo>
                <a:lnTo>
                  <a:pt x="2134619" y="253651"/>
                </a:lnTo>
                <a:lnTo>
                  <a:pt x="2165414" y="253413"/>
                </a:lnTo>
                <a:lnTo>
                  <a:pt x="2196208" y="253060"/>
                </a:lnTo>
                <a:lnTo>
                  <a:pt x="2226993" y="252565"/>
                </a:lnTo>
                <a:lnTo>
                  <a:pt x="2257768" y="251917"/>
                </a:lnTo>
                <a:lnTo>
                  <a:pt x="2288543" y="251108"/>
                </a:lnTo>
                <a:lnTo>
                  <a:pt x="2319299" y="250107"/>
                </a:lnTo>
                <a:lnTo>
                  <a:pt x="2350037" y="248907"/>
                </a:lnTo>
                <a:lnTo>
                  <a:pt x="2380745" y="247460"/>
                </a:lnTo>
                <a:lnTo>
                  <a:pt x="2411416" y="245745"/>
                </a:lnTo>
                <a:lnTo>
                  <a:pt x="2442048" y="243716"/>
                </a:lnTo>
                <a:lnTo>
                  <a:pt x="2472604" y="241335"/>
                </a:lnTo>
                <a:lnTo>
                  <a:pt x="2503075" y="238516"/>
                </a:lnTo>
                <a:lnTo>
                  <a:pt x="2533412" y="235172"/>
                </a:lnTo>
                <a:lnTo>
                  <a:pt x="2563559" y="231210"/>
                </a:lnTo>
                <a:lnTo>
                  <a:pt x="2593410" y="226447"/>
                </a:lnTo>
                <a:lnTo>
                  <a:pt x="2622794" y="220656"/>
                </a:lnTo>
                <a:lnTo>
                  <a:pt x="2651398" y="213474"/>
                </a:lnTo>
                <a:lnTo>
                  <a:pt x="2678563" y="204368"/>
                </a:lnTo>
                <a:lnTo>
                  <a:pt x="2702843" y="192481"/>
                </a:lnTo>
                <a:lnTo>
                  <a:pt x="2720978" y="176917"/>
                </a:lnTo>
                <a:lnTo>
                  <a:pt x="2728284" y="158201"/>
                </a:lnTo>
                <a:lnTo>
                  <a:pt x="2748925" y="148476"/>
                </a:lnTo>
                <a:lnTo>
                  <a:pt x="2777909" y="141923"/>
                </a:lnTo>
                <a:lnTo>
                  <a:pt x="2806503" y="134712"/>
                </a:lnTo>
                <a:lnTo>
                  <a:pt x="2834716" y="126940"/>
                </a:lnTo>
                <a:lnTo>
                  <a:pt x="2862577" y="118662"/>
                </a:lnTo>
                <a:lnTo>
                  <a:pt x="2890066" y="109909"/>
                </a:lnTo>
                <a:lnTo>
                  <a:pt x="2917184" y="100717"/>
                </a:lnTo>
                <a:lnTo>
                  <a:pt x="2943930" y="91088"/>
                </a:lnTo>
                <a:lnTo>
                  <a:pt x="2970286" y="81048"/>
                </a:lnTo>
                <a:lnTo>
                  <a:pt x="2996241" y="70609"/>
                </a:lnTo>
                <a:lnTo>
                  <a:pt x="3021787" y="59769"/>
                </a:lnTo>
                <a:lnTo>
                  <a:pt x="3046914" y="48549"/>
                </a:lnTo>
                <a:lnTo>
                  <a:pt x="3071612" y="36947"/>
                </a:lnTo>
                <a:lnTo>
                  <a:pt x="3095863" y="24984"/>
                </a:lnTo>
                <a:lnTo>
                  <a:pt x="3119666" y="12668"/>
                </a:lnTo>
                <a:lnTo>
                  <a:pt x="314299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9D01D169-2FEA-4DCB-BD32-0208F497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1981200"/>
          </a:xfrm>
          <a:custGeom xmlns:a="http://schemas.openxmlformats.org/drawingml/2006/main">
            <a:pathLst>
              <a:path w="3143250" h="1981200">
                <a:moveTo>
                  <a:pt x="0" y="1981200"/>
                </a:moveTo>
                <a:lnTo>
                  <a:pt x="50473" y="1981200"/>
                </a:lnTo>
                <a:lnTo>
                  <a:pt x="100936" y="1981200"/>
                </a:lnTo>
                <a:lnTo>
                  <a:pt x="151409" y="1981200"/>
                </a:lnTo>
                <a:lnTo>
                  <a:pt x="201873" y="1981200"/>
                </a:lnTo>
                <a:lnTo>
                  <a:pt x="252346" y="1981200"/>
                </a:lnTo>
                <a:lnTo>
                  <a:pt x="302809" y="1981200"/>
                </a:lnTo>
                <a:lnTo>
                  <a:pt x="353282" y="1981200"/>
                </a:lnTo>
                <a:lnTo>
                  <a:pt x="403746" y="1981200"/>
                </a:lnTo>
                <a:lnTo>
                  <a:pt x="454219" y="1981200"/>
                </a:lnTo>
                <a:lnTo>
                  <a:pt x="504682" y="1981200"/>
                </a:lnTo>
                <a:lnTo>
                  <a:pt x="555155" y="1981200"/>
                </a:lnTo>
                <a:lnTo>
                  <a:pt x="605619" y="1981200"/>
                </a:lnTo>
                <a:lnTo>
                  <a:pt x="656092" y="1981200"/>
                </a:lnTo>
                <a:lnTo>
                  <a:pt x="706555" y="1981200"/>
                </a:lnTo>
                <a:lnTo>
                  <a:pt x="757028" y="1981200"/>
                </a:lnTo>
                <a:lnTo>
                  <a:pt x="807491" y="1981200"/>
                </a:lnTo>
                <a:lnTo>
                  <a:pt x="857964" y="1981200"/>
                </a:lnTo>
                <a:lnTo>
                  <a:pt x="908428" y="1981200"/>
                </a:lnTo>
                <a:lnTo>
                  <a:pt x="958901" y="1981200"/>
                </a:lnTo>
                <a:lnTo>
                  <a:pt x="1009364" y="1981200"/>
                </a:lnTo>
                <a:lnTo>
                  <a:pt x="1059837" y="1981200"/>
                </a:lnTo>
                <a:lnTo>
                  <a:pt x="1110301" y="1981200"/>
                </a:lnTo>
                <a:lnTo>
                  <a:pt x="1160774" y="1981200"/>
                </a:lnTo>
                <a:lnTo>
                  <a:pt x="1211237" y="1981200"/>
                </a:lnTo>
                <a:lnTo>
                  <a:pt x="1261710" y="1981200"/>
                </a:lnTo>
                <a:lnTo>
                  <a:pt x="1312174" y="1981200"/>
                </a:lnTo>
                <a:lnTo>
                  <a:pt x="1362647" y="1981200"/>
                </a:lnTo>
                <a:lnTo>
                  <a:pt x="1413110" y="1981200"/>
                </a:lnTo>
                <a:lnTo>
                  <a:pt x="1463583" y="1981200"/>
                </a:lnTo>
                <a:lnTo>
                  <a:pt x="1514046" y="1981200"/>
                </a:lnTo>
                <a:lnTo>
                  <a:pt x="1564519" y="1981200"/>
                </a:lnTo>
                <a:lnTo>
                  <a:pt x="1614983" y="1981200"/>
                </a:lnTo>
                <a:lnTo>
                  <a:pt x="1665456" y="1981200"/>
                </a:lnTo>
                <a:lnTo>
                  <a:pt x="1715919" y="1981200"/>
                </a:lnTo>
                <a:lnTo>
                  <a:pt x="1766392" y="1981200"/>
                </a:lnTo>
                <a:lnTo>
                  <a:pt x="1816856" y="1981200"/>
                </a:lnTo>
                <a:lnTo>
                  <a:pt x="1867329" y="1981200"/>
                </a:lnTo>
                <a:lnTo>
                  <a:pt x="1917792" y="1981200"/>
                </a:lnTo>
                <a:lnTo>
                  <a:pt x="1968265" y="1981200"/>
                </a:lnTo>
                <a:lnTo>
                  <a:pt x="2018729" y="1981200"/>
                </a:lnTo>
                <a:lnTo>
                  <a:pt x="2069201" y="1981200"/>
                </a:lnTo>
                <a:lnTo>
                  <a:pt x="2119170" y="1977619"/>
                </a:lnTo>
                <a:lnTo>
                  <a:pt x="2168862" y="1972056"/>
                </a:lnTo>
                <a:lnTo>
                  <a:pt x="2218553" y="1966503"/>
                </a:lnTo>
                <a:lnTo>
                  <a:pt x="2268245" y="1960940"/>
                </a:lnTo>
                <a:lnTo>
                  <a:pt x="2317937" y="1955387"/>
                </a:lnTo>
                <a:lnTo>
                  <a:pt x="2367629" y="1949834"/>
                </a:lnTo>
                <a:lnTo>
                  <a:pt x="2417321" y="1944272"/>
                </a:lnTo>
                <a:lnTo>
                  <a:pt x="2467013" y="1938719"/>
                </a:lnTo>
                <a:lnTo>
                  <a:pt x="2504942" y="1919259"/>
                </a:lnTo>
                <a:lnTo>
                  <a:pt x="2539965" y="1896351"/>
                </a:lnTo>
                <a:lnTo>
                  <a:pt x="2574988" y="1873444"/>
                </a:lnTo>
                <a:lnTo>
                  <a:pt x="2610002" y="1850536"/>
                </a:lnTo>
                <a:lnTo>
                  <a:pt x="2645026" y="1827628"/>
                </a:lnTo>
                <a:lnTo>
                  <a:pt x="2680040" y="1804730"/>
                </a:lnTo>
                <a:lnTo>
                  <a:pt x="2715063" y="1781823"/>
                </a:lnTo>
                <a:lnTo>
                  <a:pt x="2750087" y="1758915"/>
                </a:lnTo>
                <a:lnTo>
                  <a:pt x="2785100" y="1736007"/>
                </a:lnTo>
                <a:lnTo>
                  <a:pt x="2820124" y="1713100"/>
                </a:lnTo>
                <a:lnTo>
                  <a:pt x="2855138" y="1690202"/>
                </a:lnTo>
                <a:lnTo>
                  <a:pt x="2890161" y="1667294"/>
                </a:lnTo>
                <a:lnTo>
                  <a:pt x="2925185" y="1644386"/>
                </a:lnTo>
                <a:lnTo>
                  <a:pt x="2960199" y="1621479"/>
                </a:lnTo>
                <a:lnTo>
                  <a:pt x="2995222" y="1598571"/>
                </a:lnTo>
                <a:lnTo>
                  <a:pt x="3030236" y="1575664"/>
                </a:lnTo>
                <a:lnTo>
                  <a:pt x="3065259" y="1552766"/>
                </a:lnTo>
                <a:lnTo>
                  <a:pt x="3100283" y="1529858"/>
                </a:lnTo>
                <a:lnTo>
                  <a:pt x="3135297" y="1506950"/>
                </a:lnTo>
                <a:lnTo>
                  <a:pt x="3143250" y="1477166"/>
                </a:lnTo>
                <a:lnTo>
                  <a:pt x="3143250" y="1445352"/>
                </a:lnTo>
                <a:lnTo>
                  <a:pt x="3143250" y="1413539"/>
                </a:lnTo>
                <a:lnTo>
                  <a:pt x="3143250" y="1381735"/>
                </a:lnTo>
                <a:lnTo>
                  <a:pt x="3143250" y="1349921"/>
                </a:lnTo>
                <a:lnTo>
                  <a:pt x="3143250" y="1318108"/>
                </a:lnTo>
                <a:lnTo>
                  <a:pt x="3143250" y="1286304"/>
                </a:lnTo>
                <a:lnTo>
                  <a:pt x="3143250" y="1254490"/>
                </a:lnTo>
                <a:lnTo>
                  <a:pt x="3143250" y="1222677"/>
                </a:lnTo>
                <a:lnTo>
                  <a:pt x="3143250" y="1190873"/>
                </a:lnTo>
                <a:lnTo>
                  <a:pt x="3143250" y="1159059"/>
                </a:lnTo>
                <a:lnTo>
                  <a:pt x="3143250" y="1127246"/>
                </a:lnTo>
                <a:lnTo>
                  <a:pt x="3143250" y="1095442"/>
                </a:lnTo>
                <a:lnTo>
                  <a:pt x="3143250" y="1063628"/>
                </a:lnTo>
                <a:lnTo>
                  <a:pt x="3143250" y="1031815"/>
                </a:lnTo>
                <a:lnTo>
                  <a:pt x="3143250" y="1000011"/>
                </a:lnTo>
                <a:lnTo>
                  <a:pt x="3143250" y="968197"/>
                </a:lnTo>
                <a:lnTo>
                  <a:pt x="3143250" y="936384"/>
                </a:lnTo>
                <a:lnTo>
                  <a:pt x="3143250" y="904580"/>
                </a:lnTo>
                <a:lnTo>
                  <a:pt x="3143250" y="872766"/>
                </a:lnTo>
                <a:lnTo>
                  <a:pt x="3143250" y="840953"/>
                </a:lnTo>
                <a:lnTo>
                  <a:pt x="3143250" y="809149"/>
                </a:lnTo>
                <a:lnTo>
                  <a:pt x="3143250" y="777335"/>
                </a:lnTo>
                <a:lnTo>
                  <a:pt x="3143250" y="745522"/>
                </a:lnTo>
                <a:lnTo>
                  <a:pt x="3143250" y="713718"/>
                </a:lnTo>
                <a:lnTo>
                  <a:pt x="3143250" y="681904"/>
                </a:lnTo>
                <a:lnTo>
                  <a:pt x="3143250" y="650091"/>
                </a:lnTo>
                <a:lnTo>
                  <a:pt x="3143250" y="618287"/>
                </a:lnTo>
                <a:lnTo>
                  <a:pt x="3143250" y="586473"/>
                </a:lnTo>
                <a:lnTo>
                  <a:pt x="3143250" y="554660"/>
                </a:lnTo>
                <a:lnTo>
                  <a:pt x="3143250" y="522856"/>
                </a:lnTo>
                <a:lnTo>
                  <a:pt x="3143250" y="491042"/>
                </a:lnTo>
                <a:lnTo>
                  <a:pt x="3143250" y="459229"/>
                </a:lnTo>
                <a:lnTo>
                  <a:pt x="3143250" y="427425"/>
                </a:lnTo>
                <a:lnTo>
                  <a:pt x="3143250" y="395611"/>
                </a:lnTo>
                <a:lnTo>
                  <a:pt x="3143250" y="363798"/>
                </a:lnTo>
                <a:lnTo>
                  <a:pt x="3143250" y="331994"/>
                </a:lnTo>
                <a:lnTo>
                  <a:pt x="3143250" y="300180"/>
                </a:lnTo>
                <a:lnTo>
                  <a:pt x="3143250" y="268367"/>
                </a:lnTo>
                <a:lnTo>
                  <a:pt x="3143250" y="236563"/>
                </a:lnTo>
                <a:lnTo>
                  <a:pt x="3143250" y="204749"/>
                </a:lnTo>
                <a:lnTo>
                  <a:pt x="3143250" y="172936"/>
                </a:lnTo>
                <a:lnTo>
                  <a:pt x="3143250" y="141132"/>
                </a:lnTo>
                <a:lnTo>
                  <a:pt x="3143250" y="109318"/>
                </a:lnTo>
                <a:lnTo>
                  <a:pt x="3143250" y="77505"/>
                </a:lnTo>
                <a:lnTo>
                  <a:pt x="3143250" y="45701"/>
                </a:lnTo>
                <a:lnTo>
                  <a:pt x="3143250" y="13887"/>
                </a:lnTo>
                <a:lnTo>
                  <a:pt x="3114818" y="0"/>
                </a:lnTo>
                <a:lnTo>
                  <a:pt x="3064345" y="0"/>
                </a:lnTo>
                <a:lnTo>
                  <a:pt x="3013881" y="0"/>
                </a:lnTo>
                <a:lnTo>
                  <a:pt x="2963408" y="0"/>
                </a:lnTo>
                <a:lnTo>
                  <a:pt x="2912945" y="0"/>
                </a:lnTo>
                <a:lnTo>
                  <a:pt x="2862472" y="0"/>
                </a:lnTo>
                <a:lnTo>
                  <a:pt x="2812009" y="0"/>
                </a:lnTo>
                <a:lnTo>
                  <a:pt x="2761536" y="0"/>
                </a:lnTo>
                <a:lnTo>
                  <a:pt x="2711072" y="0"/>
                </a:lnTo>
                <a:lnTo>
                  <a:pt x="2660599" y="0"/>
                </a:lnTo>
                <a:lnTo>
                  <a:pt x="2610136" y="0"/>
                </a:lnTo>
                <a:lnTo>
                  <a:pt x="2559663" y="0"/>
                </a:lnTo>
                <a:lnTo>
                  <a:pt x="2509199" y="0"/>
                </a:lnTo>
                <a:lnTo>
                  <a:pt x="2458726" y="0"/>
                </a:lnTo>
                <a:lnTo>
                  <a:pt x="2408263" y="0"/>
                </a:lnTo>
                <a:lnTo>
                  <a:pt x="2357790" y="0"/>
                </a:lnTo>
                <a:lnTo>
                  <a:pt x="2307326" y="0"/>
                </a:lnTo>
                <a:lnTo>
                  <a:pt x="2256854" y="0"/>
                </a:lnTo>
                <a:lnTo>
                  <a:pt x="2206390" y="0"/>
                </a:lnTo>
                <a:lnTo>
                  <a:pt x="2155917" y="0"/>
                </a:lnTo>
                <a:lnTo>
                  <a:pt x="2105454" y="0"/>
                </a:lnTo>
                <a:lnTo>
                  <a:pt x="2054981" y="0"/>
                </a:lnTo>
                <a:lnTo>
                  <a:pt x="2004517" y="0"/>
                </a:lnTo>
                <a:lnTo>
                  <a:pt x="1954044" y="0"/>
                </a:lnTo>
                <a:lnTo>
                  <a:pt x="1903581" y="0"/>
                </a:lnTo>
                <a:lnTo>
                  <a:pt x="1853108" y="0"/>
                </a:lnTo>
                <a:lnTo>
                  <a:pt x="1802644" y="0"/>
                </a:lnTo>
                <a:lnTo>
                  <a:pt x="1752171" y="0"/>
                </a:lnTo>
                <a:lnTo>
                  <a:pt x="1701708" y="0"/>
                </a:lnTo>
                <a:lnTo>
                  <a:pt x="1651235" y="0"/>
                </a:lnTo>
                <a:lnTo>
                  <a:pt x="1600772" y="0"/>
                </a:lnTo>
                <a:lnTo>
                  <a:pt x="1550299" y="0"/>
                </a:lnTo>
                <a:lnTo>
                  <a:pt x="1499835" y="0"/>
                </a:lnTo>
                <a:lnTo>
                  <a:pt x="1449362" y="0"/>
                </a:lnTo>
                <a:lnTo>
                  <a:pt x="1398899" y="0"/>
                </a:lnTo>
                <a:lnTo>
                  <a:pt x="1348426" y="0"/>
                </a:lnTo>
                <a:lnTo>
                  <a:pt x="1297962" y="0"/>
                </a:lnTo>
                <a:lnTo>
                  <a:pt x="1247489" y="0"/>
                </a:lnTo>
                <a:lnTo>
                  <a:pt x="1197026" y="0"/>
                </a:lnTo>
                <a:lnTo>
                  <a:pt x="1146553" y="0"/>
                </a:lnTo>
                <a:lnTo>
                  <a:pt x="1096089" y="0"/>
                </a:lnTo>
                <a:lnTo>
                  <a:pt x="1045616" y="0"/>
                </a:lnTo>
                <a:lnTo>
                  <a:pt x="995143" y="0"/>
                </a:lnTo>
                <a:lnTo>
                  <a:pt x="944680" y="0"/>
                </a:lnTo>
                <a:lnTo>
                  <a:pt x="894207" y="0"/>
                </a:lnTo>
                <a:lnTo>
                  <a:pt x="843744" y="0"/>
                </a:lnTo>
                <a:lnTo>
                  <a:pt x="793280" y="0"/>
                </a:lnTo>
                <a:lnTo>
                  <a:pt x="742807" y="0"/>
                </a:lnTo>
                <a:lnTo>
                  <a:pt x="692334" y="0"/>
                </a:lnTo>
                <a:lnTo>
                  <a:pt x="641871" y="0"/>
                </a:lnTo>
                <a:lnTo>
                  <a:pt x="591398" y="0"/>
                </a:lnTo>
                <a:lnTo>
                  <a:pt x="540934" y="0"/>
                </a:lnTo>
                <a:lnTo>
                  <a:pt x="490461" y="0"/>
                </a:lnTo>
                <a:lnTo>
                  <a:pt x="439998" y="0"/>
                </a:lnTo>
                <a:lnTo>
                  <a:pt x="389525" y="0"/>
                </a:lnTo>
                <a:lnTo>
                  <a:pt x="339061" y="0"/>
                </a:lnTo>
                <a:lnTo>
                  <a:pt x="288588" y="0"/>
                </a:lnTo>
                <a:lnTo>
                  <a:pt x="238125" y="0"/>
                </a:lnTo>
                <a:lnTo>
                  <a:pt x="187652" y="0"/>
                </a:lnTo>
                <a:lnTo>
                  <a:pt x="137189" y="0"/>
                </a:lnTo>
                <a:lnTo>
                  <a:pt x="86716" y="0"/>
                </a:lnTo>
                <a:lnTo>
                  <a:pt x="36252" y="0"/>
                </a:lnTo>
                <a:lnTo>
                  <a:pt x="0" y="8963"/>
                </a:lnTo>
                <a:lnTo>
                  <a:pt x="0" y="40767"/>
                </a:lnTo>
                <a:lnTo>
                  <a:pt x="0" y="72581"/>
                </a:lnTo>
                <a:lnTo>
                  <a:pt x="0" y="104394"/>
                </a:lnTo>
                <a:lnTo>
                  <a:pt x="0" y="136198"/>
                </a:lnTo>
                <a:lnTo>
                  <a:pt x="0" y="168011"/>
                </a:lnTo>
                <a:lnTo>
                  <a:pt x="0" y="199825"/>
                </a:lnTo>
                <a:lnTo>
                  <a:pt x="0" y="231629"/>
                </a:lnTo>
                <a:lnTo>
                  <a:pt x="0" y="263442"/>
                </a:lnTo>
                <a:lnTo>
                  <a:pt x="0" y="295256"/>
                </a:lnTo>
                <a:lnTo>
                  <a:pt x="0" y="327060"/>
                </a:lnTo>
                <a:lnTo>
                  <a:pt x="0" y="358873"/>
                </a:lnTo>
                <a:lnTo>
                  <a:pt x="0" y="390687"/>
                </a:lnTo>
                <a:lnTo>
                  <a:pt x="0" y="422491"/>
                </a:lnTo>
                <a:lnTo>
                  <a:pt x="0" y="454304"/>
                </a:lnTo>
                <a:lnTo>
                  <a:pt x="0" y="486118"/>
                </a:lnTo>
                <a:lnTo>
                  <a:pt x="0" y="517922"/>
                </a:lnTo>
                <a:lnTo>
                  <a:pt x="0" y="549735"/>
                </a:lnTo>
                <a:lnTo>
                  <a:pt x="0" y="581549"/>
                </a:lnTo>
                <a:lnTo>
                  <a:pt x="0" y="613353"/>
                </a:lnTo>
                <a:lnTo>
                  <a:pt x="0" y="645166"/>
                </a:lnTo>
                <a:lnTo>
                  <a:pt x="0" y="676980"/>
                </a:lnTo>
                <a:lnTo>
                  <a:pt x="0" y="708784"/>
                </a:lnTo>
                <a:lnTo>
                  <a:pt x="0" y="740597"/>
                </a:lnTo>
                <a:lnTo>
                  <a:pt x="0" y="772411"/>
                </a:lnTo>
                <a:lnTo>
                  <a:pt x="0" y="804215"/>
                </a:lnTo>
                <a:lnTo>
                  <a:pt x="0" y="836028"/>
                </a:lnTo>
                <a:lnTo>
                  <a:pt x="0" y="867842"/>
                </a:lnTo>
                <a:lnTo>
                  <a:pt x="0" y="899646"/>
                </a:lnTo>
                <a:lnTo>
                  <a:pt x="0" y="931459"/>
                </a:lnTo>
                <a:lnTo>
                  <a:pt x="0" y="963273"/>
                </a:lnTo>
                <a:lnTo>
                  <a:pt x="0" y="995077"/>
                </a:lnTo>
                <a:lnTo>
                  <a:pt x="0" y="1026890"/>
                </a:lnTo>
                <a:lnTo>
                  <a:pt x="0" y="1058704"/>
                </a:lnTo>
                <a:lnTo>
                  <a:pt x="0" y="1090508"/>
                </a:lnTo>
                <a:lnTo>
                  <a:pt x="0" y="1122321"/>
                </a:lnTo>
                <a:lnTo>
                  <a:pt x="0" y="1154135"/>
                </a:lnTo>
                <a:lnTo>
                  <a:pt x="0" y="1185939"/>
                </a:lnTo>
                <a:lnTo>
                  <a:pt x="0" y="1217752"/>
                </a:lnTo>
                <a:lnTo>
                  <a:pt x="0" y="1249566"/>
                </a:lnTo>
                <a:lnTo>
                  <a:pt x="0" y="1281370"/>
                </a:lnTo>
                <a:lnTo>
                  <a:pt x="0" y="1313183"/>
                </a:lnTo>
                <a:lnTo>
                  <a:pt x="0" y="1344997"/>
                </a:lnTo>
                <a:lnTo>
                  <a:pt x="0" y="1376801"/>
                </a:lnTo>
                <a:lnTo>
                  <a:pt x="0" y="1408614"/>
                </a:lnTo>
                <a:lnTo>
                  <a:pt x="0" y="1440428"/>
                </a:lnTo>
                <a:lnTo>
                  <a:pt x="0" y="1472232"/>
                </a:lnTo>
                <a:lnTo>
                  <a:pt x="0" y="1504045"/>
                </a:lnTo>
                <a:lnTo>
                  <a:pt x="0" y="1535859"/>
                </a:lnTo>
                <a:lnTo>
                  <a:pt x="0" y="1567663"/>
                </a:lnTo>
                <a:lnTo>
                  <a:pt x="0" y="1599476"/>
                </a:lnTo>
                <a:lnTo>
                  <a:pt x="0" y="1631290"/>
                </a:lnTo>
                <a:lnTo>
                  <a:pt x="0" y="1663094"/>
                </a:lnTo>
                <a:lnTo>
                  <a:pt x="0" y="1694907"/>
                </a:lnTo>
                <a:lnTo>
                  <a:pt x="0" y="1726721"/>
                </a:lnTo>
                <a:lnTo>
                  <a:pt x="0" y="1758525"/>
                </a:lnTo>
                <a:lnTo>
                  <a:pt x="0" y="1790338"/>
                </a:lnTo>
                <a:lnTo>
                  <a:pt x="0" y="1822152"/>
                </a:lnTo>
                <a:lnTo>
                  <a:pt x="0" y="1853956"/>
                </a:lnTo>
                <a:lnTo>
                  <a:pt x="0" y="1885769"/>
                </a:lnTo>
                <a:lnTo>
                  <a:pt x="0" y="1917583"/>
                </a:lnTo>
                <a:lnTo>
                  <a:pt x="0" y="1949387"/>
                </a:lnTo>
                <a:lnTo>
                  <a:pt x="0" y="1981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0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713AB93A-7C82-453B-9B33-6B6C66C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3143250" cy="340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F6751A75-E2A6-44F2-94C5-2BFA2463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781" y="5521300"/>
            <a:ext cx="1158069" cy="479822"/>
          </a:xfrm>
          <a:custGeom xmlns:a="http://schemas.openxmlformats.org/drawingml/2006/main">
            <a:pathLst>
              <a:path w="1158069" h="479822">
                <a:moveTo>
                  <a:pt x="1158069" y="0"/>
                </a:moveTo>
                <a:lnTo>
                  <a:pt x="1156687" y="7963"/>
                </a:lnTo>
                <a:lnTo>
                  <a:pt x="1154878" y="15888"/>
                </a:lnTo>
                <a:lnTo>
                  <a:pt x="1152773" y="23774"/>
                </a:lnTo>
                <a:lnTo>
                  <a:pt x="1150391" y="31642"/>
                </a:lnTo>
                <a:lnTo>
                  <a:pt x="1147772" y="39481"/>
                </a:lnTo>
                <a:lnTo>
                  <a:pt x="1144924" y="47282"/>
                </a:lnTo>
                <a:lnTo>
                  <a:pt x="1141857" y="55055"/>
                </a:lnTo>
                <a:lnTo>
                  <a:pt x="1138590" y="62789"/>
                </a:lnTo>
                <a:lnTo>
                  <a:pt x="1135113" y="70485"/>
                </a:lnTo>
                <a:lnTo>
                  <a:pt x="1131446" y="78153"/>
                </a:lnTo>
                <a:lnTo>
                  <a:pt x="1127579" y="85782"/>
                </a:lnTo>
                <a:lnTo>
                  <a:pt x="1123521" y="93364"/>
                </a:lnTo>
                <a:lnTo>
                  <a:pt x="1119283" y="100917"/>
                </a:lnTo>
                <a:lnTo>
                  <a:pt x="1114854" y="108423"/>
                </a:lnTo>
                <a:lnTo>
                  <a:pt x="1110244" y="115881"/>
                </a:lnTo>
                <a:lnTo>
                  <a:pt x="1105452" y="123292"/>
                </a:lnTo>
                <a:lnTo>
                  <a:pt x="1100480" y="130664"/>
                </a:lnTo>
                <a:lnTo>
                  <a:pt x="1095327" y="137979"/>
                </a:lnTo>
                <a:lnTo>
                  <a:pt x="1090003" y="145247"/>
                </a:lnTo>
                <a:lnTo>
                  <a:pt x="1084497" y="152467"/>
                </a:lnTo>
                <a:lnTo>
                  <a:pt x="1078821" y="159629"/>
                </a:lnTo>
                <a:lnTo>
                  <a:pt x="1072972" y="166735"/>
                </a:lnTo>
                <a:lnTo>
                  <a:pt x="1066943" y="173784"/>
                </a:lnTo>
                <a:lnTo>
                  <a:pt x="1060752" y="180775"/>
                </a:lnTo>
                <a:lnTo>
                  <a:pt x="1054389" y="187700"/>
                </a:lnTo>
                <a:lnTo>
                  <a:pt x="1047864" y="194567"/>
                </a:lnTo>
                <a:lnTo>
                  <a:pt x="1041159" y="201368"/>
                </a:lnTo>
                <a:lnTo>
                  <a:pt x="1034301" y="208112"/>
                </a:lnTo>
                <a:lnTo>
                  <a:pt x="1027271" y="214779"/>
                </a:lnTo>
                <a:lnTo>
                  <a:pt x="1020080" y="221380"/>
                </a:lnTo>
                <a:lnTo>
                  <a:pt x="1012727" y="227914"/>
                </a:lnTo>
                <a:lnTo>
                  <a:pt x="1005221" y="234372"/>
                </a:lnTo>
                <a:lnTo>
                  <a:pt x="997553" y="240754"/>
                </a:lnTo>
                <a:lnTo>
                  <a:pt x="989733" y="247059"/>
                </a:lnTo>
                <a:lnTo>
                  <a:pt x="981751" y="253289"/>
                </a:lnTo>
                <a:lnTo>
                  <a:pt x="973626" y="259442"/>
                </a:lnTo>
                <a:lnTo>
                  <a:pt x="965349" y="265519"/>
                </a:lnTo>
                <a:lnTo>
                  <a:pt x="956920" y="271510"/>
                </a:lnTo>
                <a:lnTo>
                  <a:pt x="948357" y="277416"/>
                </a:lnTo>
                <a:lnTo>
                  <a:pt x="939641" y="283245"/>
                </a:lnTo>
                <a:lnTo>
                  <a:pt x="930783" y="288989"/>
                </a:lnTo>
                <a:lnTo>
                  <a:pt x="921801" y="294637"/>
                </a:lnTo>
                <a:lnTo>
                  <a:pt x="912666" y="300209"/>
                </a:lnTo>
                <a:lnTo>
                  <a:pt x="903408" y="305695"/>
                </a:lnTo>
                <a:lnTo>
                  <a:pt x="894026" y="311086"/>
                </a:lnTo>
                <a:lnTo>
                  <a:pt x="884501" y="316392"/>
                </a:lnTo>
                <a:lnTo>
                  <a:pt x="874862" y="321602"/>
                </a:lnTo>
                <a:lnTo>
                  <a:pt x="865099" y="326727"/>
                </a:lnTo>
                <a:lnTo>
                  <a:pt x="855221" y="331756"/>
                </a:lnTo>
                <a:lnTo>
                  <a:pt x="845220" y="336699"/>
                </a:lnTo>
                <a:lnTo>
                  <a:pt x="835114" y="341538"/>
                </a:lnTo>
                <a:lnTo>
                  <a:pt x="824894" y="346300"/>
                </a:lnTo>
                <a:lnTo>
                  <a:pt x="814568" y="350958"/>
                </a:lnTo>
                <a:lnTo>
                  <a:pt x="804139" y="355530"/>
                </a:lnTo>
                <a:lnTo>
                  <a:pt x="793604" y="359997"/>
                </a:lnTo>
                <a:lnTo>
                  <a:pt x="782974" y="364388"/>
                </a:lnTo>
                <a:lnTo>
                  <a:pt x="772239" y="368675"/>
                </a:lnTo>
                <a:lnTo>
                  <a:pt x="761429" y="372875"/>
                </a:lnTo>
                <a:lnTo>
                  <a:pt x="750513" y="376971"/>
                </a:lnTo>
                <a:lnTo>
                  <a:pt x="739521" y="380981"/>
                </a:lnTo>
                <a:lnTo>
                  <a:pt x="728443" y="384905"/>
                </a:lnTo>
                <a:lnTo>
                  <a:pt x="717290" y="388725"/>
                </a:lnTo>
                <a:lnTo>
                  <a:pt x="706050" y="392459"/>
                </a:lnTo>
                <a:lnTo>
                  <a:pt x="694734" y="396107"/>
                </a:lnTo>
                <a:lnTo>
                  <a:pt x="683352" y="399659"/>
                </a:lnTo>
                <a:lnTo>
                  <a:pt x="671903" y="403117"/>
                </a:lnTo>
                <a:lnTo>
                  <a:pt x="660378" y="406489"/>
                </a:lnTo>
                <a:lnTo>
                  <a:pt x="648795" y="409775"/>
                </a:lnTo>
                <a:lnTo>
                  <a:pt x="637146" y="412966"/>
                </a:lnTo>
                <a:lnTo>
                  <a:pt x="625440" y="416071"/>
                </a:lnTo>
                <a:lnTo>
                  <a:pt x="613677" y="419100"/>
                </a:lnTo>
                <a:lnTo>
                  <a:pt x="601856" y="422034"/>
                </a:lnTo>
                <a:lnTo>
                  <a:pt x="589988" y="424882"/>
                </a:lnTo>
                <a:lnTo>
                  <a:pt x="578063" y="427644"/>
                </a:lnTo>
                <a:lnTo>
                  <a:pt x="566090" y="430330"/>
                </a:lnTo>
                <a:lnTo>
                  <a:pt x="554079" y="432921"/>
                </a:lnTo>
                <a:lnTo>
                  <a:pt x="542020" y="435445"/>
                </a:lnTo>
                <a:lnTo>
                  <a:pt x="529923" y="437874"/>
                </a:lnTo>
                <a:lnTo>
                  <a:pt x="517779" y="440236"/>
                </a:lnTo>
                <a:lnTo>
                  <a:pt x="505597" y="442512"/>
                </a:lnTo>
                <a:lnTo>
                  <a:pt x="493385" y="444703"/>
                </a:lnTo>
                <a:lnTo>
                  <a:pt x="481136" y="446827"/>
                </a:lnTo>
                <a:lnTo>
                  <a:pt x="468859" y="448875"/>
                </a:lnTo>
                <a:lnTo>
                  <a:pt x="456543" y="450847"/>
                </a:lnTo>
                <a:lnTo>
                  <a:pt x="444208" y="452742"/>
                </a:lnTo>
                <a:lnTo>
                  <a:pt x="431835" y="454562"/>
                </a:lnTo>
                <a:lnTo>
                  <a:pt x="419443" y="456314"/>
                </a:lnTo>
                <a:lnTo>
                  <a:pt x="407022" y="457991"/>
                </a:lnTo>
                <a:lnTo>
                  <a:pt x="394573" y="459600"/>
                </a:lnTo>
                <a:lnTo>
                  <a:pt x="382105" y="461143"/>
                </a:lnTo>
                <a:lnTo>
                  <a:pt x="369627" y="462610"/>
                </a:lnTo>
                <a:lnTo>
                  <a:pt x="357121" y="464020"/>
                </a:lnTo>
                <a:lnTo>
                  <a:pt x="344595" y="465353"/>
                </a:lnTo>
                <a:lnTo>
                  <a:pt x="332051" y="466630"/>
                </a:lnTo>
                <a:lnTo>
                  <a:pt x="319497" y="467830"/>
                </a:lnTo>
                <a:lnTo>
                  <a:pt x="306924" y="468973"/>
                </a:lnTo>
                <a:lnTo>
                  <a:pt x="294332" y="470059"/>
                </a:lnTo>
                <a:lnTo>
                  <a:pt x="281730" y="471078"/>
                </a:lnTo>
                <a:lnTo>
                  <a:pt x="269119" y="472030"/>
                </a:lnTo>
                <a:lnTo>
                  <a:pt x="256499" y="472935"/>
                </a:lnTo>
                <a:lnTo>
                  <a:pt x="243869" y="473774"/>
                </a:lnTo>
                <a:lnTo>
                  <a:pt x="231229" y="474555"/>
                </a:lnTo>
                <a:lnTo>
                  <a:pt x="218570" y="475278"/>
                </a:lnTo>
                <a:lnTo>
                  <a:pt x="205911" y="475936"/>
                </a:lnTo>
                <a:lnTo>
                  <a:pt x="193253" y="476545"/>
                </a:lnTo>
                <a:lnTo>
                  <a:pt x="180575" y="477107"/>
                </a:lnTo>
                <a:lnTo>
                  <a:pt x="167897" y="477612"/>
                </a:lnTo>
                <a:lnTo>
                  <a:pt x="155219" y="478060"/>
                </a:lnTo>
                <a:lnTo>
                  <a:pt x="142532" y="478450"/>
                </a:lnTo>
                <a:lnTo>
                  <a:pt x="129835" y="478793"/>
                </a:lnTo>
                <a:lnTo>
                  <a:pt x="117148" y="479088"/>
                </a:lnTo>
                <a:lnTo>
                  <a:pt x="104451" y="479327"/>
                </a:lnTo>
                <a:lnTo>
                  <a:pt x="91745" y="479527"/>
                </a:lnTo>
                <a:lnTo>
                  <a:pt x="79048" y="479669"/>
                </a:lnTo>
                <a:lnTo>
                  <a:pt x="66351" y="479765"/>
                </a:lnTo>
                <a:lnTo>
                  <a:pt x="53645" y="479812"/>
                </a:lnTo>
                <a:lnTo>
                  <a:pt x="40938" y="479822"/>
                </a:lnTo>
                <a:lnTo>
                  <a:pt x="28242" y="479774"/>
                </a:lnTo>
                <a:lnTo>
                  <a:pt x="15535" y="479689"/>
                </a:lnTo>
                <a:lnTo>
                  <a:pt x="2838" y="479555"/>
                </a:lnTo>
                <a:lnTo>
                  <a:pt x="0" y="479422"/>
                </a:lnTo>
                <a:lnTo>
                  <a:pt x="12697" y="479222"/>
                </a:lnTo>
                <a:lnTo>
                  <a:pt x="25394" y="478888"/>
                </a:lnTo>
                <a:lnTo>
                  <a:pt x="38071" y="478450"/>
                </a:lnTo>
                <a:lnTo>
                  <a:pt x="50749" y="477917"/>
                </a:lnTo>
                <a:lnTo>
                  <a:pt x="63408" y="477288"/>
                </a:lnTo>
                <a:lnTo>
                  <a:pt x="76067" y="476574"/>
                </a:lnTo>
                <a:lnTo>
                  <a:pt x="88706" y="475774"/>
                </a:lnTo>
                <a:lnTo>
                  <a:pt x="101327" y="474888"/>
                </a:lnTo>
                <a:lnTo>
                  <a:pt x="113938" y="473916"/>
                </a:lnTo>
                <a:lnTo>
                  <a:pt x="126530" y="472869"/>
                </a:lnTo>
                <a:lnTo>
                  <a:pt x="139103" y="471726"/>
                </a:lnTo>
                <a:lnTo>
                  <a:pt x="151657" y="470506"/>
                </a:lnTo>
                <a:lnTo>
                  <a:pt x="164192" y="469202"/>
                </a:lnTo>
                <a:lnTo>
                  <a:pt x="176698" y="467811"/>
                </a:lnTo>
                <a:lnTo>
                  <a:pt x="189186" y="466325"/>
                </a:lnTo>
                <a:lnTo>
                  <a:pt x="201635" y="464753"/>
                </a:lnTo>
                <a:lnTo>
                  <a:pt x="214065" y="463096"/>
                </a:lnTo>
                <a:lnTo>
                  <a:pt x="226457" y="461343"/>
                </a:lnTo>
                <a:lnTo>
                  <a:pt x="238820" y="459496"/>
                </a:lnTo>
                <a:lnTo>
                  <a:pt x="251146" y="457552"/>
                </a:lnTo>
                <a:lnTo>
                  <a:pt x="263423" y="455514"/>
                </a:lnTo>
                <a:lnTo>
                  <a:pt x="275663" y="453371"/>
                </a:lnTo>
                <a:lnTo>
                  <a:pt x="287855" y="451133"/>
                </a:lnTo>
                <a:lnTo>
                  <a:pt x="299999" y="448780"/>
                </a:lnTo>
                <a:lnTo>
                  <a:pt x="312096" y="446322"/>
                </a:lnTo>
                <a:lnTo>
                  <a:pt x="324126" y="443751"/>
                </a:lnTo>
                <a:lnTo>
                  <a:pt x="336090" y="441074"/>
                </a:lnTo>
                <a:lnTo>
                  <a:pt x="347996" y="438274"/>
                </a:lnTo>
                <a:lnTo>
                  <a:pt x="359826" y="435359"/>
                </a:lnTo>
                <a:lnTo>
                  <a:pt x="371570" y="432321"/>
                </a:lnTo>
                <a:lnTo>
                  <a:pt x="383238" y="429149"/>
                </a:lnTo>
                <a:lnTo>
                  <a:pt x="394811" y="425853"/>
                </a:lnTo>
                <a:lnTo>
                  <a:pt x="406289" y="422424"/>
                </a:lnTo>
                <a:lnTo>
                  <a:pt x="417662" y="418852"/>
                </a:lnTo>
                <a:lnTo>
                  <a:pt x="428920" y="415147"/>
                </a:lnTo>
                <a:lnTo>
                  <a:pt x="440065" y="411299"/>
                </a:lnTo>
                <a:lnTo>
                  <a:pt x="451066" y="407299"/>
                </a:lnTo>
                <a:lnTo>
                  <a:pt x="461924" y="403146"/>
                </a:lnTo>
                <a:lnTo>
                  <a:pt x="472640" y="398840"/>
                </a:lnTo>
                <a:lnTo>
                  <a:pt x="483184" y="394383"/>
                </a:lnTo>
                <a:lnTo>
                  <a:pt x="493557" y="389763"/>
                </a:lnTo>
                <a:lnTo>
                  <a:pt x="503749" y="384972"/>
                </a:lnTo>
                <a:lnTo>
                  <a:pt x="513731" y="380028"/>
                </a:lnTo>
                <a:lnTo>
                  <a:pt x="523494" y="374904"/>
                </a:lnTo>
                <a:lnTo>
                  <a:pt x="533038" y="369627"/>
                </a:lnTo>
                <a:lnTo>
                  <a:pt x="542334" y="364169"/>
                </a:lnTo>
                <a:lnTo>
                  <a:pt x="551374" y="358540"/>
                </a:lnTo>
                <a:lnTo>
                  <a:pt x="560146" y="352749"/>
                </a:lnTo>
                <a:lnTo>
                  <a:pt x="568623" y="346786"/>
                </a:lnTo>
                <a:lnTo>
                  <a:pt x="576796" y="340662"/>
                </a:lnTo>
                <a:lnTo>
                  <a:pt x="584645" y="334366"/>
                </a:lnTo>
                <a:lnTo>
                  <a:pt x="592169" y="327917"/>
                </a:lnTo>
                <a:lnTo>
                  <a:pt x="599351" y="321307"/>
                </a:lnTo>
                <a:lnTo>
                  <a:pt x="606171" y="314554"/>
                </a:lnTo>
                <a:lnTo>
                  <a:pt x="612619" y="307658"/>
                </a:lnTo>
                <a:lnTo>
                  <a:pt x="618696" y="300628"/>
                </a:lnTo>
                <a:lnTo>
                  <a:pt x="624383" y="293465"/>
                </a:lnTo>
                <a:lnTo>
                  <a:pt x="629679" y="286188"/>
                </a:lnTo>
                <a:lnTo>
                  <a:pt x="634575" y="278806"/>
                </a:lnTo>
                <a:lnTo>
                  <a:pt x="639080" y="271320"/>
                </a:lnTo>
                <a:lnTo>
                  <a:pt x="643176" y="263738"/>
                </a:lnTo>
                <a:lnTo>
                  <a:pt x="646871" y="256080"/>
                </a:lnTo>
                <a:lnTo>
                  <a:pt x="650167" y="248345"/>
                </a:lnTo>
                <a:lnTo>
                  <a:pt x="653082" y="240554"/>
                </a:lnTo>
                <a:lnTo>
                  <a:pt x="655606" y="232705"/>
                </a:lnTo>
                <a:lnTo>
                  <a:pt x="657739" y="224819"/>
                </a:lnTo>
                <a:lnTo>
                  <a:pt x="659511" y="216894"/>
                </a:lnTo>
                <a:lnTo>
                  <a:pt x="660921" y="208931"/>
                </a:lnTo>
                <a:lnTo>
                  <a:pt x="661978" y="200949"/>
                </a:lnTo>
                <a:lnTo>
                  <a:pt x="662683" y="192957"/>
                </a:lnTo>
                <a:lnTo>
                  <a:pt x="663064" y="184956"/>
                </a:lnTo>
                <a:lnTo>
                  <a:pt x="663121" y="176946"/>
                </a:lnTo>
                <a:lnTo>
                  <a:pt x="662873" y="168945"/>
                </a:lnTo>
                <a:lnTo>
                  <a:pt x="662321" y="160944"/>
                </a:lnTo>
                <a:lnTo>
                  <a:pt x="661483" y="152962"/>
                </a:lnTo>
                <a:lnTo>
                  <a:pt x="673237" y="151000"/>
                </a:lnTo>
                <a:lnTo>
                  <a:pt x="685619" y="149209"/>
                </a:lnTo>
                <a:lnTo>
                  <a:pt x="697954" y="147295"/>
                </a:lnTo>
                <a:lnTo>
                  <a:pt x="710251" y="145294"/>
                </a:lnTo>
                <a:lnTo>
                  <a:pt x="722509" y="143199"/>
                </a:lnTo>
                <a:lnTo>
                  <a:pt x="734739" y="141018"/>
                </a:lnTo>
                <a:lnTo>
                  <a:pt x="746922" y="138751"/>
                </a:lnTo>
                <a:lnTo>
                  <a:pt x="759066" y="136408"/>
                </a:lnTo>
                <a:lnTo>
                  <a:pt x="771182" y="133998"/>
                </a:lnTo>
                <a:lnTo>
                  <a:pt x="783250" y="131502"/>
                </a:lnTo>
                <a:lnTo>
                  <a:pt x="795280" y="128930"/>
                </a:lnTo>
                <a:lnTo>
                  <a:pt x="807272" y="126282"/>
                </a:lnTo>
                <a:lnTo>
                  <a:pt x="819217" y="123568"/>
                </a:lnTo>
                <a:lnTo>
                  <a:pt x="831123" y="120767"/>
                </a:lnTo>
                <a:lnTo>
                  <a:pt x="842982" y="117900"/>
                </a:lnTo>
                <a:lnTo>
                  <a:pt x="854793" y="114967"/>
                </a:lnTo>
                <a:lnTo>
                  <a:pt x="866565" y="111947"/>
                </a:lnTo>
                <a:lnTo>
                  <a:pt x="878281" y="108861"/>
                </a:lnTo>
                <a:lnTo>
                  <a:pt x="889949" y="105689"/>
                </a:lnTo>
                <a:lnTo>
                  <a:pt x="901560" y="102451"/>
                </a:lnTo>
                <a:lnTo>
                  <a:pt x="913124" y="99136"/>
                </a:lnTo>
                <a:lnTo>
                  <a:pt x="924630" y="95736"/>
                </a:lnTo>
                <a:lnTo>
                  <a:pt x="936079" y="92269"/>
                </a:lnTo>
                <a:lnTo>
                  <a:pt x="947461" y="88716"/>
                </a:lnTo>
                <a:lnTo>
                  <a:pt x="958787" y="85087"/>
                </a:lnTo>
                <a:lnTo>
                  <a:pt x="970045" y="81382"/>
                </a:lnTo>
                <a:lnTo>
                  <a:pt x="981237" y="77600"/>
                </a:lnTo>
                <a:lnTo>
                  <a:pt x="992362" y="73724"/>
                </a:lnTo>
                <a:lnTo>
                  <a:pt x="1003402" y="69771"/>
                </a:lnTo>
                <a:lnTo>
                  <a:pt x="1014374" y="65742"/>
                </a:lnTo>
                <a:lnTo>
                  <a:pt x="1025271" y="61617"/>
                </a:lnTo>
                <a:lnTo>
                  <a:pt x="1036082" y="57417"/>
                </a:lnTo>
                <a:lnTo>
                  <a:pt x="1046807" y="53121"/>
                </a:lnTo>
                <a:lnTo>
                  <a:pt x="1057437" y="48749"/>
                </a:lnTo>
                <a:lnTo>
                  <a:pt x="1067981" y="44282"/>
                </a:lnTo>
                <a:lnTo>
                  <a:pt x="1078430" y="39729"/>
                </a:lnTo>
                <a:lnTo>
                  <a:pt x="1088784" y="35081"/>
                </a:lnTo>
                <a:lnTo>
                  <a:pt x="1099023" y="30347"/>
                </a:lnTo>
                <a:lnTo>
                  <a:pt x="1109158" y="25527"/>
                </a:lnTo>
                <a:lnTo>
                  <a:pt x="1119188" y="20603"/>
                </a:lnTo>
                <a:lnTo>
                  <a:pt x="1129094" y="15592"/>
                </a:lnTo>
                <a:lnTo>
                  <a:pt x="1138876" y="10497"/>
                </a:lnTo>
                <a:lnTo>
                  <a:pt x="1148544" y="5296"/>
                </a:lnTo>
                <a:lnTo>
                  <a:pt x="1158069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32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05AEF632-5D5B-4951-9831-48847D2C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有效表达能力</a:t>
            </a:r>
          </a:p>
        </p:txBody>
      </p:sp>
      <p:sp>
        <p:nvSpPr>
          <p:cNvPr id="33" name="note-body-0">
            <a:extLst xmlns:a="http://schemas.openxmlformats.org/drawingml/2006/main">
              <a:ext uri="{FF2B5EF4-FFF2-40B4-BE49-F238E27FC236}">
                <a16:creationId xmlns:a16="http://schemas.microsoft.com/office/drawing/2014/main" id="{A8AD2DA3-D1E4-4450-9246-3849DDE0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14575"/>
            <a:ext cx="2461317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积累多少真正有效的表达方式。</a:t>
            </a:r>
          </a:p>
        </p:txBody>
      </p:sp>
      <p:sp>
        <p:nvSpPr>
          <p:cNvPr id="34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18E6A9DB-7706-4FE0-89A8-A5A80580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18478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可靠的内容路由</a:t>
            </a:r>
          </a:p>
        </p:txBody>
      </p:sp>
      <p:sp>
        <p:nvSpPr>
          <p:cNvPr id="35" name="note-body-1">
            <a:extLst xmlns:a="http://schemas.openxmlformats.org/drawingml/2006/main">
              <a:ext uri="{FF2B5EF4-FFF2-40B4-BE49-F238E27FC236}">
                <a16:creationId xmlns:a16="http://schemas.microsoft.com/office/drawing/2014/main" id="{A4215818-5731-409B-BA3E-A3B9634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314575"/>
            <a:ext cx="2461317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把新内容稳定地路由到正确的能力。</a:t>
            </a:r>
          </a:p>
        </p:txBody>
      </p:sp>
      <p:sp>
        <p:nvSpPr>
          <p:cNvPr id="36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F472370B-0F89-4374-8915-968E267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容量与失败边界</a:t>
            </a:r>
          </a:p>
        </p:txBody>
      </p:sp>
      <p:sp>
        <p:nvSpPr>
          <p:cNvPr id="37" name="note-body-2">
            <a:extLst xmlns:a="http://schemas.openxmlformats.org/drawingml/2006/main">
              <a:ext uri="{FF2B5EF4-FFF2-40B4-BE49-F238E27FC236}">
                <a16:creationId xmlns:a16="http://schemas.microsoft.com/office/drawing/2014/main" id="{52592231-6C7A-444F-8F59-B464BBC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486275"/>
            <a:ext cx="2461317" cy="420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知道每种能力的容量、变化方式与失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败边界。</a:t>
            </a:r>
          </a:p>
        </p:txBody>
      </p:sp>
      <p:sp>
        <p:nvSpPr>
          <p:cNvPr id="38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64B6BD78-9187-49AA-90CF-BEBF538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019550"/>
            <a:ext cx="2347017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规范且可编辑的交付</a:t>
            </a:r>
          </a:p>
        </p:txBody>
      </p:sp>
      <p:sp>
        <p:nvSpPr>
          <p:cNvPr id="39" name="note-body-3">
            <a:extLst xmlns:a="http://schemas.openxmlformats.org/drawingml/2006/main">
              <a:ext uri="{FF2B5EF4-FFF2-40B4-BE49-F238E27FC236}">
                <a16:creationId xmlns:a16="http://schemas.microsoft.com/office/drawing/2014/main" id="{F3E173DB-57C5-4898-BBCE-676EF70F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4486275"/>
            <a:ext cx="2461317" cy="420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稳定生成符合组织规范、原生可编辑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的结果。</a:t>
            </a:r>
          </a:p>
        </p:txBody>
      </p:sp>
      <p:sp>
        <p:nvSpPr>
          <p:cNvPr id="40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6BAD3ABD-9B85-4FCF-8D1E-A46C377B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cfb65eb394b37">
            <a:extLst>
              <a:ext uri="{96DAC541-7B7A-43D3-8B79-37D633B846F1}">
                <asvg:svgBlip xmlns:asvg="http://schemas.microsoft.com/office/drawing/2016/SVG/main" r:embed="R04837ad4ba5f4b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2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3B0E9BB4-C94E-42F2-9217-26D28C9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cb448ffb442a9">
            <a:extLst>
              <a:ext uri="{96DAC541-7B7A-43D3-8B79-37D633B846F1}">
                <asvg:svgBlip xmlns:asvg="http://schemas.microsoft.com/office/drawing/2016/SVG/main" r:embed="Rcdd2aba641894a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19145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4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875904C0-1651-40B1-8B09-B7829C43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25b70da08482d">
            <a:extLst>
              <a:ext uri="{96DAC541-7B7A-43D3-8B79-37D633B846F1}">
                <asvg:svgBlip xmlns:asvg="http://schemas.microsoft.com/office/drawing/2016/SVG/main" r:embed="R46bcb268047248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40862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6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49E29FDD-B7E4-49C8-AC13-8FC6F701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4019550"/>
            <a:ext cx="419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fa609dbe64c63">
            <a:extLst>
              <a:ext uri="{96DAC541-7B7A-43D3-8B79-37D633B846F1}">
                <asvg:svgBlip xmlns:asvg="http://schemas.microsoft.com/office/drawing/2016/SVG/main" r:embed="R1ebfbb40cedd45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29375" y="4086225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AC11CB9-F6DC-422D-B2BF-831415C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C5B5E30-77DB-463B-9D26-91FDB5E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FEAF0A52-AB5A-494E-9F4B-4AC8AB3E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1649AE86-DB64-432E-83F6-C609D800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D7E46290-D496-4654-86FE-F294E7C5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第一站：东北大学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B384B488-D1CF-4C66-9150-379148DD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有明确的视觉规范、持续发生的汇报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需求与真实可检验的使用边界⁠。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8382D42A-9376-4C35-A8D1-F16ADEF5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8DA02D9C-B61A-4116-8601-02F48DF5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主题可换，能力可复用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CB9E24AB-5585-499B-893C-A521DC90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颜色、Logo、字体与页眉页脚由主题配置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替换，内容理解规则与表达能力继续复用⁠。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•⁠其他学校、科研院所、实验室、企业与团队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•⁠也能承载某个特别会做 PPT 的人的长期风格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E4A08-FCF3-4B57-A9E6-8FBDA900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3E7104CE-B788-482B-B74D-8F7574A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7763307C-E2C8-4DE7-9960-825EA910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不要求人人会设计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365C82E1-28C6-4953-9EE1-CF1309FD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61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把少数人头脑里的能力，变成更多人可以低成本获得的生产力⁠。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•⁠组织不必要求每名成员都成为设计师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•⁠日常输出也能稳定达到组织的基本标准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7AD63E93-AE1F-4DCC-8027-132B20D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EC0041D-EC3D-40C9-81CD-D513AD33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3009CC0F-0953-431F-82C0-BB462C4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E9BDF0FC-DC3C-4506-AABD-DA56A11F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7FC4F658-8AEE-491E-A51A-DC7AA08D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B0941317-2EA1-4D3D-8E5A-756CA72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帮我们读稿子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80A6C165-1696-4ABA-B82B-4382CF3F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理解稿件与叙事⁠。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8E25377-A511-4B7B-8873-BEC1880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42E5A682-E262-4F5F-B878-115FF0B2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05E96836-D152-4278-A289-C492A766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4C7CD04E-12F3-47A7-85B3-F392BFCB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6A55A2E7-F44B-4875-BB16-29D59D1F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规则帮我们做判断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A6B3ED5F-14FB-4356-A2DD-98CF4435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让已验证的经验被稳定调用⁠。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585557E-C097-40C9-B7A8-CBFE3434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24B6F983-555F-4738-958F-7884A52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46B86CB2-0CB5-4199-9030-CDDB64F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9D876B63-D87A-49B1-9C06-282229DE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BA1ED456-915E-4205-A5E8-CB53410E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代码完成重复劳动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98BA7FEA-843A-40E6-82B8-ECB40B97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稳定排版并编译成可继续修改的 PPTX⁠。</a:t>
            </a:r>
          </a:p>
        </p:txBody>
      </p:sp>
      <p:sp>
        <p:nvSpPr>
          <p:cNvPr id="33" name="PPAGENT_QA|parent=composition-grid-3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0391432-3F67-42D6-9B03-10868EA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PPAGENT_QA|within=composition-grid-3|role=card">
            <a:extLst xmlns:a="http://schemas.openxmlformats.org/drawingml/2006/main">
              <a:ext uri="{FF2B5EF4-FFF2-40B4-BE49-F238E27FC236}">
                <a16:creationId xmlns:a16="http://schemas.microsoft.com/office/drawing/2014/main" id="{2469B038-129F-4995-9B06-9BE97CA7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5" name="PPAGENT_QA|within=composition-grid-3|role=accent">
            <a:extLst xmlns:a="http://schemas.openxmlformats.org/drawingml/2006/main">
              <a:ext uri="{FF2B5EF4-FFF2-40B4-BE49-F238E27FC236}">
                <a16:creationId xmlns:a16="http://schemas.microsoft.com/office/drawing/2014/main" id="{5C1BBEAD-D1D0-4FA6-9288-306450ED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PAGENT_QA|within=composition-grid-3|role=index">
            <a:extLst xmlns:a="http://schemas.openxmlformats.org/drawingml/2006/main">
              <a:ext uri="{FF2B5EF4-FFF2-40B4-BE49-F238E27FC236}">
                <a16:creationId xmlns:a16="http://schemas.microsoft.com/office/drawing/2014/main" id="{C88384C8-66E3-48FF-9C4D-1E6962B9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PPAGENT_QA|within=composition-grid-3|role=title">
            <a:extLst xmlns:a="http://schemas.openxmlformats.org/drawingml/2006/main">
              <a:ext uri="{FF2B5EF4-FFF2-40B4-BE49-F238E27FC236}">
                <a16:creationId xmlns:a16="http://schemas.microsoft.com/office/drawing/2014/main" id="{35AD7086-5449-4B81-9321-5CB63CAB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普通人也能很快得到一套</a:t>
            </a:r>
          </a:p>
        </p:txBody>
      </p:sp>
      <p:sp>
        <p:nvSpPr>
          <p:cNvPr id="38" name="PPAGENT_QA|within=composition-grid-3|role=body">
            <a:extLst xmlns:a="http://schemas.openxmlformats.org/drawingml/2006/main">
              <a:ext uri="{FF2B5EF4-FFF2-40B4-BE49-F238E27FC236}">
                <a16:creationId xmlns:a16="http://schemas.microsoft.com/office/drawing/2014/main" id="{5A2285D6-3F86-46FA-A9A4-E45824D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不一定惊艳，但靠谱⁠；不一定独一无二，但真的好用⁠。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•⁠可以立刻拿去讲，也可以继续修改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•⁠持续做到，普通问题就能成为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可靠的产品能力与一门真正的生意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3DC14619-EB5C-45A0-A70A-6F4737FB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感谢聆听
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2026-09-04T17:06:12.8180000Z</dcterms:created>
  <dcterms:modified xsi:type="dcterms:W3CDTF">2026-09-04T17:06:12.8180000Z</dcterms:modified>
</coreProperties>
</file>