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8009ab25e54c2b" /><Relationship Type="http://schemas.openxmlformats.org/officeDocument/2006/relationships/extended-properties" Target="/docProps/app.xml" Id="R64e95621eda34fa8" /><Relationship Type="http://schemas.openxmlformats.org/officeDocument/2006/relationships/officeDocument" Target="/ppt/presentation.xml" Id="R0f2d977f786e4c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d830374da549b8"/>
    <p:sldMasterId xmlns:r="http://schemas.openxmlformats.org/officeDocument/2006/relationships" id="2147483660" r:id="R8a40253822a84290"/>
    <p:sldMasterId xmlns:r="http://schemas.openxmlformats.org/officeDocument/2006/relationships" id="2147483663" r:id="R95391578ae6f49d2"/>
  </p:sldMasterIdLst>
  <p:notesMasterIdLst>
    <p:notesMasterId xmlns:r="http://schemas.openxmlformats.org/officeDocument/2006/relationships" r:id="Rc7e001ce8dd14ba7"/>
  </p:notesMasterIdLst>
  <p:sldIdLst>
    <p:sldId xmlns:r="http://schemas.openxmlformats.org/officeDocument/2006/relationships" id="256" r:id="Re3b368b0a919497d"/>
    <p:sldId xmlns:r="http://schemas.openxmlformats.org/officeDocument/2006/relationships" id="257" r:id="Rba21cdad9d324d79"/>
    <p:sldId xmlns:r="http://schemas.openxmlformats.org/officeDocument/2006/relationships" id="258" r:id="Rf0a37132adab4f56"/>
    <p:sldId xmlns:r="http://schemas.openxmlformats.org/officeDocument/2006/relationships" id="259" r:id="Rca4be87efe30426c"/>
    <p:sldId xmlns:r="http://schemas.openxmlformats.org/officeDocument/2006/relationships" id="260" r:id="R969128e82ae84dfc"/>
    <p:sldId xmlns:r="http://schemas.openxmlformats.org/officeDocument/2006/relationships" id="261" r:id="R3d277c89a1024c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f082a4e5c64b65" /><Relationship Type="http://schemas.openxmlformats.org/officeDocument/2006/relationships/slideMaster" Target="/ppt/slideMasters/slideMaster1.xml" Id="R4ed830374da549b8" /><Relationship Type="http://schemas.openxmlformats.org/officeDocument/2006/relationships/slideMaster" Target="/ppt/slideMasters/slideMaster2.xml" Id="R8a40253822a84290" /><Relationship Type="http://schemas.openxmlformats.org/officeDocument/2006/relationships/slideMaster" Target="/ppt/slideMasters/slideMaster3.xml" Id="R95391578ae6f49d2" /><Relationship Type="http://schemas.openxmlformats.org/officeDocument/2006/relationships/notesMaster" Target="/ppt/notesMasters/notesMaster1.xml" Id="Rc7e001ce8dd14ba7" /><Relationship Type="http://schemas.openxmlformats.org/officeDocument/2006/relationships/presProps" Target="/ppt/presProps.xml" Id="R88a446284a464730" /><Relationship Type="http://schemas.openxmlformats.org/officeDocument/2006/relationships/viewProps" Target="/ppt/viewProps.xml" Id="R6175a62b4ee14382" /><Relationship Type="http://schemas.openxmlformats.org/officeDocument/2006/relationships/tableStyles" Target="/ppt/tableStyles.xml" Id="R522e29d916be4e63" /><Relationship Type="http://schemas.openxmlformats.org/officeDocument/2006/relationships/slide" Target="/ppt/slides/slide1.xml" Id="Re3b368b0a919497d" /><Relationship Type="http://schemas.openxmlformats.org/officeDocument/2006/relationships/slide" Target="/ppt/slides/slide2.xml" Id="Rba21cdad9d324d79" /><Relationship Type="http://schemas.openxmlformats.org/officeDocument/2006/relationships/slide" Target="/ppt/slides/slide3.xml" Id="Rf0a37132adab4f56" /><Relationship Type="http://schemas.openxmlformats.org/officeDocument/2006/relationships/slide" Target="/ppt/slides/slide4.xml" Id="Rca4be87efe30426c" /><Relationship Type="http://schemas.openxmlformats.org/officeDocument/2006/relationships/slide" Target="/ppt/slides/slide5.xml" Id="R969128e82ae84dfc" /><Relationship Type="http://schemas.openxmlformats.org/officeDocument/2006/relationships/slide" Target="/ppt/slides/slide6.xml" Id="R3d277c89a1024c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558be5aa2934a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245fafcc864ce4" /><Relationship Type="http://schemas.openxmlformats.org/officeDocument/2006/relationships/notesMaster" Target="/ppt/notesMasters/notesMaster1.xml" Id="R60a5a816b9e44a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eb4c6177be49c1" /><Relationship Type="http://schemas.openxmlformats.org/officeDocument/2006/relationships/notesMaster" Target="/ppt/notesMasters/notesMaster1.xml" Id="R481a2c50dc0741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d40122454e4a16" /><Relationship Type="http://schemas.openxmlformats.org/officeDocument/2006/relationships/notesMaster" Target="/ppt/notesMasters/notesMaster1.xml" Id="R5a7e269158d545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309715323a42e0" /><Relationship Type="http://schemas.openxmlformats.org/officeDocument/2006/relationships/notesMaster" Target="/ppt/notesMasters/notesMaster1.xml" Id="R1a82484b0e7642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59ebc7715d4526" /><Relationship Type="http://schemas.openxmlformats.org/officeDocument/2006/relationships/notesMaster" Target="/ppt/notesMasters/notesMaster1.xml" Id="R50217bda4f504c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410e0e159948e3" /><Relationship Type="http://schemas.openxmlformats.org/officeDocument/2006/relationships/notesMaster" Target="/ppt/notesMasters/notesMaster1.xml" Id="R2bb9b154124a48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内容：.tmp/penguin-harness-v2/stateful-smoke-input.md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内容：.tmp/penguin-harness-v2/stateful-smoke-input.md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内容：.tmp/penguin-harness-v2/stateful-smoke-input.md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内容：.tmp/penguin-harness-v2/stateful-smoke-input.md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内容：.tmp/penguin-harness-v2/stateful-smoke-input.md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内容：.tmp/penguin-harness-v2/stateful-smoke-input.md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94ec2b3854151" /><Relationship Type="http://schemas.openxmlformats.org/officeDocument/2006/relationships/image" Target="/ppt/media/image.jpeg" Id="Rd78f2a2627754c53" /><Relationship Type="http://schemas.openxmlformats.org/officeDocument/2006/relationships/image" Target="/ppt/media/image.png" Id="R1f8d1a3c8a324320" /><Relationship Type="http://schemas.openxmlformats.org/officeDocument/2006/relationships/image" Target="/ppt/media/image2.png" Id="R07d4538c14d445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6a650d44d46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55177c25a4f2d" /><Relationship Type="http://schemas.openxmlformats.org/officeDocument/2006/relationships/image" Target="/ppt/media/image3.png" Id="R764772e476e148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3e259c6b2462a" /><Relationship Type="http://schemas.openxmlformats.org/officeDocument/2006/relationships/image" Target="/ppt/media/image4.png" Id="Rae147d659d354e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4daa9511249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e7cd5a41e744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c7a4308f14d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f5de6ebba461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b6350526048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7ac91a95e47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3723032eb4f1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8c090d32704724" /><Relationship Type="http://schemas.openxmlformats.org/officeDocument/2006/relationships/image" Target="/ppt/media/image5.png" Id="R80f5cecb95ff41d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34b918c1a842b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164376123694393" /><Relationship Type="http://schemas.openxmlformats.org/officeDocument/2006/relationships/image" Target="/ppt/media/image5.png" Id="Rfc77d6bf2d31489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7a1aff88be040d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f2a2627754c5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d1a3c8a324320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4538c14d445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EC23CC3-091C-4634-A7C1-E8EE9F54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772e476e1480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3D85FC9-6059-4153-9FB4-B36492ED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4CCF069-3942-4D6E-9C20-4B0452A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55BD3DA9-AE5D-4719-91FD-D58C71A3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93C84E9F-F546-45AD-8B08-6BC58E2F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47d659d354e4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B4499FE-19BA-42B6-BD74-B25ADBA1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713209F7-5268-4199-B55F-61C44140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ACD24B3-BF18-4713-896A-70006607AB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6FDAAE0-A381-41A2-A9F2-AAD178EA9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27E0284-F77B-4D4E-B2C4-6A722434ECE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95B5115-8CC9-4C5D-89E1-FA98B5FEBE2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20DE667-2956-4751-ABAC-8C27C6B25FD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CE1BC85-BF8D-4FE3-8907-B9B563F205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06CD2C4-2AAA-456C-B3BE-6AFFE85681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19D1D50-3ADB-42FB-9E2A-0779355AAA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6CAB8AD-102A-436D-91E2-9B11DAEABE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DAFDADC-A2CE-47E7-9143-F1A64AA763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9887842-2059-41E9-B9C4-3D2C74EC02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D4C3F27-E83C-4574-9D8A-C32FCDD5A9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D0D0C54-4F4F-430D-80A5-9EFA031383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49CA0DE-C086-4D8A-847E-8F16702AB6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788767C-20FA-415B-AE25-D46C9D0E57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7306EC-BDFD-42F7-AB57-90AA6EC3E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9B24401-F8C7-4D65-9BC2-597B74645C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50B06C-C9F8-4F41-98F6-FBB5AEC688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DF50BE5-EB91-4A9F-86AE-A94CBA4773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01D29F7-4F8B-419F-88A8-A4C5FA83AF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D5FC5D0-DD9B-49DF-8746-51CDF8F237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5FDE3E-49A4-4D49-853E-80EADC567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EBE660F-90BA-4857-9C0A-5FDB30709E4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0B4D950-F3E8-42FA-B0AF-E6EEDFFCA9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F146A86-E08B-4D81-A82D-269543D2FF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519F47C-C28E-4451-98E3-8076E7928C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FED438F-333B-460F-A8D9-07600F5DE9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551234-3775-4C1B-890D-CE3D67066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61AD9EF-A6AB-4295-A2E8-7F4343DFC6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A0A321-8491-47CF-8E48-316DD9E28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9AF66B-FFC8-47EE-A0A3-C58CD03E2A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8441E5D-B09F-4FE3-AF1D-798096B93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C8CFEFB-753D-4008-A8F7-044920F80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CB71350-642F-400E-A6AE-BF58A43BA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36D6B91-5D35-452A-B383-59D1E251C6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42F249C-FDB7-45A0-9EBC-A2DF2EE561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E1D968-ADE2-49CD-B17F-EC8B26D834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5cecb95ff41d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CC906DD-C25F-4E58-81F5-AF2B32C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5832A5-233E-4C9E-B1CC-F1FC36F6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A564B4C4-BC98-4A03-A94E-CA892364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4F4063F-3EDA-429C-AEA8-7E9F185E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7d6bf2d31489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8AE7F84-B507-4FCC-9DD1-31459B80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B9BACEF-E9A0-4D56-9250-D0673474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09D2DBE2-DB82-4700-A006-46E578B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6D86E4B-08E5-4324-8779-01EE1DC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c00aa29c314ecc" /><Relationship Type="http://schemas.openxmlformats.org/officeDocument/2006/relationships/slideLayout" Target="/ppt/slideLayouts/slideLayout1.xml" Id="R6f65cc8b81504324" /><Relationship Type="http://schemas.openxmlformats.org/officeDocument/2006/relationships/slideLayout" Target="/ppt/slideLayouts/slideLayout2.xml" Id="Re06bfee1bfc442f8" /><Relationship Type="http://schemas.openxmlformats.org/officeDocument/2006/relationships/slideLayout" Target="/ppt/slideLayouts/slideLayout3.xml" Id="R6d1c74dff9fa40f3" /><Relationship Type="http://schemas.openxmlformats.org/officeDocument/2006/relationships/slideLayout" Target="/ppt/slideLayouts/slideLayout4.xml" Id="R3088a0d4595f49c1" /><Relationship Type="http://schemas.openxmlformats.org/officeDocument/2006/relationships/slideLayout" Target="/ppt/slideLayouts/slideLayout5.xml" Id="R4f525e730ec84625" /><Relationship Type="http://schemas.openxmlformats.org/officeDocument/2006/relationships/slideLayout" Target="/ppt/slideLayouts/slideLayout6.xml" Id="Re15811bda65a40d3" /><Relationship Type="http://schemas.openxmlformats.org/officeDocument/2006/relationships/slideLayout" Target="/ppt/slideLayouts/slideLayout7.xml" Id="R558bf61a54634f72" /><Relationship Type="http://schemas.openxmlformats.org/officeDocument/2006/relationships/slideLayout" Target="/ppt/slideLayouts/slideLayout8.xml" Id="R380e4989fb724e4d" /><Relationship Type="http://schemas.openxmlformats.org/officeDocument/2006/relationships/slideLayout" Target="/ppt/slideLayouts/slideLayout9.xml" Id="R4576e1a1d22d43b5" /><Relationship Type="http://schemas.openxmlformats.org/officeDocument/2006/relationships/slideLayout" Target="/ppt/slideLayouts/slideLayout10.xml" Id="R0e94b0d9d52241f7" /><Relationship Type="http://schemas.openxmlformats.org/officeDocument/2006/relationships/slideLayout" Target="/ppt/slideLayouts/slideLayout11.xml" Id="R07f19b0cf860484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fbf318a343d4211" /><Relationship Type="http://schemas.openxmlformats.org/officeDocument/2006/relationships/slideLayout" Target="/ppt/slideLayouts/slideLayout12.xml" Id="R8243363ebb7c4f32" /><Relationship Type="http://schemas.openxmlformats.org/officeDocument/2006/relationships/slideLayout" Target="/ppt/slideLayouts/slideLayout13.xml" Id="R593fe595eb24472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5d7c1d3734d4188" /><Relationship Type="http://schemas.openxmlformats.org/officeDocument/2006/relationships/slideLayout" Target="/ppt/slideLayouts/slideLayout14.xml" Id="R59becd9138af44af" /><Relationship Type="http://schemas.openxmlformats.org/officeDocument/2006/relationships/slideLayout" Target="/ppt/slideLayouts/slideLayout15.xml" Id="R24220a0c234c47e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1949E86-D86B-4C76-ABD4-155DB9139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A888A36-511C-4013-85C2-EBA743CB4D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8F88398-3719-494A-B063-20B6278E712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1BAB947-31EE-46D3-AA14-E9457CF4D4E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94E0315-DEDF-4702-A905-654EF4DBEC8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65cc8b81504324"/>
    <p:sldLayoutId xmlns:r="http://schemas.openxmlformats.org/officeDocument/2006/relationships" id="2147483650" r:id="Re06bfee1bfc442f8"/>
    <p:sldLayoutId xmlns:r="http://schemas.openxmlformats.org/officeDocument/2006/relationships" id="2147483651" r:id="R6d1c74dff9fa40f3"/>
    <p:sldLayoutId xmlns:r="http://schemas.openxmlformats.org/officeDocument/2006/relationships" id="2147483652" r:id="R3088a0d4595f49c1"/>
    <p:sldLayoutId xmlns:r="http://schemas.openxmlformats.org/officeDocument/2006/relationships" id="2147483653" r:id="R4f525e730ec84625"/>
    <p:sldLayoutId xmlns:r="http://schemas.openxmlformats.org/officeDocument/2006/relationships" id="2147483654" r:id="Re15811bda65a40d3"/>
    <p:sldLayoutId xmlns:r="http://schemas.openxmlformats.org/officeDocument/2006/relationships" id="2147483655" r:id="R558bf61a54634f72"/>
    <p:sldLayoutId xmlns:r="http://schemas.openxmlformats.org/officeDocument/2006/relationships" id="2147483656" r:id="R380e4989fb724e4d"/>
    <p:sldLayoutId xmlns:r="http://schemas.openxmlformats.org/officeDocument/2006/relationships" id="2147483657" r:id="R4576e1a1d22d43b5"/>
    <p:sldLayoutId xmlns:r="http://schemas.openxmlformats.org/officeDocument/2006/relationships" id="2147483658" r:id="R0e94b0d9d52241f7"/>
    <p:sldLayoutId xmlns:r="http://schemas.openxmlformats.org/officeDocument/2006/relationships" id="2147483659" r:id="R07f19b0cf860484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789AB6A-15EE-4021-9A08-D8D38483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C336ABF-FB72-4F35-9787-EF845EF82B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1968026-EBD4-4967-BD83-2432ED42721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D6DF856-A477-4D79-8B9B-DE0FACA4F0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B585A3-3607-4ED3-9DEA-D5D526AD851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243363ebb7c4f32"/>
    <p:sldLayoutId xmlns:r="http://schemas.openxmlformats.org/officeDocument/2006/relationships" id="2147483662" r:id="R593fe595eb24472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D42FD43-C4D6-4287-B045-330AB0CB4B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7C9907A-AF73-4EF7-83B6-96EE3D77E1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71900A-B8B0-436E-8C0A-D2853926C11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92BFCAB-9362-4562-B924-126BACE5B9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163B3C9-2C6C-4F12-9CAC-EFE4B3D214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9becd9138af44af"/>
    <p:sldLayoutId xmlns:r="http://schemas.openxmlformats.org/officeDocument/2006/relationships" id="2147483665" r:id="R24220a0c234c47e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e6263b4c84bee" /><Relationship Type="http://schemas.openxmlformats.org/officeDocument/2006/relationships/notesSlide" Target="/ppt/notesSlides/notesSlide1.xml" Id="R3428a6fb2201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09b7b4725964f4e" /><Relationship Type="http://schemas.openxmlformats.org/officeDocument/2006/relationships/notesSlide" Target="/ppt/notesSlides/notesSlide2.xml" Id="R94d315f1503e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1f4a8ef2c643e3" /><Relationship Type="http://schemas.openxmlformats.org/officeDocument/2006/relationships/notesSlide" Target="/ppt/notesSlides/notesSlide3.xml" Id="R4f4aef48fd8540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f44fd7ef96498b" /><Relationship Type="http://schemas.openxmlformats.org/officeDocument/2006/relationships/notesSlide" Target="/ppt/notesSlides/notesSlide4.xml" Id="Rc5c37c3cd6d848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61ae98b3254336" /><Relationship Type="http://schemas.openxmlformats.org/officeDocument/2006/relationships/notesSlide" Target="/ppt/notesSlides/notesSlide5.xml" Id="R5b0fd8b9477f4b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49cf7e42a4d26" /><Relationship Type="http://schemas.openxmlformats.org/officeDocument/2006/relationships/notesSlide" Target="/ppt/notesSlides/notesSlide6.xml" Id="R97c01678ee3943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D3D566AE-90FE-4820-8900-DB9C8CA7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EA5531C1-9EAE-4C76-AFE1-1F56E1FE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CB3BAAA3-B896-4C98-972D-75D48ED8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1547A89-30CB-49C4-96DA-D8CEEE7B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517327D-03F0-498E-B741-D202F4A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16210167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工作型赛道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稳定可用原则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分层生成机制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工作型场景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49BD9B-6159-44B8-BB7F-982BBF5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ACAA8357-555F-47B7-993F-DE00E2B7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AF72C33-7282-4B5A-A57B-0E1BB589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71DDA8B2-C1C0-4E90-AAF9-B173F101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4A2C038F-8529-4F87-B3A2-94633225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场景的底线要求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0ABCBA19-92EB-475F-8B64-7C6E19FF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2DD18E21-BA2B-4EDE-892C-C87BE79D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不必每页都是艺术作品，但必须做到：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逻辑清楚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版式体面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符合组织规范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生成后仍可编辑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026AB7C-35FB-46E3-95EB-88D53B4A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103C1531-5950-4B5F-99F0-E7926D61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64C39FD4-2ADB-4B1E-A6BB-E0237A4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赛道判断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6365A779-28DD-44C2-8F53-B56284F2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C8DB3DB1-1622-4732-A39E-5A667B6B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选择这一类高频、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可标准化的需求作为切入点。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稳定胜过偶然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49BD9B-6159-44B8-BB7F-982BBF5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5F7C04E7-BD7A-4775-ACDA-C3D332A3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95A859B-2726-4022-9EFB-5B4AE2C8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8E2A0DF2-D199-416C-B1EE-3D5DAD68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F63AF598-C875-43D7-B1B1-E05CBC65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9B214091-10C8-4709-B29B-0F047F78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1F408E36-6F2E-4B29-B24F-49640A61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可能惊艳，却不能依赖。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偶发不可控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难作为可靠交付基础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B56282E-27D4-4A7A-B634-3095A1F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98C19E46-1709-4AAE-962D-33DDE4A7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1F73E44A-1CD3-4243-A280-7E15A60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49C3C79C-4737-4CD2-82E7-26737640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00F07431-AA8D-4F07-9630-54758C12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直接使用不失专业，继续修改有可靠基础。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直接使用不失专业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继续修改有可靠基础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生成方式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949BD9B-6159-44B8-BB7F-982BBF56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2F8A1A8-3770-4437-B02A-0EF610FE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ED349897-347C-4FF5-93B4-B8C2AFCE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5AB12CDD-BEA8-4361-A9D5-613B2097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92325671-13AA-4749-BCD4-E8DCF6C7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2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1D5BA119-11EE-441A-A988-5D9E22D8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AI：理解稿件与路由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43CCF5ED-F787-44F9-8D03-A242E69E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负责理解稿件内容，并决定生成路径。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0618CE1-FD9A-4914-AEB0-CAC1548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FEB443E8-2890-4A83-881B-F416A6B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42006199-F0CB-4E55-9C35-5EEA7248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66D18870-78D9-407D-92BE-4A9E0D9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38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7297077A-B01E-4A2F-97D7-005247B7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Skin：固定规范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9E5C31A2-6388-40DF-80D5-AB3B111C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51155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固定字体、颜色和页面骨架。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38D00C9-02A0-46EC-AC1C-2F2D6365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8B17022A-3068-45E4-A44C-243AE01D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86DCE71D-3247-4EF5-8F54-4AD0676B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EECE5086-9C20-45D1-BC90-8933DEC1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4973BF0D-632F-4E4F-AE74-E6495FCE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Layout：组织整页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553ABC87-6CBB-4EB1-9FD9-33DA12C9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51155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负责整页的构图与秩序。</a:t>
            </a:r>
          </a:p>
        </p:txBody>
      </p:sp>
      <p:sp>
        <p:nvSpPr>
          <p:cNvPr id="33" name="PPAGENT_QA|parent=composition-grid-3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50460EC-C527-40F5-AE07-DDE609E0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PPAGENT_QA|within=composition-grid-3|role=card">
            <a:extLst xmlns:a="http://schemas.openxmlformats.org/drawingml/2006/main">
              <a:ext uri="{FF2B5EF4-FFF2-40B4-BE49-F238E27FC236}">
                <a16:creationId xmlns:a16="http://schemas.microsoft.com/office/drawing/2014/main" id="{161528F4-5694-4E22-8CD6-1CE309C0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5" name="PPAGENT_QA|within=composition-grid-3|role=accent">
            <a:extLst xmlns:a="http://schemas.openxmlformats.org/drawingml/2006/main">
              <a:ext uri="{FF2B5EF4-FFF2-40B4-BE49-F238E27FC236}">
                <a16:creationId xmlns:a16="http://schemas.microsoft.com/office/drawing/2014/main" id="{F7EFF2BB-3AE0-411A-9372-C731F92E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PAGENT_QA|within=composition-grid-3|role=index">
            <a:extLst xmlns:a="http://schemas.openxmlformats.org/drawingml/2006/main">
              <a:ext uri="{FF2B5EF4-FFF2-40B4-BE49-F238E27FC236}">
                <a16:creationId xmlns:a16="http://schemas.microsoft.com/office/drawing/2014/main" id="{28D10EB9-506A-402E-96F8-46B0AD2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2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PPAGENT_QA|within=composition-grid-3|role=title">
            <a:extLst xmlns:a="http://schemas.openxmlformats.org/drawingml/2006/main">
              <a:ext uri="{FF2B5EF4-FFF2-40B4-BE49-F238E27FC236}">
                <a16:creationId xmlns:a16="http://schemas.microsoft.com/office/drawing/2014/main" id="{549CD203-0F69-47C3-B8E0-91F39E3D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Skill：按需进入区域</a:t>
            </a:r>
          </a:p>
        </p:txBody>
      </p:sp>
      <p:sp>
        <p:nvSpPr>
          <p:cNvPr id="38" name="PPAGENT_QA|within=composition-grid-3|role=body">
            <a:extLst xmlns:a="http://schemas.openxmlformats.org/drawingml/2006/main">
              <a:ext uri="{FF2B5EF4-FFF2-40B4-BE49-F238E27FC236}">
                <a16:creationId xmlns:a16="http://schemas.microsoft.com/office/drawing/2014/main" id="{BCF88113-D3EB-4010-BA1E-FB23FE03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文字、图片与结构类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Skill 按需填充页面区域。</a:t>
            </a:r>
          </a:p>
        </p:txBody>
      </p:sp>
      <p:sp>
        <p:nvSpPr>
          <p:cNvPr id="39" name="PPAGENT_QA|parent=composition-grid-4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BA312C6-E084-4575-9D60-438CBF4C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3963162"/>
            <a:ext cx="343916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PPAGENT_QA|within=composition-grid-4|role=card">
            <a:extLst xmlns:a="http://schemas.openxmlformats.org/drawingml/2006/main">
              <a:ext uri="{FF2B5EF4-FFF2-40B4-BE49-F238E27FC236}">
                <a16:creationId xmlns:a16="http://schemas.microsoft.com/office/drawing/2014/main" id="{6FF584F7-D373-46E0-B347-9460676B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3963162"/>
            <a:ext cx="343916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41" name="PPAGENT_QA|within=composition-grid-4|role=accent">
            <a:extLst xmlns:a="http://schemas.openxmlformats.org/drawingml/2006/main">
              <a:ext uri="{FF2B5EF4-FFF2-40B4-BE49-F238E27FC236}">
                <a16:creationId xmlns:a16="http://schemas.microsoft.com/office/drawing/2014/main" id="{78E1BBB4-FB5B-4263-8B9F-4DCB39DA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PAGENT_QA|within=composition-grid-4|role=index">
            <a:extLst xmlns:a="http://schemas.openxmlformats.org/drawingml/2006/main">
              <a:ext uri="{FF2B5EF4-FFF2-40B4-BE49-F238E27FC236}">
                <a16:creationId xmlns:a16="http://schemas.microsoft.com/office/drawing/2014/main" id="{EDA1830F-56FC-4B1B-9BEE-8995479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38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3" name="PPAGENT_QA|within=composition-grid-4|role=title">
            <a:extLst xmlns:a="http://schemas.openxmlformats.org/drawingml/2006/main">
              <a:ext uri="{FF2B5EF4-FFF2-40B4-BE49-F238E27FC236}">
                <a16:creationId xmlns:a16="http://schemas.microsoft.com/office/drawing/2014/main" id="{11DFE6F4-9395-4622-BBBE-7A02671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424891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确定性代码：生成文件</a:t>
            </a:r>
          </a:p>
        </p:txBody>
      </p:sp>
      <p:sp>
        <p:nvSpPr>
          <p:cNvPr id="44" name="PPAGENT_QA|within=composition-grid-4|role=body">
            <a:extLst xmlns:a="http://schemas.openxmlformats.org/drawingml/2006/main">
              <a:ext uri="{FF2B5EF4-FFF2-40B4-BE49-F238E27FC236}">
                <a16:creationId xmlns:a16="http://schemas.microsoft.com/office/drawing/2014/main" id="{4D1A77F3-B7F1-43AA-AD6A-403C26CB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4706112"/>
            <a:ext cx="298196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最终生成原生可编辑的 PPTX。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8C390150-7B06-4D09-8B58-EB44928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2026-09-04T13:03:44.1220000Z</dcterms:created>
  <dcterms:modified xsi:type="dcterms:W3CDTF">2026-09-04T13:03:44.1220000Z</dcterms:modified>
</coreProperties>
</file>