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970475f2d74118" /><Relationship Type="http://schemas.openxmlformats.org/officeDocument/2006/relationships/extended-properties" Target="/docProps/app.xml" Id="R1e4e93bf5ac248fa" /><Relationship Type="http://schemas.openxmlformats.org/officeDocument/2006/relationships/officeDocument" Target="/ppt/presentation.xml" Id="Rac0bae635f13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ea81c1fb64f4e"/>
    <p:sldMasterId xmlns:r="http://schemas.openxmlformats.org/officeDocument/2006/relationships" id="2147483660" r:id="R24fbbb4bb7224eb9"/>
    <p:sldMasterId xmlns:r="http://schemas.openxmlformats.org/officeDocument/2006/relationships" id="2147483663" r:id="R8a9e050fb8044b23"/>
  </p:sldMasterIdLst>
  <p:notesMasterIdLst>
    <p:notesMasterId xmlns:r="http://schemas.openxmlformats.org/officeDocument/2006/relationships" r:id="R4d9321c8f6344416"/>
  </p:notesMasterIdLst>
  <p:sldIdLst>
    <p:sldId xmlns:r="http://schemas.openxmlformats.org/officeDocument/2006/relationships" id="256" r:id="Rbaef00bea6824f80"/>
    <p:sldId xmlns:r="http://schemas.openxmlformats.org/officeDocument/2006/relationships" id="257" r:id="R312077c916dc497a"/>
    <p:sldId xmlns:r="http://schemas.openxmlformats.org/officeDocument/2006/relationships" id="258" r:id="R27d290a9d4bb449b"/>
    <p:sldId xmlns:r="http://schemas.openxmlformats.org/officeDocument/2006/relationships" id="259" r:id="R65a67254e5b14080"/>
    <p:sldId xmlns:r="http://schemas.openxmlformats.org/officeDocument/2006/relationships" id="260" r:id="Rcdd8d6f520a440b7"/>
    <p:sldId xmlns:r="http://schemas.openxmlformats.org/officeDocument/2006/relationships" id="261" r:id="R391fecbf41e048ca"/>
    <p:sldId xmlns:r="http://schemas.openxmlformats.org/officeDocument/2006/relationships" id="262" r:id="R4bb7509d180a4c0e"/>
    <p:sldId xmlns:r="http://schemas.openxmlformats.org/officeDocument/2006/relationships" id="263" r:id="Rd012d07107b6445d"/>
    <p:sldId xmlns:r="http://schemas.openxmlformats.org/officeDocument/2006/relationships" id="264" r:id="R00f0271897a64498"/>
    <p:sldId xmlns:r="http://schemas.openxmlformats.org/officeDocument/2006/relationships" id="265" r:id="Rb5ac01e780434967"/>
    <p:sldId xmlns:r="http://schemas.openxmlformats.org/officeDocument/2006/relationships" id="266" r:id="R7c4dacf1cfe04a43"/>
    <p:sldId xmlns:r="http://schemas.openxmlformats.org/officeDocument/2006/relationships" id="267" r:id="R047ebc53a36a4064"/>
    <p:sldId xmlns:r="http://schemas.openxmlformats.org/officeDocument/2006/relationships" id="268" r:id="R2d97c3fce2aa4b80"/>
    <p:sldId xmlns:r="http://schemas.openxmlformats.org/officeDocument/2006/relationships" id="269" r:id="R4e5cb8b9bcc749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38fd5e9d84530" /><Relationship Type="http://schemas.openxmlformats.org/officeDocument/2006/relationships/slideMaster" Target="/ppt/slideMasters/slideMaster1.xml" Id="R0fdea81c1fb64f4e" /><Relationship Type="http://schemas.openxmlformats.org/officeDocument/2006/relationships/slideMaster" Target="/ppt/slideMasters/slideMaster2.xml" Id="R24fbbb4bb7224eb9" /><Relationship Type="http://schemas.openxmlformats.org/officeDocument/2006/relationships/slideMaster" Target="/ppt/slideMasters/slideMaster3.xml" Id="R8a9e050fb8044b23" /><Relationship Type="http://schemas.openxmlformats.org/officeDocument/2006/relationships/notesMaster" Target="/ppt/notesMasters/notesMaster1.xml" Id="R4d9321c8f6344416" /><Relationship Type="http://schemas.openxmlformats.org/officeDocument/2006/relationships/presProps" Target="/ppt/presProps.xml" Id="R1da55f6e833542c7" /><Relationship Type="http://schemas.openxmlformats.org/officeDocument/2006/relationships/viewProps" Target="/ppt/viewProps.xml" Id="R076eed67a45648d1" /><Relationship Type="http://schemas.openxmlformats.org/officeDocument/2006/relationships/tableStyles" Target="/ppt/tableStyles.xml" Id="R3ed25d6ff8bf42e5" /><Relationship Type="http://schemas.openxmlformats.org/officeDocument/2006/relationships/slide" Target="/ppt/slides/slide1.xml" Id="Rbaef00bea6824f80" /><Relationship Type="http://schemas.openxmlformats.org/officeDocument/2006/relationships/slide" Target="/ppt/slides/slide2.xml" Id="R312077c916dc497a" /><Relationship Type="http://schemas.openxmlformats.org/officeDocument/2006/relationships/slide" Target="/ppt/slides/slide3.xml" Id="R27d290a9d4bb449b" /><Relationship Type="http://schemas.openxmlformats.org/officeDocument/2006/relationships/slide" Target="/ppt/slides/slide4.xml" Id="R65a67254e5b14080" /><Relationship Type="http://schemas.openxmlformats.org/officeDocument/2006/relationships/slide" Target="/ppt/slides/slide5.xml" Id="Rcdd8d6f520a440b7" /><Relationship Type="http://schemas.openxmlformats.org/officeDocument/2006/relationships/slide" Target="/ppt/slides/slide6.xml" Id="R391fecbf41e048ca" /><Relationship Type="http://schemas.openxmlformats.org/officeDocument/2006/relationships/slide" Target="/ppt/slides/slide7.xml" Id="R4bb7509d180a4c0e" /><Relationship Type="http://schemas.openxmlformats.org/officeDocument/2006/relationships/slide" Target="/ppt/slides/slide8.xml" Id="Rd012d07107b6445d" /><Relationship Type="http://schemas.openxmlformats.org/officeDocument/2006/relationships/slide" Target="/ppt/slides/slide9.xml" Id="R00f0271897a64498" /><Relationship Type="http://schemas.openxmlformats.org/officeDocument/2006/relationships/slide" Target="/ppt/slides/slide10.xml" Id="Rb5ac01e780434967" /><Relationship Type="http://schemas.openxmlformats.org/officeDocument/2006/relationships/slide" Target="/ppt/slides/slide11.xml" Id="R7c4dacf1cfe04a43" /><Relationship Type="http://schemas.openxmlformats.org/officeDocument/2006/relationships/slide" Target="/ppt/slides/slide12.xml" Id="R047ebc53a36a4064" /><Relationship Type="http://schemas.openxmlformats.org/officeDocument/2006/relationships/slide" Target="/ppt/slides/slide13.xml" Id="R2d97c3fce2aa4b80" /><Relationship Type="http://schemas.openxmlformats.org/officeDocument/2006/relationships/slide" Target="/ppt/slides/slide14.xml" Id="R4e5cb8b9bcc7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68168ac6a0047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629ac9d8fe4d6a" /><Relationship Type="http://schemas.openxmlformats.org/officeDocument/2006/relationships/notesMaster" Target="/ppt/notesMasters/notesMaster1.xml" Id="R90107fdd4aee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9a5d3089c4ec0" /><Relationship Type="http://schemas.openxmlformats.org/officeDocument/2006/relationships/notesMaster" Target="/ppt/notesMasters/notesMaster1.xml" Id="R828bfa03674c4c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a502899dd495c" /><Relationship Type="http://schemas.openxmlformats.org/officeDocument/2006/relationships/notesMaster" Target="/ppt/notesMasters/notesMaster1.xml" Id="R5f3495e5f0e041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67ca162664ad2" /><Relationship Type="http://schemas.openxmlformats.org/officeDocument/2006/relationships/notesMaster" Target="/ppt/notesMasters/notesMaster1.xml" Id="Rd543d2efcb8d48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0622de707f4a5d" /><Relationship Type="http://schemas.openxmlformats.org/officeDocument/2006/relationships/notesMaster" Target="/ppt/notesMasters/notesMaster1.xml" Id="R1c5e68eef81c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b2eeb29d34ed4" /><Relationship Type="http://schemas.openxmlformats.org/officeDocument/2006/relationships/notesMaster" Target="/ppt/notesMasters/notesMaster1.xml" Id="R89ec703dadd94a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4d1c5a83374fcd" /><Relationship Type="http://schemas.openxmlformats.org/officeDocument/2006/relationships/notesMaster" Target="/ppt/notesMasters/notesMaster1.xml" Id="R1643223ae4914e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d04391d664e74" /><Relationship Type="http://schemas.openxmlformats.org/officeDocument/2006/relationships/notesMaster" Target="/ppt/notesMasters/notesMaster1.xml" Id="Rbb1021e84f4842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d223a0e617484d" /><Relationship Type="http://schemas.openxmlformats.org/officeDocument/2006/relationships/notesMaster" Target="/ppt/notesMasters/notesMaster1.xml" Id="R651626a3da3643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6bee8b0da04e1d" /><Relationship Type="http://schemas.openxmlformats.org/officeDocument/2006/relationships/notesMaster" Target="/ppt/notesMasters/notesMaster1.xml" Id="R9b09cd5debe245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ca7f08f69492b" /><Relationship Type="http://schemas.openxmlformats.org/officeDocument/2006/relationships/notesMaster" Target="/ppt/notesMasters/notesMaster1.xml" Id="Rea71713805ae44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c9134f8f5a42b3" /><Relationship Type="http://schemas.openxmlformats.org/officeDocument/2006/relationships/notesMaster" Target="/ppt/notesMasters/notesMaster1.xml" Id="R614d8467339e4f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31d750ea164b0d" /><Relationship Type="http://schemas.openxmlformats.org/officeDocument/2006/relationships/notesMaster" Target="/ppt/notesMasters/notesMaster1.xml" Id="R9049542c1c2f40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116b4efc1f486c" /><Relationship Type="http://schemas.openxmlformats.org/officeDocument/2006/relationships/notesMaster" Target="/ppt/notesMasters/notesMaster1.xml" Id="R9abced95ea3e47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PPagenT：page-05-intent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PPagenT：page-06-intent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PPagenT：page-07-intent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PPagenT：page-08-intent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PPagenT：page-09-intent → parallel-folded-notes-grid-002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PPagenT：page-10-intent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PPagenT：page-11-intent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75e5bf00e42df" /><Relationship Type="http://schemas.openxmlformats.org/officeDocument/2006/relationships/image" Target="/ppt/media/image.jpeg" Id="R50cc5710697845e5" /><Relationship Type="http://schemas.openxmlformats.org/officeDocument/2006/relationships/image" Target="/ppt/media/image.png" Id="Rbc6471d7ecbd40e1" /><Relationship Type="http://schemas.openxmlformats.org/officeDocument/2006/relationships/image" Target="/ppt/media/image2.png" Id="R1d0f84a506014c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a7e77a35241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1c9f7d55b42b3" /><Relationship Type="http://schemas.openxmlformats.org/officeDocument/2006/relationships/image" Target="/ppt/media/image3.png" Id="R0b09296d265b4a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22105fb62420a" /><Relationship Type="http://schemas.openxmlformats.org/officeDocument/2006/relationships/image" Target="/ppt/media/image4.png" Id="R1cb2964c944a4f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83c68e6a54e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b5c5c462c4c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9440067814f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ab2f2652d4c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7e4daeddf4bb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9c59be2744b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3ee1ee89642a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d7512ff03e4418" /><Relationship Type="http://schemas.openxmlformats.org/officeDocument/2006/relationships/image" Target="/ppt/media/image5.png" Id="R07f8bef5a051486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932f3d903b431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4fdee416164e41" /><Relationship Type="http://schemas.openxmlformats.org/officeDocument/2006/relationships/image" Target="/ppt/media/image5.png" Id="R69ec1a2c3cd64a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4b0c91bf3d14d5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c5710697845e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471d7ecbd40e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f84a50601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B186258E-D154-4DB8-8870-6801921B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9296d265b4ad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44A3F2A-66AD-46D4-8420-50D4229F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47AD9F3-D53B-4CDD-A11B-DAD621C3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34C721B-031A-4ABD-8CCE-76EEA2AE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EE2AA3A6-7B54-43CE-9266-408E9CE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2964c944a4f8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51EED4B-5318-4480-9771-8AAEB8D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F08C32F-46CF-4D9B-AB32-A91C9EF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CF1848C-1966-422F-A5DC-3B3E46AB4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7FC9BB2-A21B-4FE9-A35B-2C20E32F0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19B1D04-6394-41D0-93FA-AA4A7F22595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F517E52-6D20-438D-9798-A2D16ECFFA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C3CBD99-7A1C-457F-BD82-F0EE485C34F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B95D298-25E7-4D04-B76B-6325D638E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B8E95B0-0299-477D-A592-3B600D091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CD82956-19EB-4C29-9AB6-A978D4F1E1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E4DCAB-E12A-441B-98A8-0E098A37E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5860D7F-4CA0-417F-AC20-B8851A4DB4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2BDD06A-FDC7-4C45-8427-813AE99E54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7B71602-896A-4AB8-9C75-FBAC7E6D52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48027BC-3F79-4B42-AE50-693CAD61A3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3CAE535-6B6B-4D9C-993B-BFD08CB47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C5268E8-3D46-45B7-86B4-ED44C86606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84BD18-37EF-4484-A899-DBCB6A892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073DAEC-3C82-40D3-A234-62F7DDBD6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E31206F-F23F-4A3C-AB44-80B7288654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BEC6E1B-1FBC-4CF2-A060-CB5650B5B5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0C6E7D2-6912-4E66-A986-5BBB0FB3B7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E865516-2205-402D-9E35-478F52BEC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B2603D-2053-4FAD-A880-9A7C4D913C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6DED4B3-8C4B-4977-AC60-266B11C26E8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A550C91-EDC4-4AA2-B567-CCAA7C9C52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ADB4ED3-77F4-41DD-99C6-9B654E0FB4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29C2096-3441-4512-972B-0B447627E6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AB613A9-2BD0-4E90-AAC0-3851A1AB4A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BF5762-76E4-4E95-B3E1-EDC538C191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60E7263-2B28-4057-B818-E74316FB7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D1882FC-7C98-45B2-8B4F-1269E506E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3FCD7D-97B5-41AD-B1D0-42C3439C6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3FCD4-7EE1-42A0-A6C0-31440573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DDCAED2-7CB5-46D7-A877-0133068CA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162454A-F138-48E3-9BD6-184C7ACFA0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FE4216-B76A-4A7E-A079-1CB604887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90A77E-5DF7-45A0-B036-163388FD4C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E46C35-8B89-4DF1-A267-2EC926C7A9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8bef5a051486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0BB5D27-0065-4742-A6D1-8391540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2F8F21-CA9A-445D-81EC-E6CC16A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F467E9E-6EA4-4CFD-BD7C-6BB82E0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7362811-BC29-4D82-AFBF-F29539F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c1a2c3cd64ac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70B6C0D-B036-40CC-8713-1C4F1D8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84B73A-53C2-41C2-96FA-6708E8F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88A6909-711A-4F14-A9E4-2A1D5350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E38CB26-627D-4D88-B148-EA88D7E3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b507f68c2a4b27" /><Relationship Type="http://schemas.openxmlformats.org/officeDocument/2006/relationships/slideLayout" Target="/ppt/slideLayouts/slideLayout1.xml" Id="R06da413db6d14965" /><Relationship Type="http://schemas.openxmlformats.org/officeDocument/2006/relationships/slideLayout" Target="/ppt/slideLayouts/slideLayout2.xml" Id="Re55ca08415954cb7" /><Relationship Type="http://schemas.openxmlformats.org/officeDocument/2006/relationships/slideLayout" Target="/ppt/slideLayouts/slideLayout3.xml" Id="Ra77c754c01d94207" /><Relationship Type="http://schemas.openxmlformats.org/officeDocument/2006/relationships/slideLayout" Target="/ppt/slideLayouts/slideLayout4.xml" Id="R113b8392dd9c40b6" /><Relationship Type="http://schemas.openxmlformats.org/officeDocument/2006/relationships/slideLayout" Target="/ppt/slideLayouts/slideLayout5.xml" Id="R7d6835a765164a9e" /><Relationship Type="http://schemas.openxmlformats.org/officeDocument/2006/relationships/slideLayout" Target="/ppt/slideLayouts/slideLayout6.xml" Id="R0a62cdfd034d46b8" /><Relationship Type="http://schemas.openxmlformats.org/officeDocument/2006/relationships/slideLayout" Target="/ppt/slideLayouts/slideLayout7.xml" Id="Rb78658d3460240ec" /><Relationship Type="http://schemas.openxmlformats.org/officeDocument/2006/relationships/slideLayout" Target="/ppt/slideLayouts/slideLayout8.xml" Id="Rf49664f22e124914" /><Relationship Type="http://schemas.openxmlformats.org/officeDocument/2006/relationships/slideLayout" Target="/ppt/slideLayouts/slideLayout9.xml" Id="Rd48ecd5056804e9f" /><Relationship Type="http://schemas.openxmlformats.org/officeDocument/2006/relationships/slideLayout" Target="/ppt/slideLayouts/slideLayout10.xml" Id="R5d263f51cafe4bdb" /><Relationship Type="http://schemas.openxmlformats.org/officeDocument/2006/relationships/slideLayout" Target="/ppt/slideLayouts/slideLayout11.xml" Id="Rbe8cbe01b03d440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e9437739464ede" /><Relationship Type="http://schemas.openxmlformats.org/officeDocument/2006/relationships/slideLayout" Target="/ppt/slideLayouts/slideLayout12.xml" Id="R00bb555668654b0e" /><Relationship Type="http://schemas.openxmlformats.org/officeDocument/2006/relationships/slideLayout" Target="/ppt/slideLayouts/slideLayout13.xml" Id="R5aaf29b09180413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5a83e0d78d44a98" /><Relationship Type="http://schemas.openxmlformats.org/officeDocument/2006/relationships/slideLayout" Target="/ppt/slideLayouts/slideLayout14.xml" Id="R146a468b7bf14423" /><Relationship Type="http://schemas.openxmlformats.org/officeDocument/2006/relationships/slideLayout" Target="/ppt/slideLayouts/slideLayout15.xml" Id="R315131a1d47142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679A18C-F0A8-41EE-8627-ABCE1D701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A1F669C-4DB1-4C9E-9754-E123FE1ED0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DCF3C3-B424-447B-BDC5-7BCF4B672FB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86C098-96FA-4280-9CF3-DB590E15EA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2ECD7D-4265-4AE3-BC52-505F8049DB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a413db6d14965"/>
    <p:sldLayoutId xmlns:r="http://schemas.openxmlformats.org/officeDocument/2006/relationships" id="2147483650" r:id="Re55ca08415954cb7"/>
    <p:sldLayoutId xmlns:r="http://schemas.openxmlformats.org/officeDocument/2006/relationships" id="2147483651" r:id="Ra77c754c01d94207"/>
    <p:sldLayoutId xmlns:r="http://schemas.openxmlformats.org/officeDocument/2006/relationships" id="2147483652" r:id="R113b8392dd9c40b6"/>
    <p:sldLayoutId xmlns:r="http://schemas.openxmlformats.org/officeDocument/2006/relationships" id="2147483653" r:id="R7d6835a765164a9e"/>
    <p:sldLayoutId xmlns:r="http://schemas.openxmlformats.org/officeDocument/2006/relationships" id="2147483654" r:id="R0a62cdfd034d46b8"/>
    <p:sldLayoutId xmlns:r="http://schemas.openxmlformats.org/officeDocument/2006/relationships" id="2147483655" r:id="Rb78658d3460240ec"/>
    <p:sldLayoutId xmlns:r="http://schemas.openxmlformats.org/officeDocument/2006/relationships" id="2147483656" r:id="Rf49664f22e124914"/>
    <p:sldLayoutId xmlns:r="http://schemas.openxmlformats.org/officeDocument/2006/relationships" id="2147483657" r:id="Rd48ecd5056804e9f"/>
    <p:sldLayoutId xmlns:r="http://schemas.openxmlformats.org/officeDocument/2006/relationships" id="2147483658" r:id="R5d263f51cafe4bdb"/>
    <p:sldLayoutId xmlns:r="http://schemas.openxmlformats.org/officeDocument/2006/relationships" id="2147483659" r:id="Rbe8cbe01b03d440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4002E84-5AAC-4218-828B-179E46842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9785799-7F87-4DD0-AEF7-B272C8775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89221E-83C8-4843-9682-68D8ED85C9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4CD9F79-C0B2-468E-9735-7A632A937E9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7BFBDD-92AF-4D61-97CF-1A1112F879C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0bb555668654b0e"/>
    <p:sldLayoutId xmlns:r="http://schemas.openxmlformats.org/officeDocument/2006/relationships" id="2147483662" r:id="R5aaf29b09180413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A25E31D-CE97-481F-ACAF-AB8C1CFE2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ACFD923-DA67-4DB4-9C22-4600CF9BA3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B4905B-CBDA-4186-80BF-8985445C45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E656E2-8D49-41AD-A25B-31F330C5541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0C6908-74D8-4AB6-9AC5-53EA3EE1C7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46a468b7bf14423"/>
    <p:sldLayoutId xmlns:r="http://schemas.openxmlformats.org/officeDocument/2006/relationships" id="2147483665" r:id="R315131a1d47142b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95366654e4775" /><Relationship Type="http://schemas.openxmlformats.org/officeDocument/2006/relationships/notesSlide" Target="/ppt/notesSlides/notesSlide1.xml" Id="R93371bb22a0e44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c4fc31c8264fcb" /><Relationship Type="http://schemas.openxmlformats.org/officeDocument/2006/relationships/notesSlide" Target="/ppt/notesSlides/notesSlide2.xml" Id="R8857b15536e7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7f544b8b3a42aa" /><Relationship Type="http://schemas.openxmlformats.org/officeDocument/2006/relationships/notesSlide" Target="/ppt/notesSlides/notesSlide3.xml" Id="R8cd35271b75840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e077826edc4045" /><Relationship Type="http://schemas.openxmlformats.org/officeDocument/2006/relationships/notesSlide" Target="/ppt/notesSlides/notesSlide4.xml" Id="R737c3b2d51e940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b35a55e8fd48a4" /><Relationship Type="http://schemas.openxmlformats.org/officeDocument/2006/relationships/notesSlide" Target="/ppt/notesSlides/notesSlide5.xml" Id="R9f678ce032b540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dd4d259a614243" /><Relationship Type="http://schemas.openxmlformats.org/officeDocument/2006/relationships/notesSlide" Target="/ppt/notesSlides/notesSlide6.xml" Id="R6d63644c15b5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944c6dc3694f51" /><Relationship Type="http://schemas.openxmlformats.org/officeDocument/2006/relationships/image" Target="/ppt/media/image6.png" Id="Rea5e95bbfe3346b2" /><Relationship Type="http://schemas.openxmlformats.org/officeDocument/2006/relationships/image" Target="/ppt/media/image.svg" Id="Rc1f3eb74eb2a4738" /><Relationship Type="http://schemas.openxmlformats.org/officeDocument/2006/relationships/image" Target="/ppt/media/image7.png" Id="R39c0871cde2b4ee2" /><Relationship Type="http://schemas.openxmlformats.org/officeDocument/2006/relationships/image" Target="/ppt/media/image2.svg" Id="R2d0abb526ac4430e" /><Relationship Type="http://schemas.openxmlformats.org/officeDocument/2006/relationships/image" Target="/ppt/media/image8.png" Id="R80242a4660de460e" /><Relationship Type="http://schemas.openxmlformats.org/officeDocument/2006/relationships/image" Target="/ppt/media/image3.svg" Id="R9b4af4a3ef1a4a91" /><Relationship Type="http://schemas.openxmlformats.org/officeDocument/2006/relationships/image" Target="/ppt/media/image9.png" Id="R4968c62249e647bd" /><Relationship Type="http://schemas.openxmlformats.org/officeDocument/2006/relationships/image" Target="/ppt/media/image4.svg" Id="Rcd4815a12a494b61" /><Relationship Type="http://schemas.openxmlformats.org/officeDocument/2006/relationships/notesSlide" Target="/ppt/notesSlides/notesSlide7.xml" Id="R04db7b8b07ba4f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b53104c69c4c08" /><Relationship Type="http://schemas.openxmlformats.org/officeDocument/2006/relationships/notesSlide" Target="/ppt/notesSlides/notesSlide8.xml" Id="R3490b2cceeeb43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ef4fe6e3f94a21" /><Relationship Type="http://schemas.openxmlformats.org/officeDocument/2006/relationships/notesSlide" Target="/ppt/notesSlides/notesSlide9.xml" Id="Rdb9bedf4748544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eb92529ff34a9f" /><Relationship Type="http://schemas.openxmlformats.org/officeDocument/2006/relationships/notesSlide" Target="/ppt/notesSlides/notesSlide10.xml" Id="R4562ddea51d44a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a065f1f0924b31" /><Relationship Type="http://schemas.openxmlformats.org/officeDocument/2006/relationships/image" Target="/ppt/media/image10.png" Id="R996b557de3324a31" /><Relationship Type="http://schemas.openxmlformats.org/officeDocument/2006/relationships/image" Target="/ppt/media/image5.svg" Id="R173f98c72c954d0c" /><Relationship Type="http://schemas.openxmlformats.org/officeDocument/2006/relationships/image" Target="/ppt/media/image11.png" Id="R4204ea3a93e54850" /><Relationship Type="http://schemas.openxmlformats.org/officeDocument/2006/relationships/image" Target="/ppt/media/image6.svg" Id="Ra707b63466304a95" /><Relationship Type="http://schemas.openxmlformats.org/officeDocument/2006/relationships/image" Target="/ppt/media/image12.png" Id="R271f579e5f8b44ba" /><Relationship Type="http://schemas.openxmlformats.org/officeDocument/2006/relationships/image" Target="/ppt/media/image7.svg" Id="R14e39595db71435b" /><Relationship Type="http://schemas.openxmlformats.org/officeDocument/2006/relationships/image" Target="/ppt/media/image13.png" Id="R4564ca49f5424104" /><Relationship Type="http://schemas.openxmlformats.org/officeDocument/2006/relationships/image" Target="/ppt/media/image8.svg" Id="R4c379985899842a5" /><Relationship Type="http://schemas.openxmlformats.org/officeDocument/2006/relationships/notesSlide" Target="/ppt/notesSlides/notesSlide11.xml" Id="R3493fc2a89404c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ca38f48a1f4d8b" /><Relationship Type="http://schemas.openxmlformats.org/officeDocument/2006/relationships/notesSlide" Target="/ppt/notesSlides/notesSlide12.xml" Id="R5d59d7e6661447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6578be1743426e" /><Relationship Type="http://schemas.openxmlformats.org/officeDocument/2006/relationships/notesSlide" Target="/ppt/notesSlides/notesSlide13.xml" Id="R402bed18d11d4d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8fd557efb4691" /><Relationship Type="http://schemas.openxmlformats.org/officeDocument/2006/relationships/notesSlide" Target="/ppt/notesSlides/notesSlide14.xml" Id="R478845914d564a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4433A29-7F02-47D1-8B06-23DE53D5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B3DD79CE-9709-4A24-8D19-A5765665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8978B81D-2732-4078-80D4-133FF38A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2C70042-3AF8-4C55-879F-0060DCF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8C0ADA3-4C56-4C2E-8B5F-6B1296F0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PPagenT：把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7459113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贵的是判断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稳定跨过可用线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用限制换可靠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建设能力，稳定调用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02582F8C-576A-4C53-8D4A-50756F3B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B088B6C-8A97-42A3-8AF0-7A8E542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C55E6ECA-9FBD-487C-B9C3-E13EB929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77A60651-DC3C-4550-9F61-7D36987F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费时间的是判断，不是排版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03C641B2-499E-460E-BAE8-8FD0F1B8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57C26524-0B9C-48AC-B4EF-77D90C5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把文本框拖到哪、再统一字体字号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颜色与间距，都不是真正耗时的事。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这场汇报到底怎么讲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一篇长稿拆成多少页、每页承担什么职责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观点是并列、递进、因果还是流程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哪里该突出，何时用图、何时一句话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F308961-2D94-4272-8D03-B1D2456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0C4E460B-5656-44F5-8710-A0FBD39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07147B6E-E040-434A-8E2D-FEC32EBF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高手脑中已有大量答案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29A0B8F7-21CD-4687-B709-53C5C4D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2F54D90B-C935-4DC0-94C8-AB4D6F0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一个会做 PPT 的人，靠长期经验完成这些判断。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每次却要翻旧稿找页面、替换内容、调整结构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答案没有被沉淀，只能一次次重来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先选概率最大的需求：工作型 PPT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28C0321-F03C-46CA-A929-ECD60320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3FFEEB3A-8F66-4078-8D6C-9B0C8606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E4FDA62F-6BE6-4A35-8CB1-911AEBB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BE34D68B-77A0-4F29-BB4A-ECA3E116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622E6BC8-14FE-493A-A6B5-5FF7D3E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一端：只求把文字放上去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1B572C67-C5CE-4CB7-8EC5-BB36FBDE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几乎不在意版式。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08D0679-D46F-48BD-A629-D033CBC6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E24FB321-374B-4B65-9468-2B166D8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9AC6CC1E-A971-43F4-8DB1-AF14D137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21082830-320A-4FDB-A881-EE2901AC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247022D1-049C-482D-8F30-7CB57816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中间：工作型 PPT 是主流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75E5719E-253F-4A8C-B605-6BF295D4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学校、科研院所、事业单位、央国企与普通企业，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需要快速把稿件变成结构清楚、视觉体面的 PPT。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不能乱、不能丑、不能掉价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生成完以后还必须能继续修改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1BB9927-AED6-4EC6-A305-A00445E8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19691B5C-89EC-4872-B6C0-4BED1F51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1FAC0D7B-4D24-497D-ACA9-5409D650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70EDEA3D-E49E-4C76-8067-DDFD792E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2FC46ADD-515A-4437-8D26-B42F1FFD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另一端：高度定制创意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862BC2D5-897D-4920-A405-AE0326C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发布会、品牌路演与高水平比赛，需要高度定制的视觉创意。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产品的度量：达到可用线的概率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5C5FEF6-EEEA-421B-AE38-B1A207B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A3F154F-94BD-4479-93A6-3517904E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F389F224-5B04-47E4-BA8C-00395D85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42E65190-1429-4F9A-BA77-56DC157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9E461E33-49BD-4AD1-B32A-AD7A1337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R：产品可靠度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32FE7489-DBF2-422F-A84A-847C6E7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目标工作场景下达到可用线的概率。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R = P(Q ≥ Q可用 | 目标工作场景)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R 才是 PPagenT 所追求的产品可靠度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297B8FC5-715D-4C25-A61D-C573B3F4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573B2444-87E3-4D8C-ABCE-CE993938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Q：生成质量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22C361A0-FD92-4264-B0AD-FC6BF39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对整套 PPT 综合质量打分。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D43FC-CAB3-4E5C-AD20-3670D31A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52B66594-F292-4ACF-9FCE-358C50E7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F06CF870-C8B5-45F7-80F6-FED6B26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Q可用：可以直接拿去讲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C011D1F4-58FC-46AB-886A-965A49D0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工作场景中“可以直接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拿去讲”的最低标准。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3E7B52C8-13E4-43CB-99EA-393DD18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615D2F1-CF4C-41D1-83C1-1901B2D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94E5AD9B-EDBE-4488-93D8-84815D5D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0AA7DB6B-F1BB-4709-941D-505696A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06D8AB71-AB30-4015-8996-1CCA79F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93BE31C3-1B03-4149-89DC-A72F9C1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偶尔生成让人惊叹的作品，但不可预期、不可依赖。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真实的使用场景往往普通：明早九点就要汇报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在可用基础之上追高度定制，成本会迅速上升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9C59224-7C52-4D71-90BB-500C0E6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2FDB881A-DCA6-4A65-BF38-C96235E1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E99CFA6A-7D90-4E3B-9E4F-06C4125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C34B84A3-A72F-4D63-A843-07C190F9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1777BE64-F7D4-4D85-BE85-5C93300C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不是质量上限，而是“稳定可用状态”的形象称呼。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直接使用不失专业，继续修改有可靠基础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从混乱初稿到可工作的 PPT，价值巨大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投入与收益相匹配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用限制自由，换取可靠性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811B5EF-A874-483C-813F-9C77BCBB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40FF087C-71AE-4646-83B1-FBD17C6A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477E33ED-52DE-418B-9672-3CA93CF0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B633B557-E16D-45C8-9CC6-B2D5A2DD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AC8B5B25-5C55-4858-B6DF-D6E5A3BB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108E2DC4-34C6-40E1-B35C-CB42B4B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e95bbfe3346b2">
            <a:extLst>
              <a:ext uri="{96DAC541-7B7A-43D3-8B79-37D633B846F1}">
                <asvg:svgBlip xmlns:asvg="http://schemas.microsoft.com/office/drawing/2016/SVG/main" r:embed="Rc1f3eb74eb2a47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9FC12B58-9D22-4FCC-A61E-EC32E46B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高自由度 =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高失败风险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4FADF9DF-58A1-4EE9-BFEF-DFD9E21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504182F5-6214-4947-8E9D-7AE7EBF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颜色、字体、结构、版式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每次重新决定，状态空间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越大，失败模式越多。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A1778039-DA9C-44FD-9962-B952476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8CA53382-5630-4099-B95B-1667B09F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41EA60E4-2696-476B-B599-CB4C3F21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F805DFD5-E9AC-4B3C-AF02-13696B2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1DF8734A-5668-40A0-8CF0-DA1FEA0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0871cde2b4ee2">
            <a:extLst>
              <a:ext uri="{96DAC541-7B7A-43D3-8B79-37D633B846F1}">
                <asvg:svgBlip xmlns:asvg="http://schemas.microsoft.com/office/drawing/2016/SVG/main" r:embed="R2d0abb526ac443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70FB258B-F943-4CEF-9F8D-408F70E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工作恰恰需要稳定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B95BA37D-9F9D-4879-A078-972011A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0E05870F-34AD-47DE-8138-23B8AF5B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029075"/>
            <a:ext cx="20145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学校有学校的样子，企业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有企业的样子；颜色、字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体、Logo 与页面骨架本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应长期稳定。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CCD6B12E-7347-4105-9247-D152309F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8CB1020E-3846-47DB-A2ED-CDC8DE23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1E50A46E-2463-4DC8-A392-14C6F20A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C914A51E-0AD2-47D9-9177-F0585AA1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496C7BDF-3A9D-4A07-88D7-4829F31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42a4660de460e">
            <a:extLst>
              <a:ext uri="{96DAC541-7B7A-43D3-8B79-37D633B846F1}">
                <asvg:svgBlip xmlns:asvg="http://schemas.microsoft.com/office/drawing/2016/SVG/main" r:embed="R9b4af4a3ef1a4a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0A577605-D6AF-4E98-A451-40B7C4CB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PPagenT 主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动限制自由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1306AFC8-0162-4F4E-81F4-69F5949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5B24C856-674C-4D54-A212-12E7B611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用确定的组织规范、验证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过的能力、明确的数量边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界与已登记的退化方式。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EAB0E980-2318-4071-804D-09976C10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2BFAF298-D7BA-4D55-8DB5-ECDFFC79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001218F0-CA11-4CF5-852B-5963F9DF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B29FCB0C-2675-4EF0-A621-7F86F431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3BDE5816-BE33-43CE-8E79-76E3A8A0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8c62249e647bd">
            <a:extLst>
              <a:ext uri="{96DAC541-7B7A-43D3-8B79-37D633B846F1}">
                <asvg:svgBlip xmlns:asvg="http://schemas.microsoft.com/office/drawing/2016/SVG/main" r:embed="Rcd4815a12a494b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8B0A82E6-3DD0-420B-B643-37B6916E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固定 = 已经验证过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FD7BC3D4-713B-47AB-8709-ACFCA42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F9A15EA5-F0D5-439E-AB7F-7D8C2272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不是系统做不到自由，而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是正式工作更需要可预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8E74848-50A1-49B4-959E-7525ED0E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9ECC2D9-B886-4CA3-B565-9D7F0BC5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D9BB0EA4-43E5-49CD-AA09-75A23CF5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0381B75B-41E9-4B00-97A1-687C8CEB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500DA5FC-20FF-4FCF-9297-3C2B1136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AI：理解与编排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28C73E0F-1312-4DBB-9161-39BBAF0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内容导演读懂稿件、组织叙事并拆页；视觉导演判断每页怎样表达。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从已确认能力中选择合适结构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必要时只补有限结构化信息，不让流程无限反复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E1707EE9-7A89-44CB-931B-40B6951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B2686E0F-2FDA-4896-B71F-238CB03E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规则：约束与选择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2D90C5FD-C57F-495D-B6B6-E050211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主题规定字体、颜色、Logo 与页面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骨架；能力库保存已验证的表达方式。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同一种样式随数量与容量稳定变化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没有合适结构就退回简单排版，不临时编造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18E4D-6BBE-4E10-A033-E25F686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A313CBF2-7C2D-4BD1-BD9A-C80C88C5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5F20FC27-EC14-4F32-A278-64E5210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代码：稳定生成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011A99C9-6155-470C-A786-B1371483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确定性代码负责绘制与检查，编译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成原生可编辑的 PowerPoint。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输出不是截图、整页图片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或难以修改的网页替代品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22ED1FB3-B15A-4BA9-A8A8-AB9C991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F97BFD5-C89E-4523-BA88-61D5D169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7B74A320-7AFF-4DAC-A5FD-1A50F65C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B3DA1DDD-45A5-4426-A2B4-0D30FF57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资产入库线：建设能力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EFD829CC-C8D2-442C-8F1D-074CADC9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9FFCE608-3855-4823-9AC8-DA29CCE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人和工具反复理解参考、提炼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规律、适配数量并确认效果。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优秀参考 → 提炼逻辑与设计规律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扩展为可复用能力 → 用户确认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只有确认通过，才进入核心资产库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55F02EE-23B1-4344-99E6-A7A5C6F2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08A4F51A-9E2F-4119-8A85-A1366D8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7394C04E-CA32-4A88-9BF9-7DED367F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正式生成线：稳定调用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780A9829-5D20-4DCF-A813-831D97B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9591341-9CF5-403C-A1D4-58BD1EB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只读取核心库，不在交付现场临时创造结构。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原始稿件 + 组织主题 → AI 理解与编排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从核心库选择合法能力 → 确定性排版与编译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没有合适结构 → 退回简单排版 / 拆页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产出原生可编辑 PPTX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3A2C7CD-94C0-4C5D-AE3D-EDADC0D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3D4C88F-C1DE-4922-B71D-E29087F1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329F625-A49A-47BF-8982-8B77C4C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B9695AAA-FB26-42D6-BFDC-0BEE54A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1CD114A5-F376-4A68-9AFC-942A3D9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PPagenT：成本前移到建设期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4AC69897-11F0-4EC5-9721-B74F4A14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先筛选优秀页面、提炼规律、参数化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内容与数量并验证，用户确认后入库。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建设期完成理解、参数化与验证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生成期模型只做理解、分类、路由与填参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确定性代码负责绘制与检查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视觉理解沉淀为一次建设、多次复用的离线资产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D344B4C4-7D69-4EE1-B98E-15F0C747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BAAB9124-729E-438D-BDA7-8F8BA56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传统路线：成本堆在运行时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1B25BD00-DD90-4F45-B7F3-9E6DB26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每来一个用户，就重新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理解、设计、绘制一次。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每套 PPT 都重新支付一次视觉理解成本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计算、审美判断与失败风险都集中在运行时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EC11E9B-A845-4823-B6F1-86D727C2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E65AD829-B251-4AA6-8068-4F7C2EAD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CBA8DBF8-7B7E-4041-A2B0-95A4A741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8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E982C790-521E-46E8-A055-345CA7C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E0BBE255-2856-41DD-9F5A-9A7290D2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0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82EDBC49-8115-4877-A72C-9841C3DE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65BB737C-7DCD-4AC1-94A2-EAE509A9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2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0CB20E38-F498-4FA9-B8B2-B2CF75C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4200BB73-E79F-4C19-9046-E418EDF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4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1E349BEE-2768-4431-9DE6-36AD27B7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5F1568B-84DA-4668-BA00-3FD268CF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6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07BD0630-86AC-4666-A06D-DF638448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D6A99385-8E1B-4A1F-80AC-21F8A74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8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585CB56D-CEBE-4DB7-9435-1E7C0E39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FDD008DD-03D3-4194-9757-275C2051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0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3DD6DC5F-1372-4E37-BFE1-F86CDFBD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42699207-B60E-4DF3-B1C7-D7091399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3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28ACDDF6-53CC-459C-8D3A-C488FBC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有效表达能力</a:t>
            </a:r>
          </a:p>
        </p:txBody>
      </p:sp>
      <p:sp>
        <p:nvSpPr>
          <p:cNvPr id="3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45EF39EB-FC7B-4A12-898E-CEC7F65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14575"/>
            <a:ext cx="2461317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积累多少真正有效的表达方式。</a:t>
            </a:r>
          </a:p>
        </p:txBody>
      </p:sp>
      <p:sp>
        <p:nvSpPr>
          <p:cNvPr id="3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6476334-6BC2-410F-A73A-8C444E42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可靠的内容路由</a:t>
            </a:r>
          </a:p>
        </p:txBody>
      </p:sp>
      <p:sp>
        <p:nvSpPr>
          <p:cNvPr id="3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90026276-B1A1-4F81-8C07-D1632D1A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2461317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把新内容稳定地路由到正确的能力。</a:t>
            </a:r>
          </a:p>
        </p:txBody>
      </p:sp>
      <p:sp>
        <p:nvSpPr>
          <p:cNvPr id="3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C54F39BC-CFA7-4C48-8AD6-A2F3D5FA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容量与失败边界</a:t>
            </a:r>
          </a:p>
        </p:txBody>
      </p:sp>
      <p:sp>
        <p:nvSpPr>
          <p:cNvPr id="3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E6FA9100-61BA-4767-8335-A7C0B7C6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486275"/>
            <a:ext cx="2461317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知道每种能力的容量、变化方式与失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败边界。</a:t>
            </a:r>
          </a:p>
        </p:txBody>
      </p:sp>
      <p:sp>
        <p:nvSpPr>
          <p:cNvPr id="3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865C84AE-B4C2-454E-8E44-8571108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规范且可编辑的交付</a:t>
            </a:r>
          </a:p>
        </p:txBody>
      </p:sp>
      <p:sp>
        <p:nvSpPr>
          <p:cNvPr id="3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ADC2083F-6350-49CC-A94F-5C287489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86275"/>
            <a:ext cx="2461317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稳定生成符合组织规范、原生可编辑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的结果。</a:t>
            </a:r>
          </a:p>
        </p:txBody>
      </p:sp>
      <p:sp>
        <p:nvSpPr>
          <p:cNvPr id="4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F4D69501-8B61-4EF8-909D-BAB3F8F7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b557de3324a31">
            <a:extLst>
              <a:ext uri="{96DAC541-7B7A-43D3-8B79-37D633B846F1}">
                <asvg:svgBlip xmlns:asvg="http://schemas.microsoft.com/office/drawing/2016/SVG/main" r:embed="R173f98c72c954d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F21255F2-36D6-4A25-B733-B28CD963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4ea3a93e54850">
            <a:extLst>
              <a:ext uri="{96DAC541-7B7A-43D3-8B79-37D633B846F1}">
                <asvg:svgBlip xmlns:asvg="http://schemas.microsoft.com/office/drawing/2016/SVG/main" r:embed="Ra707b63466304a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BF843D4A-B049-4ED7-A292-D209E8C2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f579e5f8b44ba">
            <a:extLst>
              <a:ext uri="{96DAC541-7B7A-43D3-8B79-37D633B846F1}">
                <asvg:svgBlip xmlns:asvg="http://schemas.microsoft.com/office/drawing/2016/SVG/main" r:embed="R14e39595db7143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8C2C1A39-5F3D-4A10-819C-D94083D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4ca49f5424104">
            <a:extLst>
              <a:ext uri="{96DAC541-7B7A-43D3-8B79-37D633B846F1}">
                <asvg:svgBlip xmlns:asvg="http://schemas.microsoft.com/office/drawing/2016/SVG/main" r:embed="R4c379985899842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408622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D2644AE-CB29-4A53-B7E6-84F4A72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8EC11F3F-59C8-447A-9F85-F03EA08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948D98E0-AA6E-4062-B797-F5EB49F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6DC2DBF1-1C64-4A78-9AA6-7A261F7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796598E4-B16B-4A93-83AA-B7F6D00E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第一站：东北大学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CAB3BBC5-BF33-47EB-8B89-3A204903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有明确的视觉规范、持续发生的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汇报需求与真实可检验的使用边界。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1FE5621-7A7C-4AC0-9CE9-986BB699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28E8DA5B-46F5-4426-AEE0-F7FB4261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D337B599-4615-46E1-A7E9-48A2D1A6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5A0F79A0-38BF-449F-BB1D-174609AD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C915A285-645B-4E97-BECF-EA0242D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主题可换，能力可复用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C9086998-3FB7-4190-9852-3028AEBD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颜色、Logo、字体与页眉页脚由主题配置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替换，内容理解规则与表达能力继续复用。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其他学校、科研院所、实验室、企业与团队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也能承载某个特别会做 PPT 的人的长期风格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8E0D303-7AD2-4E16-98ED-8BF13A1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24C78DC0-977F-4694-95FD-7BBE1DF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D44AC1AE-9529-44BB-859D-DEBA46E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1EE63BDE-BCF6-4002-9DE3-51262998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A2441166-8A0E-4777-9500-EE50F9DD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不要求人人会设计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6053125B-CDC3-485D-B9CE-6C79723E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把少数人头脑里的能力，变成更多人可以低成本获得的生产力。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组织不必要求每名成员都成为设计师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日常输出也能稳定达到组织的基本标准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14A295F-CACF-4587-AAAB-9F50B9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0D88975-994C-43C3-BD02-8776FF0F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B5F81BA-3DAC-4EF8-B6EC-C6EE539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17DBD443-2B5C-403E-A3D8-37292BD4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1B538F08-18AF-4757-BBAF-73154A2D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421F36C8-6FC0-42B7-8DB7-74B1E3F4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帮我们读稿子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0627868F-287D-4A25-83A3-12B5FAA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理解稿件与叙事。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16582E36-B1D5-432E-9751-0ACD367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FE5AE1A8-E8B9-4604-BF05-DA2E242B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规则帮我们做判断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ABB01221-07D6-46B9-A57D-353E2AC7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8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让已验证的经验被稳定调用。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1C065-966E-47BC-9109-65471BDA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A244BF00-01A3-4E9B-910E-57CC07CD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6CC94C6D-A005-4620-AD3F-55B8E63B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代码完成重复劳动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3C5BDE22-0998-41C7-9160-ABC6892D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8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稳定排版并编译成可继续修改的 PPTX。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9468E-DC82-43F4-920E-F520DFEB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757DE1B5-6FBF-45F1-A520-5C32CB1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32E2C3DF-6BF5-485F-8A4E-06324A0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普通人也能很快得到一套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AB90AC2E-FA0A-4486-A4DF-42724E2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8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不一定惊艳，但靠谱；不一定独一无二，但真的好用。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可以立刻拿去讲，也可以继续修改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持续做到，普通问题就能成为可靠的产品能力与一门真正的生意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7BB249-16A3-43B9-B4ED-24C8EC3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2026-09-04T16:03:33.1250000Z</dcterms:created>
  <dcterms:modified xsi:type="dcterms:W3CDTF">2026-09-04T16:03:33.1250000Z</dcterms:modified>
</coreProperties>
</file>