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cb1f7e3ac4923" /><Relationship Type="http://schemas.openxmlformats.org/officeDocument/2006/relationships/extended-properties" Target="/docProps/app.xml" Id="Rece7c67bda924c32" /><Relationship Type="http://schemas.openxmlformats.org/officeDocument/2006/relationships/officeDocument" Target="/ppt/presentation.xml" Id="R3d25fe1630a7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abe359d0745ee"/>
    <p:sldMasterId xmlns:r="http://schemas.openxmlformats.org/officeDocument/2006/relationships" id="2147483660" r:id="R2abb1abf059e4b5f"/>
    <p:sldMasterId xmlns:r="http://schemas.openxmlformats.org/officeDocument/2006/relationships" id="2147483663" r:id="Rfa85196bec014392"/>
  </p:sldMasterIdLst>
  <p:notesMasterIdLst>
    <p:notesMasterId xmlns:r="http://schemas.openxmlformats.org/officeDocument/2006/relationships" r:id="Rdc602e770a8c4ec3"/>
  </p:notesMasterIdLst>
  <p:sldIdLst>
    <p:sldId xmlns:r="http://schemas.openxmlformats.org/officeDocument/2006/relationships" id="256" r:id="Rf2be9fabc35c43b3"/>
    <p:sldId xmlns:r="http://schemas.openxmlformats.org/officeDocument/2006/relationships" id="257" r:id="R53d5cb551bb243f2"/>
    <p:sldId xmlns:r="http://schemas.openxmlformats.org/officeDocument/2006/relationships" id="258" r:id="Rc1eb5c8d7b0e49db"/>
    <p:sldId xmlns:r="http://schemas.openxmlformats.org/officeDocument/2006/relationships" id="259" r:id="R179fcd7523ee4a44"/>
    <p:sldId xmlns:r="http://schemas.openxmlformats.org/officeDocument/2006/relationships" id="260" r:id="R1d7482f058704c52"/>
    <p:sldId xmlns:r="http://schemas.openxmlformats.org/officeDocument/2006/relationships" id="261" r:id="R22e685ed39be4ded"/>
    <p:sldId xmlns:r="http://schemas.openxmlformats.org/officeDocument/2006/relationships" id="262" r:id="R2cbb380799134434"/>
    <p:sldId xmlns:r="http://schemas.openxmlformats.org/officeDocument/2006/relationships" id="263" r:id="R15e92c65defa4cda"/>
    <p:sldId xmlns:r="http://schemas.openxmlformats.org/officeDocument/2006/relationships" id="264" r:id="Rfd7d2c569f7446c4"/>
    <p:sldId xmlns:r="http://schemas.openxmlformats.org/officeDocument/2006/relationships" id="265" r:id="R6e298484ad0643c6"/>
    <p:sldId xmlns:r="http://schemas.openxmlformats.org/officeDocument/2006/relationships" id="266" r:id="R5c648cc015124b7c"/>
    <p:sldId xmlns:r="http://schemas.openxmlformats.org/officeDocument/2006/relationships" id="267" r:id="Rb165d9b5e949409c"/>
    <p:sldId xmlns:r="http://schemas.openxmlformats.org/officeDocument/2006/relationships" id="268" r:id="Rbdfba43b160b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85fbb9680443e" /><Relationship Type="http://schemas.openxmlformats.org/officeDocument/2006/relationships/slideMaster" Target="/ppt/slideMasters/slideMaster1.xml" Id="R7fdabe359d0745ee" /><Relationship Type="http://schemas.openxmlformats.org/officeDocument/2006/relationships/slideMaster" Target="/ppt/slideMasters/slideMaster2.xml" Id="R2abb1abf059e4b5f" /><Relationship Type="http://schemas.openxmlformats.org/officeDocument/2006/relationships/slideMaster" Target="/ppt/slideMasters/slideMaster3.xml" Id="Rfa85196bec014392" /><Relationship Type="http://schemas.openxmlformats.org/officeDocument/2006/relationships/notesMaster" Target="/ppt/notesMasters/notesMaster1.xml" Id="Rdc602e770a8c4ec3" /><Relationship Type="http://schemas.openxmlformats.org/officeDocument/2006/relationships/presProps" Target="/ppt/presProps.xml" Id="Rf98cedd64b1445f0" /><Relationship Type="http://schemas.openxmlformats.org/officeDocument/2006/relationships/viewProps" Target="/ppt/viewProps.xml" Id="Ree5cb9ae2d62425b" /><Relationship Type="http://schemas.openxmlformats.org/officeDocument/2006/relationships/tableStyles" Target="/ppt/tableStyles.xml" Id="R29b45795a7ad4955" /><Relationship Type="http://schemas.openxmlformats.org/officeDocument/2006/relationships/slide" Target="/ppt/slides/slide1.xml" Id="Rf2be9fabc35c43b3" /><Relationship Type="http://schemas.openxmlformats.org/officeDocument/2006/relationships/slide" Target="/ppt/slides/slide2.xml" Id="R53d5cb551bb243f2" /><Relationship Type="http://schemas.openxmlformats.org/officeDocument/2006/relationships/slide" Target="/ppt/slides/slide3.xml" Id="Rc1eb5c8d7b0e49db" /><Relationship Type="http://schemas.openxmlformats.org/officeDocument/2006/relationships/slide" Target="/ppt/slides/slide4.xml" Id="R179fcd7523ee4a44" /><Relationship Type="http://schemas.openxmlformats.org/officeDocument/2006/relationships/slide" Target="/ppt/slides/slide5.xml" Id="R1d7482f058704c52" /><Relationship Type="http://schemas.openxmlformats.org/officeDocument/2006/relationships/slide" Target="/ppt/slides/slide6.xml" Id="R22e685ed39be4ded" /><Relationship Type="http://schemas.openxmlformats.org/officeDocument/2006/relationships/slide" Target="/ppt/slides/slide7.xml" Id="R2cbb380799134434" /><Relationship Type="http://schemas.openxmlformats.org/officeDocument/2006/relationships/slide" Target="/ppt/slides/slide8.xml" Id="R15e92c65defa4cda" /><Relationship Type="http://schemas.openxmlformats.org/officeDocument/2006/relationships/slide" Target="/ppt/slides/slide9.xml" Id="Rfd7d2c569f7446c4" /><Relationship Type="http://schemas.openxmlformats.org/officeDocument/2006/relationships/slide" Target="/ppt/slides/slide10.xml" Id="R6e298484ad0643c6" /><Relationship Type="http://schemas.openxmlformats.org/officeDocument/2006/relationships/slide" Target="/ppt/slides/slide11.xml" Id="R5c648cc015124b7c" /><Relationship Type="http://schemas.openxmlformats.org/officeDocument/2006/relationships/slide" Target="/ppt/slides/slide12.xml" Id="Rb165d9b5e949409c" /><Relationship Type="http://schemas.openxmlformats.org/officeDocument/2006/relationships/slide" Target="/ppt/slides/slide13.xml" Id="Rbdfba43b160b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f3737b4aa9742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10d2ca9c849db" /><Relationship Type="http://schemas.openxmlformats.org/officeDocument/2006/relationships/notesMaster" Target="/ppt/notesMasters/notesMaster1.xml" Id="R9fce8db7c780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84c22102440c2" /><Relationship Type="http://schemas.openxmlformats.org/officeDocument/2006/relationships/notesMaster" Target="/ppt/notesMasters/notesMaster1.xml" Id="Rea12b85b172142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119f173a449a8" /><Relationship Type="http://schemas.openxmlformats.org/officeDocument/2006/relationships/notesMaster" Target="/ppt/notesMasters/notesMaster1.xml" Id="R87284d52a4214c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fe0882f9f2454c" /><Relationship Type="http://schemas.openxmlformats.org/officeDocument/2006/relationships/notesMaster" Target="/ppt/notesMasters/notesMaster1.xml" Id="R83cbf5c84a10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4a549908bc490f" /><Relationship Type="http://schemas.openxmlformats.org/officeDocument/2006/relationships/notesMaster" Target="/ppt/notesMasters/notesMaster1.xml" Id="Rd7625b75f8f24d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f449da9ef54aac" /><Relationship Type="http://schemas.openxmlformats.org/officeDocument/2006/relationships/notesMaster" Target="/ppt/notesMasters/notesMaster1.xml" Id="Rb6f5aff8a6b14b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4f6ee01f4144d7" /><Relationship Type="http://schemas.openxmlformats.org/officeDocument/2006/relationships/notesMaster" Target="/ppt/notesMasters/notesMaster1.xml" Id="R968981356cbc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d9f158e8fa4a5d" /><Relationship Type="http://schemas.openxmlformats.org/officeDocument/2006/relationships/notesMaster" Target="/ppt/notesMasters/notesMaster1.xml" Id="Rf2acbd6143ec4d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c3c06f0bb4bbd" /><Relationship Type="http://schemas.openxmlformats.org/officeDocument/2006/relationships/notesMaster" Target="/ppt/notesMasters/notesMaster1.xml" Id="Rcfcc4328ccd944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5ef29081b44827" /><Relationship Type="http://schemas.openxmlformats.org/officeDocument/2006/relationships/notesMaster" Target="/ppt/notesMasters/notesMaster1.xml" Id="R3fa8b7fab2fd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0651f8b2204870" /><Relationship Type="http://schemas.openxmlformats.org/officeDocument/2006/relationships/notesMaster" Target="/ppt/notesMasters/notesMaster1.xml" Id="R9e5158b83267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74b6c6f8034558" /><Relationship Type="http://schemas.openxmlformats.org/officeDocument/2006/relationships/notesMaster" Target="/ppt/notesMasters/notesMaster1.xml" Id="R158f91f8378d4c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e4f327d00849a3" /><Relationship Type="http://schemas.openxmlformats.org/officeDocument/2006/relationships/notesMaster" Target="/ppt/notesMasters/notesMaster1.xml" Id="Rb2af4fb08b2643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649912ce9460f" /><Relationship Type="http://schemas.openxmlformats.org/officeDocument/2006/relationships/image" Target="/ppt/media/image.jpeg" Id="R0ce21d4f158f457b" /><Relationship Type="http://schemas.openxmlformats.org/officeDocument/2006/relationships/image" Target="/ppt/media/image.png" Id="R0e1c8967b98d4ae4" /><Relationship Type="http://schemas.openxmlformats.org/officeDocument/2006/relationships/image" Target="/ppt/media/image2.png" Id="R899551e5b2c748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43576120146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f4d6ca61d4a27" /><Relationship Type="http://schemas.openxmlformats.org/officeDocument/2006/relationships/image" Target="/ppt/media/image3.png" Id="Rd784ca28a77c49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bf0cb943e427f" /><Relationship Type="http://schemas.openxmlformats.org/officeDocument/2006/relationships/image" Target="/ppt/media/image4.png" Id="R2779a609433b46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3be9fe89d4b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62aceb07c4a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7aacd967541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7ec04325d4f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07efdb96743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d309012e148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e7d14ad1f4fd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a620a2e10643ec" /><Relationship Type="http://schemas.openxmlformats.org/officeDocument/2006/relationships/image" Target="/ppt/media/image5.png" Id="R0ecc2f73ba5d4a3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0c96fe1020470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d5f0cd673e4677" /><Relationship Type="http://schemas.openxmlformats.org/officeDocument/2006/relationships/image" Target="/ppt/media/image5.png" Id="Ra447356d0f9d426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cf1b216960f486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21d4f158f457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c8967b98d4ae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551e5b2c7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F9C3D42-E2BC-480E-B773-4839ED0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4ca28a77c494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1F786A7-C00A-4AFA-9444-979D207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F4EC569-89AA-4FED-B61F-F078BEF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3495F9E-66C3-4EA1-8A2E-05DFB01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4EC518E-4A88-40EF-A36D-63E73D4C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9a609433b467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5715C00-1676-4774-BAC7-1125DDE2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8E861A6F-BB4E-40CE-862A-490DB09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48260F-AF67-474A-82C3-3D7D76D14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6D6763F-71F1-44B9-9746-5F213A4DEC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51D8F53-2C33-4C8D-8062-4CB43310B0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29C284-0BA7-47D7-AEF3-09A0606948B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975E26E-6385-4F24-A568-00E7E6DA2A0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EE605EB-0AF2-4F31-A4CF-49287811E5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9C42D8F-40D3-4C4E-9D31-B6B298027B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E6C16DB-E73B-40F2-9684-51AE4DB5EC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D42CF6-A819-4FCE-B371-6C41DE428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591A948-10A4-4633-8FE4-44B0DF9744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A0157CE-C796-428A-9055-ED1C0BEF8C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D5CA0BD-B136-4246-B685-F4766985A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0E35C73-3688-4E5D-8EE2-3AD1471340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0B9CBBD-FB2D-427F-A27E-275B7BD979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EBB69A1-4247-4FFC-9E6F-7826DC9BC9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A47457-7F6A-45C6-998D-AF381307B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AD149D0-4732-49F6-A3CC-72CC0D0D83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C8276C-728A-450B-98F6-D8F49EF66B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9D93587-0206-41CD-9CDB-84DCE3B053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BC4EFE5-8622-4101-8C9F-A151E416A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F47234E-898E-4A93-9CD0-63F1E666DE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E5E2DD-C6F9-4D0D-A449-CE48DDB18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AC5ECDC-B4B2-41FB-BB86-F4DCA3D86C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5467A8F-B51B-4790-9A4A-EFED67A7C7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ADD883A-E409-4660-8FA1-587A7BA4AC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D84693-5222-41AF-8B51-6817C9221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EF07D00-268B-4BC7-91DE-D8340D7133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4A9A8C-CC5C-452A-9E00-146924596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2F28DAB-B8E2-4E30-B7DC-22D2257D85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9321E9-88C9-4A44-842D-696B188AC5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EC00C6-2522-4FA4-975D-96C3BA17CD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C20EBF-2CBC-4270-A69B-CC0E56392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107BEAC-1DD1-4F4F-ACBB-A38005AB8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E047B8E-D130-43F9-B169-A26FB0BD8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951EFA-4637-47ED-A19A-26E8D8598B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05526E-7447-4DD3-8D5C-22C0429A2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D4F9CA-615A-499E-9011-408F2F965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c2f73ba5d4a3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0A4989A-615A-4613-9F0D-9D05868C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C2B8E90-DB1D-4819-AEF5-8F811692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C7097F0-73D9-410B-BCDD-A64BF50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0C295B6-B259-41F0-B608-A40570E4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7356d0f9d42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B8516FC-8A5E-47EA-B677-BD52201E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BC16BD7-7F81-4782-9AC7-0279F47A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615CAD9-BEAE-49A6-8420-445557BB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19B43E7-553D-4451-AD78-6A16AC2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6204a929914dc5" /><Relationship Type="http://schemas.openxmlformats.org/officeDocument/2006/relationships/slideLayout" Target="/ppt/slideLayouts/slideLayout1.xml" Id="Rb93ffa4dbc7b44a1" /><Relationship Type="http://schemas.openxmlformats.org/officeDocument/2006/relationships/slideLayout" Target="/ppt/slideLayouts/slideLayout2.xml" Id="R61fa8fb21aaa4ed4" /><Relationship Type="http://schemas.openxmlformats.org/officeDocument/2006/relationships/slideLayout" Target="/ppt/slideLayouts/slideLayout3.xml" Id="R8b728603c6cd49ef" /><Relationship Type="http://schemas.openxmlformats.org/officeDocument/2006/relationships/slideLayout" Target="/ppt/slideLayouts/slideLayout4.xml" Id="R382a865379fc47ec" /><Relationship Type="http://schemas.openxmlformats.org/officeDocument/2006/relationships/slideLayout" Target="/ppt/slideLayouts/slideLayout5.xml" Id="R099706dc33694779" /><Relationship Type="http://schemas.openxmlformats.org/officeDocument/2006/relationships/slideLayout" Target="/ppt/slideLayouts/slideLayout6.xml" Id="R793db90393b24349" /><Relationship Type="http://schemas.openxmlformats.org/officeDocument/2006/relationships/slideLayout" Target="/ppt/slideLayouts/slideLayout7.xml" Id="Rdb41fa29f7fc4fa3" /><Relationship Type="http://schemas.openxmlformats.org/officeDocument/2006/relationships/slideLayout" Target="/ppt/slideLayouts/slideLayout8.xml" Id="R311fe1080b3b41da" /><Relationship Type="http://schemas.openxmlformats.org/officeDocument/2006/relationships/slideLayout" Target="/ppt/slideLayouts/slideLayout9.xml" Id="Rfbf6c6c2b10e4a0f" /><Relationship Type="http://schemas.openxmlformats.org/officeDocument/2006/relationships/slideLayout" Target="/ppt/slideLayouts/slideLayout10.xml" Id="Rc385b69722ed47be" /><Relationship Type="http://schemas.openxmlformats.org/officeDocument/2006/relationships/slideLayout" Target="/ppt/slideLayouts/slideLayout11.xml" Id="Rdc1102d4ee06415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391dc62dfef4c67" /><Relationship Type="http://schemas.openxmlformats.org/officeDocument/2006/relationships/slideLayout" Target="/ppt/slideLayouts/slideLayout12.xml" Id="R4ad5875e1ad741a6" /><Relationship Type="http://schemas.openxmlformats.org/officeDocument/2006/relationships/slideLayout" Target="/ppt/slideLayouts/slideLayout13.xml" Id="R1f0dbfe3f599463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06a04fe0c064e28" /><Relationship Type="http://schemas.openxmlformats.org/officeDocument/2006/relationships/slideLayout" Target="/ppt/slideLayouts/slideLayout14.xml" Id="R2c6468152af04c24" /><Relationship Type="http://schemas.openxmlformats.org/officeDocument/2006/relationships/slideLayout" Target="/ppt/slideLayouts/slideLayout15.xml" Id="Rad31baa5e50748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2D94AA3-2217-40AD-A290-76956985D6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B98A82-CD12-43CE-BF27-9F105272F7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B52FBEB-5788-4D3F-8241-8408F3340A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6648A0-0378-461F-A70E-00DEF6620C2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11002E5-133C-4057-AB2F-057F168DA3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ffa4dbc7b44a1"/>
    <p:sldLayoutId xmlns:r="http://schemas.openxmlformats.org/officeDocument/2006/relationships" id="2147483650" r:id="R61fa8fb21aaa4ed4"/>
    <p:sldLayoutId xmlns:r="http://schemas.openxmlformats.org/officeDocument/2006/relationships" id="2147483651" r:id="R8b728603c6cd49ef"/>
    <p:sldLayoutId xmlns:r="http://schemas.openxmlformats.org/officeDocument/2006/relationships" id="2147483652" r:id="R382a865379fc47ec"/>
    <p:sldLayoutId xmlns:r="http://schemas.openxmlformats.org/officeDocument/2006/relationships" id="2147483653" r:id="R099706dc33694779"/>
    <p:sldLayoutId xmlns:r="http://schemas.openxmlformats.org/officeDocument/2006/relationships" id="2147483654" r:id="R793db90393b24349"/>
    <p:sldLayoutId xmlns:r="http://schemas.openxmlformats.org/officeDocument/2006/relationships" id="2147483655" r:id="Rdb41fa29f7fc4fa3"/>
    <p:sldLayoutId xmlns:r="http://schemas.openxmlformats.org/officeDocument/2006/relationships" id="2147483656" r:id="R311fe1080b3b41da"/>
    <p:sldLayoutId xmlns:r="http://schemas.openxmlformats.org/officeDocument/2006/relationships" id="2147483657" r:id="Rfbf6c6c2b10e4a0f"/>
    <p:sldLayoutId xmlns:r="http://schemas.openxmlformats.org/officeDocument/2006/relationships" id="2147483658" r:id="Rc385b69722ed47be"/>
    <p:sldLayoutId xmlns:r="http://schemas.openxmlformats.org/officeDocument/2006/relationships" id="2147483659" r:id="Rdc1102d4ee0641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89DE3B3-06BD-4199-ACFD-528807763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093F06-7A4C-4B88-A3DF-F53CB9041D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C521D6-7A53-4F57-8692-64CF9B2182A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EA99CD-8822-4C26-917F-84ED65C252F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EE6EAC-67EC-4AF3-8E9E-1CF104959E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ad5875e1ad741a6"/>
    <p:sldLayoutId xmlns:r="http://schemas.openxmlformats.org/officeDocument/2006/relationships" id="2147483662" r:id="R1f0dbfe3f599463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9911CC5-3D80-448D-9DBB-CEB20002E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214499C-1129-4621-A463-927A29C66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614CA0-14B6-4FB7-B879-538606B601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2C70D90-7C20-430E-8899-E0DF907816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4B7B44-D1A2-4207-95F0-7C70E64C01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c6468152af04c24"/>
    <p:sldLayoutId xmlns:r="http://schemas.openxmlformats.org/officeDocument/2006/relationships" id="2147483665" r:id="Rad31baa5e5074891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539208da4696" /><Relationship Type="http://schemas.openxmlformats.org/officeDocument/2006/relationships/notesSlide" Target="/ppt/notesSlides/notesSlide1.xml" Id="R720aae5196f2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592daafae4d39" /><Relationship Type="http://schemas.openxmlformats.org/officeDocument/2006/relationships/notesSlide" Target="/ppt/notesSlides/notesSlide2.xml" Id="R6a0b5f088092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426bafc1e145fe" /><Relationship Type="http://schemas.openxmlformats.org/officeDocument/2006/relationships/notesSlide" Target="/ppt/notesSlides/notesSlide3.xml" Id="R5f9d827c251c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82c9dd12dd4466" /><Relationship Type="http://schemas.openxmlformats.org/officeDocument/2006/relationships/notesSlide" Target="/ppt/notesSlides/notesSlide4.xml" Id="R55de344c7de341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7c39ccb48e4ca2" /><Relationship Type="http://schemas.openxmlformats.org/officeDocument/2006/relationships/notesSlide" Target="/ppt/notesSlides/notesSlide5.xml" Id="Re9f06c73cdfd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bdac5194034aaa" /><Relationship Type="http://schemas.openxmlformats.org/officeDocument/2006/relationships/notesSlide" Target="/ppt/notesSlides/notesSlide6.xml" Id="R7bf8c7ed6fb044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87f29591474d27" /><Relationship Type="http://schemas.openxmlformats.org/officeDocument/2006/relationships/notesSlide" Target="/ppt/notesSlides/notesSlide7.xml" Id="R695a1755e3bf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fde5c248384944" /><Relationship Type="http://schemas.openxmlformats.org/officeDocument/2006/relationships/notesSlide" Target="/ppt/notesSlides/notesSlide8.xml" Id="R6cc38f0d2dd443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7ccc7ccbf64441" /><Relationship Type="http://schemas.openxmlformats.org/officeDocument/2006/relationships/notesSlide" Target="/ppt/notesSlides/notesSlide9.xml" Id="R6fec027fe6bb41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bdf4dde5944b60" /><Relationship Type="http://schemas.openxmlformats.org/officeDocument/2006/relationships/notesSlide" Target="/ppt/notesSlides/notesSlide10.xml" Id="R7c73f71140464c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ed467c91b64c16" /><Relationship Type="http://schemas.openxmlformats.org/officeDocument/2006/relationships/notesSlide" Target="/ppt/notesSlides/notesSlide11.xml" Id="Rc9d69efcff31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f0122ac4d04151" /><Relationship Type="http://schemas.openxmlformats.org/officeDocument/2006/relationships/notesSlide" Target="/ppt/notesSlides/notesSlide12.xml" Id="R6c810221afde45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adfae789f4d0f" /><Relationship Type="http://schemas.openxmlformats.org/officeDocument/2006/relationships/notesSlide" Target="/ppt/notesSlides/notesSlide13.xml" Id="R525dbdfebd9e47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14A0331-13EA-4507-AB1B-3E4077EF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D01D723E-096A-4A04-A89F-5068805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8F0AC6C1-5A57-4DA8-99AC-422A7F3F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F10637B-5AF1-4133-A880-B7CC5B2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259B65EC-806A-4578-AE33-4B20A707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8358995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解法设计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架构与积累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扩展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BA78629-31CD-4756-B930-85D5D3CA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279D527-3257-4B30-83E7-57D319C2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E7972A80-AE7A-48AA-914E-F0B4DFF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BE216BD0-FFD7-4B01-B1E4-ECD1A0FF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F7DF39F8-1EAB-436E-818E-6B5206FD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高手脑中早已存有答案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C001FC28-6316-4B82-9B09-A2AB928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 PPT 真正贵的，是这些反复发生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的判断；而一个 PPT 做得很好的人，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脑子里已经积累了大量答案。所以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从一个很简单的问题开始：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既然一个高手已经知道怎样做是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好的，为什么每次还要重新做一遍？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4BF69ABE-D58A-4395-8C09-06F8DFE2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FC1B5A22-213B-4009-97BF-AD4D4D7C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费时间的不是排版，而是判断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63CAD5A4-17AE-4052-A6CD-9B6F8A04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真正费时间的不是把文本框拖到左边还是右边，而是一连串判断：这场汇报到底怎么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讲，一篇长稿应该拆成多少页，每一页只承担什么职责，这几个观点是并列、递进、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因果还是流程，哪里应该突出，什么时候应该用图，什么时候一句话反而更有力量。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D2A1C-89E1-4524-8252-3B27EBE1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F4AEFC4E-CF0C-48AC-BDE7-4269E85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0EF75695-C8F0-4F81-910D-0BF50C3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人还要反复做相似的整理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92FE4432-6F77-4FB5-9DDF-0046702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然后还要翻以前做过的 PPT，找一个差不多的页面，替换内容、调整结构，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再统一字体、字号、颜色和间距。这些劳动，过去已经重复发生过很多次。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BC5221F-9411-4412-86C3-3B2DE29C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86BBDB9-8E94-4489-BB1A-202AB319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0F5ED56F-992C-4A1C-8C4E-3C028D6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C7AC281F-6A3C-4312-BA2A-1881240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EAE497FD-3B83-4B19-8A12-77C5A00A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中间场景有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一条明确底线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88F612F-7B0B-4138-A479-95FA1D3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这些场景通常不要求每一页都像艺术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作品，却有一条明确底线：不能乱，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不能丑，不能掉价，不能生成完以后无法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修改。PPagenT 不试图覆盖整个需求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分布，而是首先选择概率密度最大、重复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发生、也最适合标准化的工作型 PPT。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52378C54-156F-4BE3-8075-C96839B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219759EC-31BB-4691-A1A8-C5A4544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更多需求位于中间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6C33AB21-B3E2-420D-BDA0-835C6A1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一端是几乎不在意版式、只要把文字放上去的需求；另一端是发布会、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品牌路演和高水平比赛，需要高度定制的视觉创意。两端都真实存在，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但更多需求位于中间：学校、科研院所、事业单位、央国企和普通企业，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需要快速把一份稿件变成结构清楚、视觉体面、符合组织规范的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A1553-4AFA-43F2-90E5-F3D53C6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9F8F0B0D-CE12-4F99-964C-60BB330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C0C405C1-20D1-43A7-9D41-CD54F36F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目标不是最高分，而是达到可用线的概率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D54E3F8F-A22F-4ECA-A0DE-61FF8763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如果把生成结果的综合质量记作 Q，把“可以直接拿去讲”的最低标准记作 Q可用，那么 PPagenT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真正想提高的不是某一次生成的最高分，而是在目标场景中生成结果达到可用标准的概率。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R = P(Q ≥ Q可用 | 目标工作场景)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这里的 R，才是 PPagenT 所追求的产品可靠度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E76C479-562A-455E-8CC7-C711F78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D268509-A585-46BB-9B73-5713BDC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A9B7DCA6-42E9-4BB4-8C7D-BFACB91C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64AE2258-00DE-4E2D-996A-90898AFC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E2CE07D6-6DFE-46A6-9216-E43D8E7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普通场景要的是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“明天能直接用”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98D56116-3928-4479-BB06-A2A83D7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明天上午九点要汇报，晚上把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稿件交给系统，希望得到一套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逻辑清楚、版式规范、符合单位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风格、第二天仍然可以继续修改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 PPT。PPagenT 不追求偶尔生成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一个让所有人惊叹的 95 分作品。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251C36A-1506-43F2-BC8B-BCAAF6C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3926122E-F1E0-43AD-AB0D-A73152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两种质量观的对比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0C328599-00BA-44D7-A4B5-A1A2F75E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随机的 95 分：偶尔惊艳；从一套已能用的 PPT 再提升到高度定制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视觉作品，成本会迅速上升，许多内部汇报不必为这份增量付出同等代价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稳定的 80 分：直接使用不失专业、继续修改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有可靠基础、投入与收益相匹配，随时可以拿去讲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641DA-E5A3-415B-AB9B-3285CE3E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A36D63B-71C3-43A4-9371-11C6ACE3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A4F5533C-B620-4EE9-AFA7-C686267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 在最大化“可靠转化”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4AEF32BA-15FE-445A-845A-D0D9EF06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这里的“80 分”不是产品给自己设置的质量上限，而是对“稳定可用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状态”的形象称呼。PPagenT 不是在最大化一份 PPT 偶尔能有多漂亮，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而是在最大化一份随机工作稿被可靠转化为可直接使用 PPT 的概率。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0609A44-2178-454C-AF56-C5986AE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C11258B-DE15-4CD7-80E7-F58AEF6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E5FD7FE-7E6F-4D9D-B3F6-5EC6647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90F10C91-CF16-4C87-9AB9-0633824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919CC93A-6717-4E6A-A717-65AABEF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方法：PPagenT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主动限制一部分自由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1716A34-B228-4B9C-9ACB-2F24890D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这可能降低一次生成的理论峰值，却也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大幅减少结果落到不可用区间的机会。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使用确定的组织视觉规范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使用经过验证的表达能力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明确数量与容量边界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使用已经登记的退化方式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4C0D2818-8EBD-461B-A775-82A9906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7CA9ED45-97E9-4E8B-A40F-24C78D2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问题：高自由度带来大状态空间与更多失败模式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C80E465-8496-42B2-9CFF-7DE8B1E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今天的生成式 AI 可以每次重新决定颜色、字体、结构、版式、元素和视觉风格。自由度越高，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理论上限越高；但自由度越高，状态空间越大，失败模式也越多。工作里的 PPT 恰恰不需要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所有东西每次都重来——学校有学校的样子，企业有企业的样子，一个团队也有长期形成的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表达方式，颜色、字体、Logo、页眉页脚和已经反复证明好用的页面结构本应保持稳定。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3315E-E92B-4D2A-96D4-DC2A14BE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84D41BD-6513-4F95-B9AF-76EAC83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C92BC874-8707-4176-8918-83899581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结果与原因：更可预测的正式交付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574BEC5A-E76E-4357-9CF7-2585DF04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这不是因为系统做不到自由，而是因为正式工作更需要可预测。固定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不一定意味着落后；在正式工作里，固定往往意味着已经验证过。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8CB4BB7-CD57-4116-A967-65CC6856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5FD438D-E015-4000-8452-1E9F99F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09C249CB-588E-4FB2-BCB6-26AD00E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F60CCEBA-4BE4-4447-977B-63374AD5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3E458E47-2BC4-4272-9F07-9183C449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三层分工：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理解、约束、生成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E6B9E6F5-B7C5-4177-A597-4FDB1DC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AI 负责理解和路由：读懂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稿件，判断合适的表达方式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规则负责约束和选择：从已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确认的核心能力库中选择合法结构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代码负责稳定生成：确定性绘制，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并编译成原生可编辑 PowerPoint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8995EBFB-8FDD-4310-915D-19507DD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36650338-B74F-414F-A1EB-492B700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在内部，问题被重新定义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17886444-118C-4C8D-926C-28D0635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看起来像是“给一篇稿子，让 AI 生成一套 PPT”，但它在内部重新定义了这个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问题：AI 不直接自由绘制整份 PPT。内容导演负责理解稿件、组织叙事、拆页并形成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页面内容；视觉导演负责判断每一页适合怎样表达，并从已经确认的能力中选择合适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结构。必要时，系统只对具体页面补充有限的结构化信息，而不是让整条流程无限反复。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43B99-DE6C-4439-8AFA-19D1C07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E1B1F933-8909-4733-9B2E-8B350EF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A08C9E8E-523D-400F-AD23-207C478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好结构来自“已登记的好东西”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A041F71A-5A17-4638-97BE-81F8176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主题负责学校或组织的字体、颜色、Logo 和页面骨架；核心能力库保存已经确认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的并列、顺序、对比、层级、循环等表达方式，并让同一种样式随内容数量与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容量稳定变化。没有合适结构时，系统退回已经登记的简单文字排版，而不是临时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编造；最终产物是可继续修改的原生 PPT，而不是截图、整页图片或网页替代品。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1F8964A-BDD6-4D37-BE99-146E1964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C9E12E0-EFB5-4042-BCA3-4B9E7B9C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3F76E3DC-161F-4097-9860-86B8EC5D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0ADC9335-06FA-4468-9343-33792B5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2529E3D9-912C-4BF3-AE6A-3492BDD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把经验变成能力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F3428651-6284-4BC8-87C7-BEFE1DC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人和工具反复理解优秀参考，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提炼逻辑与设计规律，扩展为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可复用能力，适应不同数量并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确认效果；只有用户明确确认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的能力，才能进入核心资产库。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CEC607B7-CC94-4A32-9CD8-2971585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BF34B7E7-ADF6-4A7D-83FC-7340D615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正式生成线：把能力稳定用出来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36CDBD2-D0FA-4FAA-A158-2F90BE9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原始稿件与组织主题进入后，由 AI 理解与编排，再从核心库选择合法能力，最后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经确定性排版与编译，输出原生可编辑 PPTX。生成线只读取核心库，不在交付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现场临时创造结构，也不会因为一次生成成功就把未确认资产当作正式可用。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没有合适结构时，退回简单排版或拆页，而不是临时编造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85B29-46E4-48EE-9B0D-0F4CB2CA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5903DAB6-6991-4C65-BFB4-2B4C601E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027C5084-C440-4C01-8F45-AF06C77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交汇点与缺口处理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E20E9CD9-5AAC-43BA-BF4D-39E923E7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两条路线的唯一交汇点是经过确认的核心资产库：入库线负责把经验变成能力，正式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生成线负责把能力稳定地用出来。测试校准中若发现缺少对应的 Logic 或 Structure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Group，只向用户说明缺口及对应页面；是否另行启动入库任务，由用户决定。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05C7FDC-35CF-4A5F-AFD8-8232CED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D513094-1B15-434B-AB27-20FD418A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593804D1-4F1A-469D-9F37-903109E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4820415-7AB9-4887-9A56-F6410875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B1A78CA0-D9ED-4AF9-BE12-54286AF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PPagenT：前移到建设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期，一次建设、多次复用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72D97515-4121-4568-AACB-A39C72D0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建设期，人和工具先筛选优秀页面，理解它为什么好看，把内容、图片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和数量参数化，验证不同状态，再由用户确认进入正式资产库。正式生成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阶段，模型主要执行理解、分类、路由和填参，确定性代码负责绘制与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检查；低成本纯文字模型承担这些任务，其稳定性仍在真实任务中持续校准。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视觉模型可以用于建设期的资产理解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与审查，但不成为每次交付的必要成本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2DAA4237-C308-4991-9246-C0AE8FA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C2257474-E6D2-4133-8FEE-DBD1F097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传统路线：成本与风险集中在运行时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C94D8882-AB6E-4467-BDF9-C311567A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每来一个用户，就重新理解一次、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设计一次、绘制一次。计算、审美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判断和失败风险都集中在运行时，同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一套视觉能力每次生成都要重新支付。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B738A-76B2-4221-8FD5-1BD2AFA1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9CAD2989-49B3-448B-B877-0B6C5D6E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F875D025-7CD3-427D-B4F1-2A11D3F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本质：从一次性手工业到标准化生产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112FF135-4433-48B7-A4DF-0CCFD83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视觉理解并没有消失，只是被转移到离线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资产中。正式生成不要求视觉大模型重新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设计每一页，PPT 生成因此从一次性手工业，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变成可以重复运行的标准化生产过程。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0A09F10-8865-42A9-93FE-471EBD63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BF1A3E40-F32A-4CE0-9110-D4C484F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087649D4-B0B0-47C5-8050-3191B25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D3C59683-FF02-4E4B-BF12-F55D48E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A9FC1DDB-A193-4B92-84A8-9C206021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模板穷尽不了动态的现实内容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98FFF1E6-02EF-4ECD-A968-8480496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现实中的内容永远不可能被静态模板穷尽：原页面有三个观点，新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稿件可能有四个；原页面每项十个字，新内容可能每项六十个字。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158590D-8B14-4161-8709-6F1472E0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1C238500-B694-4F40-89FD-DF94C659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6D185511-52AC-4984-AB8C-20C29648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F4954100-B717-412C-ACCB-B705D5F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9FD1C9FC-65BA-497A-BD51-62D8F067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页面背后的经验才值得沉淀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05CCA450-790F-4D8B-8A80-0AB1FAC2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真正积累的不是页面数量，而是页面背后的经验：什么内容适合怎样表达，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一个版式能够处理多少内容，数量变化时怎样重新排布，超过边界以后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应该换样式、拆页还是退化为简单排版，哪些结构即使能够画出来也不应该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使用。规律被提炼出来以后，一个漂亮页面才能从一件作品变成一种能力。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CBD65AB-9C64-4162-8CFF-5F48598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28BACC98-B867-4C60-87F2-121D1D2C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B64D50AA-656A-4FDE-832A-BC750540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F8B10950-A7A0-4221-95C5-61E9250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CBFD2D56-DB7A-4717-8D9B-7E7C0AF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能力包构成真正的壁垒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A31F7DAB-FFDD-41F9-9FED-82DAD3F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积累了多少真正有效的表达能力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能否把新内容可靠地路由到正确能力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是否知道每种能力的容量、变化方式和失败边界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能否稳定生成符合组织规范、原生可编辑的结果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88B34E6-422F-4D70-B871-01C02AB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2F84B6CA-6955-4B47-BE1E-B1967FD8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0FFE409A-E83E-466C-9F40-E729779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5A2B0767-9640-435E-80F9-9490681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5CDD3CDD-2608-4747-8FAB-CD5C870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模型会变强，但替代不了验证过的经验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5E6FDDFF-2BAA-47F1-920D-5E8241C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模型会继续变强，也会继续变便宜，但这些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经过真实任务验证的表达经验不会自动出现。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6AB55B6-52E8-479A-9B55-1A8AEA1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DB2129A-FE78-44D7-9158-E6E0187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A0BF99C5-D69A-4D25-909A-50C0EF3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5D1E75E6-04A5-46F6-A33F-41356DC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DBB14B53-9D29-4CB6-AC11-57B7FB8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起点：东北大学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5C4805AD-FC3B-47CE-B352-F12440C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东北大学是 PPagenT 的第一个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正式落地场景，因为它具有明确的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视觉规范、持续发生的汇报需求，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以及真实可检验的使用边界。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3A97F5D5-CA9B-4F0B-8F78-517E4DDB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0E975701-C8E4-4257-BCD2-AB32C0E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可替换的主题 + 可复用的能力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4DCCAA31-0F08-4E96-B67E-700406E8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东北大学不是最终边界：学校或组织的颜色、Logo、字体和页眉页脚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可以由主题配置替换，大量内容理解规则和表达能力则可以继续复用。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以后可以服务其他学校、科研院所、实验室、企业和团队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也可以承载某个特别会做 PPT 的人的长期风格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0BDC1-D14E-4DBB-9D81-21C7BF7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65EBEBB6-9B86-4B23-AE05-5F80662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2BB452F1-E876-4638-B496-A133A87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从少数人能力到组织的日常标准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C980F0BF-D936-4910-BBCC-2ABD3F11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这使 PPagenT 不只是一个模板工具：它把原本只存在于少数人头脑和电脑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里的能力，转化成更多人可以低成本获得的生产能力；一个组织也不用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要求每名成员都成为设计师，就能让日常输出稳定达到自己的基本标准。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51E6092-C42A-4905-B37C-0221FC8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D21FDE9-D267-4113-836C-A34A7E0F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08080BB-37AB-46CA-99CF-491F62B2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76BAD04C-F03B-47B5-8067-904EF02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499C6BF-5EEC-4695-BB1B-FC91D0B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270D86A1-406F-4DA7-92FA-9F549AF0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让普通用户也能快速得到一套靠谱的 PPT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98B48572-5BAA-4207-B00B-F77A456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一个原本不太会做 PPT 的人，也能很快得到一套不一定惊艳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但靠谱、不一定独一无二但真的好用、可以立刻拿去讲也可以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继续修改的 PPT。如果能持续做到这一点，这个普通问题就能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成为一项可靠的产品能力，也有机会形成一门真正的生意。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ABFD30F-244B-4ED8-AD66-13A105A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72B6F3F-74EC-483A-B4D4-2D4934C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大量时间花在别人早已解决过的问题上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AFE99A93-B961-439F-BD17-D78B7C01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做一套好 PPT 太费时间了，而其中很多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时间花在以前已经有人解决过的问题上。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2FFED-E36F-481D-AEE6-6BF60FCC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DBD54F95-8EEE-47E7-9247-F2D0E19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EC055797-36BF-419C-B3BA-1F5AE94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 想留下被验证的经验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69BADBD5-7403-430D-B4DB-B2BD9B0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 AI 帮我们读稿子，让规则帮我们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做判断，让代码完成重复劳动——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把这些已经被验证的经验留下来。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623D926-B51F-4D5F-8B28-1CA05C2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2026-09-04T12:33:47.9900000Z</dcterms:created>
  <dcterms:modified xsi:type="dcterms:W3CDTF">2026-09-04T12:33:47.9900000Z</dcterms:modified>
</coreProperties>
</file>