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04d588fe64ef2" /><Relationship Type="http://schemas.openxmlformats.org/officeDocument/2006/relationships/extended-properties" Target="/docProps/app.xml" Id="Rcd333ee14ea349f9" /><Relationship Type="http://schemas.openxmlformats.org/officeDocument/2006/relationships/officeDocument" Target="/ppt/presentation.xml" Id="R03b4dc172afb41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a50b449d934fd8"/>
    <p:sldMasterId xmlns:r="http://schemas.openxmlformats.org/officeDocument/2006/relationships" id="2147483660" r:id="Rfa8ad4aa61404bb2"/>
    <p:sldMasterId xmlns:r="http://schemas.openxmlformats.org/officeDocument/2006/relationships" id="2147483663" r:id="R8c7710cbbcbd4d54"/>
  </p:sldMasterIdLst>
  <p:notesMasterIdLst>
    <p:notesMasterId xmlns:r="http://schemas.openxmlformats.org/officeDocument/2006/relationships" r:id="R3be619027e4249ad"/>
  </p:notesMasterIdLst>
  <p:sldIdLst>
    <p:sldId xmlns:r="http://schemas.openxmlformats.org/officeDocument/2006/relationships" id="256" r:id="R403da0bd3b334559"/>
    <p:sldId xmlns:r="http://schemas.openxmlformats.org/officeDocument/2006/relationships" id="257" r:id="Rf0a38880b84a45c2"/>
    <p:sldId xmlns:r="http://schemas.openxmlformats.org/officeDocument/2006/relationships" id="258" r:id="R8e73a6352e644f78"/>
    <p:sldId xmlns:r="http://schemas.openxmlformats.org/officeDocument/2006/relationships" id="259" r:id="R0c5bbb77760f40b1"/>
    <p:sldId xmlns:r="http://schemas.openxmlformats.org/officeDocument/2006/relationships" id="260" r:id="Rfdc261ada8354f59"/>
    <p:sldId xmlns:r="http://schemas.openxmlformats.org/officeDocument/2006/relationships" id="261" r:id="R55d0dc2ca0c240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d3cfe16d44a57" /><Relationship Type="http://schemas.openxmlformats.org/officeDocument/2006/relationships/slideMaster" Target="/ppt/slideMasters/slideMaster1.xml" Id="R1fa50b449d934fd8" /><Relationship Type="http://schemas.openxmlformats.org/officeDocument/2006/relationships/slideMaster" Target="/ppt/slideMasters/slideMaster2.xml" Id="Rfa8ad4aa61404bb2" /><Relationship Type="http://schemas.openxmlformats.org/officeDocument/2006/relationships/slideMaster" Target="/ppt/slideMasters/slideMaster3.xml" Id="R8c7710cbbcbd4d54" /><Relationship Type="http://schemas.openxmlformats.org/officeDocument/2006/relationships/notesMaster" Target="/ppt/notesMasters/notesMaster1.xml" Id="R3be619027e4249ad" /><Relationship Type="http://schemas.openxmlformats.org/officeDocument/2006/relationships/presProps" Target="/ppt/presProps.xml" Id="R43db8ed40afb4922" /><Relationship Type="http://schemas.openxmlformats.org/officeDocument/2006/relationships/viewProps" Target="/ppt/viewProps.xml" Id="Rae5f3b3d667d4704" /><Relationship Type="http://schemas.openxmlformats.org/officeDocument/2006/relationships/tableStyles" Target="/ppt/tableStyles.xml" Id="R4c60f16dc9794b48" /><Relationship Type="http://schemas.openxmlformats.org/officeDocument/2006/relationships/slide" Target="/ppt/slides/slide1.xml" Id="R403da0bd3b334559" /><Relationship Type="http://schemas.openxmlformats.org/officeDocument/2006/relationships/slide" Target="/ppt/slides/slide2.xml" Id="Rf0a38880b84a45c2" /><Relationship Type="http://schemas.openxmlformats.org/officeDocument/2006/relationships/slide" Target="/ppt/slides/slide3.xml" Id="R8e73a6352e644f78" /><Relationship Type="http://schemas.openxmlformats.org/officeDocument/2006/relationships/slide" Target="/ppt/slides/slide4.xml" Id="R0c5bbb77760f40b1" /><Relationship Type="http://schemas.openxmlformats.org/officeDocument/2006/relationships/slide" Target="/ppt/slides/slide5.xml" Id="Rfdc261ada8354f59" /><Relationship Type="http://schemas.openxmlformats.org/officeDocument/2006/relationships/slide" Target="/ppt/slides/slide6.xml" Id="R55d0dc2ca0c240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643c8b0ea33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21edd8d6545d1" /><Relationship Type="http://schemas.openxmlformats.org/officeDocument/2006/relationships/notesMaster" Target="/ppt/notesMasters/notesMaster1.xml" Id="Rb36e2472340a44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81f7974f7d4baf" /><Relationship Type="http://schemas.openxmlformats.org/officeDocument/2006/relationships/notesMaster" Target="/ppt/notesMasters/notesMaster1.xml" Id="R180ffe0e17b44a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552431b2ff47bf" /><Relationship Type="http://schemas.openxmlformats.org/officeDocument/2006/relationships/notesMaster" Target="/ppt/notesMasters/notesMaster1.xml" Id="R008aa5cfd29e4b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2e8a7367334ed9" /><Relationship Type="http://schemas.openxmlformats.org/officeDocument/2006/relationships/notesMaster" Target="/ppt/notesMasters/notesMaster1.xml" Id="R95f43370a39149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7b445e8cf6457a" /><Relationship Type="http://schemas.openxmlformats.org/officeDocument/2006/relationships/notesMaster" Target="/ppt/notesMasters/notesMaster1.xml" Id="R2c82086038a9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a219037eeb40ab" /><Relationship Type="http://schemas.openxmlformats.org/officeDocument/2006/relationships/notesMaster" Target="/ppt/notesMasters/notesMaster1.xml" Id="R8ae52b05a63441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内容：.tmp/penguin-harness-v2/short-manuscript.md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内容：.tmp/penguin-harness-v2/short-manuscript.md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内容：.tmp/penguin-harness-v2/short-manuscript.md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5d58948c0423c" /><Relationship Type="http://schemas.openxmlformats.org/officeDocument/2006/relationships/image" Target="/ppt/media/image.jpeg" Id="R38df818353a842c2" /><Relationship Type="http://schemas.openxmlformats.org/officeDocument/2006/relationships/image" Target="/ppt/media/image.png" Id="Reba90c571c9b40b3" /><Relationship Type="http://schemas.openxmlformats.org/officeDocument/2006/relationships/image" Target="/ppt/media/image2.png" Id="R3b686611670b4b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7022aff684d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08de6ef8542f8" /><Relationship Type="http://schemas.openxmlformats.org/officeDocument/2006/relationships/image" Target="/ppt/media/image3.png" Id="R514e93a5829b46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226106d494656" /><Relationship Type="http://schemas.openxmlformats.org/officeDocument/2006/relationships/image" Target="/ppt/media/image4.png" Id="Rf16617dd86594b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3c6403ddd4d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b08896b73e4d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300ebb7624d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ef291162146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bd4e8b4ec41c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72e131d9347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98b4ef08c4d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b43c22ac734ed0" /><Relationship Type="http://schemas.openxmlformats.org/officeDocument/2006/relationships/image" Target="/ppt/media/image5.png" Id="R567378a3dc3d44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84a3022a054e0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8f4cb24daf644a7" /><Relationship Type="http://schemas.openxmlformats.org/officeDocument/2006/relationships/image" Target="/ppt/media/image5.png" Id="Rfb9feee33e8748d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784dae4359420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f818353a842c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90c571c9b40b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86611670b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4B3A15A7-9F79-4A0D-A63F-1EEBFC4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e93a5829b467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68968B0-0B31-452A-BA16-4658A0D6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AEC57E5-2F71-4F2D-9FF0-E56C5495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2E949FC-D62A-4CAB-889B-D25F0D36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43EBE3AF-B23B-487B-A8D3-7FAB3DBE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617dd86594b3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D86D4E5E-C9C8-4161-A9AA-6617D103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09FAA690-DAC3-47C3-A0B9-1DEF9498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369CA6-3A63-4302-A2D1-20364F48EB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1826A9-CB74-466E-953B-780255288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C286B12-FE5D-4642-85B9-BE3095C225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A7854FE-F150-465B-ADD2-0AD85410792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28A9EDE-C5BE-4D6F-961B-699A5F4280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BD4D899-C2AD-410A-B58D-9DD4B67B6B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EDCECAC-CD50-4B6C-817F-ABE187689C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B3DDD6E-E651-4633-B814-00AAC1721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A3AA7FC-7E9E-4815-98C2-610B198B0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F99003A-18E5-436C-A919-6B810C52FF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E8F9D01-30E1-4A94-A2DB-EE2639E811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6302E79-B3BF-447A-B8B9-A172AE21E6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0C10710-BE9B-4E0D-A6CF-C52245CA8C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5B3A74B-7DDC-4F4C-A020-712B92682C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00574EA-57C9-4FF3-834F-82C8795009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7F6AB8-F810-4487-A837-2BC7792C66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4829C78-BB81-4591-AB93-120044920A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12AF05C-E0B1-47AE-97A3-99E7088D33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1BCDF86-E876-4EB6-875F-0970339D5F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4E1C5FC-60D0-4E4A-8D71-222D38D7DB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DD5CCB3-3DA1-42D7-81DF-F903AD8F94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F9616B5-5C99-4565-BFAC-420449BA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F04C27C-4300-4DC1-83A6-DA9C81D74DC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592C48C-5589-4152-A7FE-689C1FA8FE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6B32227-842F-4350-BD4D-BC0BE6E892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AF887EE-6E4D-40E1-9F75-C1FA96C703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F8D54E9-0794-4679-8BF1-AF2200B60F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4E1C10-F7F5-4952-8FF5-57B0BB4F58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0B3BB69-6E41-4268-AF73-2B711F9C24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1E4ED2-4F27-4840-B544-AF3999F56A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A5928A-F63A-4BF1-8DF7-4C16AFC83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AB4E72-1022-46AB-A948-F326471E04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BABAB02-6B43-453D-858F-35E0A73EF6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C13C31F-90D1-4350-A71E-D775A2DF25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E3BD867-C848-47CA-9BB7-CDF847E83E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06EE1A9-3164-4BAA-B4B2-85A1C82369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CCBC133-3004-41D6-B678-74D067978C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78a3dc3d448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D815436-410C-454C-A416-8A07A4E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EB7713-1F9E-46D8-947A-2F98B703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271BB06-F63C-4D61-8261-FAD2FCD3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68E0933-D77C-4341-AB26-882B07BA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feee33e8748d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113C323-5E65-48FA-9E10-FBEF4A3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56546DA-C3AA-4A37-AAF0-DF61C549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825975E-71D0-46F5-BEF8-103E934A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4FD6028-8505-4166-BA23-41B3C821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9d06b66f04fbb" /><Relationship Type="http://schemas.openxmlformats.org/officeDocument/2006/relationships/slideLayout" Target="/ppt/slideLayouts/slideLayout1.xml" Id="R9420e272ca23457c" /><Relationship Type="http://schemas.openxmlformats.org/officeDocument/2006/relationships/slideLayout" Target="/ppt/slideLayouts/slideLayout2.xml" Id="Rf474a6ec520e4a56" /><Relationship Type="http://schemas.openxmlformats.org/officeDocument/2006/relationships/slideLayout" Target="/ppt/slideLayouts/slideLayout3.xml" Id="R75a51f1276ae405a" /><Relationship Type="http://schemas.openxmlformats.org/officeDocument/2006/relationships/slideLayout" Target="/ppt/slideLayouts/slideLayout4.xml" Id="R62d4dbb7d11d496d" /><Relationship Type="http://schemas.openxmlformats.org/officeDocument/2006/relationships/slideLayout" Target="/ppt/slideLayouts/slideLayout5.xml" Id="Rcb6aea92fded42ee" /><Relationship Type="http://schemas.openxmlformats.org/officeDocument/2006/relationships/slideLayout" Target="/ppt/slideLayouts/slideLayout6.xml" Id="R244a32f6c52e47c8" /><Relationship Type="http://schemas.openxmlformats.org/officeDocument/2006/relationships/slideLayout" Target="/ppt/slideLayouts/slideLayout7.xml" Id="R32f4403af55b4996" /><Relationship Type="http://schemas.openxmlformats.org/officeDocument/2006/relationships/slideLayout" Target="/ppt/slideLayouts/slideLayout8.xml" Id="R62483466914743fa" /><Relationship Type="http://schemas.openxmlformats.org/officeDocument/2006/relationships/slideLayout" Target="/ppt/slideLayouts/slideLayout9.xml" Id="R2d722c12f1bf4826" /><Relationship Type="http://schemas.openxmlformats.org/officeDocument/2006/relationships/slideLayout" Target="/ppt/slideLayouts/slideLayout10.xml" Id="R6c21f5d66f114567" /><Relationship Type="http://schemas.openxmlformats.org/officeDocument/2006/relationships/slideLayout" Target="/ppt/slideLayouts/slideLayout11.xml" Id="R37d577f53428420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0c743da8df4224" /><Relationship Type="http://schemas.openxmlformats.org/officeDocument/2006/relationships/slideLayout" Target="/ppt/slideLayouts/slideLayout12.xml" Id="R73b965d01a784e2e" /><Relationship Type="http://schemas.openxmlformats.org/officeDocument/2006/relationships/slideLayout" Target="/ppt/slideLayouts/slideLayout13.xml" Id="R1ddefe67a73442e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90772edd43e45aa" /><Relationship Type="http://schemas.openxmlformats.org/officeDocument/2006/relationships/slideLayout" Target="/ppt/slideLayouts/slideLayout14.xml" Id="R3ddc61ad5e4c42c7" /><Relationship Type="http://schemas.openxmlformats.org/officeDocument/2006/relationships/slideLayout" Target="/ppt/slideLayouts/slideLayout15.xml" Id="R5eb1d82dc81a4c8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1ECA9A8-6E88-47A5-832A-A1092F484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FC491E8-C809-4F7B-95E1-2C5ED945D6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A4AD53-B68C-423B-932F-2A97B8D364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132F18-B55E-4153-A275-240503A3A1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C0D11CB-39DB-4831-9C77-12E6031BB98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20e272ca23457c"/>
    <p:sldLayoutId xmlns:r="http://schemas.openxmlformats.org/officeDocument/2006/relationships" id="2147483650" r:id="Rf474a6ec520e4a56"/>
    <p:sldLayoutId xmlns:r="http://schemas.openxmlformats.org/officeDocument/2006/relationships" id="2147483651" r:id="R75a51f1276ae405a"/>
    <p:sldLayoutId xmlns:r="http://schemas.openxmlformats.org/officeDocument/2006/relationships" id="2147483652" r:id="R62d4dbb7d11d496d"/>
    <p:sldLayoutId xmlns:r="http://schemas.openxmlformats.org/officeDocument/2006/relationships" id="2147483653" r:id="Rcb6aea92fded42ee"/>
    <p:sldLayoutId xmlns:r="http://schemas.openxmlformats.org/officeDocument/2006/relationships" id="2147483654" r:id="R244a32f6c52e47c8"/>
    <p:sldLayoutId xmlns:r="http://schemas.openxmlformats.org/officeDocument/2006/relationships" id="2147483655" r:id="R32f4403af55b4996"/>
    <p:sldLayoutId xmlns:r="http://schemas.openxmlformats.org/officeDocument/2006/relationships" id="2147483656" r:id="R62483466914743fa"/>
    <p:sldLayoutId xmlns:r="http://schemas.openxmlformats.org/officeDocument/2006/relationships" id="2147483657" r:id="R2d722c12f1bf4826"/>
    <p:sldLayoutId xmlns:r="http://schemas.openxmlformats.org/officeDocument/2006/relationships" id="2147483658" r:id="R6c21f5d66f114567"/>
    <p:sldLayoutId xmlns:r="http://schemas.openxmlformats.org/officeDocument/2006/relationships" id="2147483659" r:id="R37d577f53428420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17B0855-0A0C-4E7C-A656-355778D5E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08D7B4-E32B-45D1-ACBC-D14A7120A8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CB1147-7DA5-4052-94ED-55494AFA6FC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AF116C-246B-47E4-987F-AABB7CB7D18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A77778D-3A37-4F51-A266-FBD7FBC0AC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3b965d01a784e2e"/>
    <p:sldLayoutId xmlns:r="http://schemas.openxmlformats.org/officeDocument/2006/relationships" id="2147483662" r:id="R1ddefe67a73442e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4DC1FC8-2CB2-4359-9B73-C015DF808D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B3DB17E-2DAA-4C82-9F31-244522B4A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66440B3-2A8C-4C3E-9DEE-89F6DFEA252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E50989-5C91-42A2-BBC5-608DB6394FA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463C8F-C8A3-414A-ACE4-B27782B43D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ddc61ad5e4c42c7"/>
    <p:sldLayoutId xmlns:r="http://schemas.openxmlformats.org/officeDocument/2006/relationships" id="2147483665" r:id="R5eb1d82dc81a4c8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b4c403e654d23" /><Relationship Type="http://schemas.openxmlformats.org/officeDocument/2006/relationships/notesSlide" Target="/ppt/notesSlides/notesSlide1.xml" Id="Re2ffc703b51f4d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08752fccbd439a" /><Relationship Type="http://schemas.openxmlformats.org/officeDocument/2006/relationships/notesSlide" Target="/ppt/notesSlides/notesSlide2.xml" Id="R3b158cbfa3cd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ea557afdd5486f" /><Relationship Type="http://schemas.openxmlformats.org/officeDocument/2006/relationships/notesSlide" Target="/ppt/notesSlides/notesSlide3.xml" Id="R3e7428f51e57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7655c769f74d88" /><Relationship Type="http://schemas.openxmlformats.org/officeDocument/2006/relationships/notesSlide" Target="/ppt/notesSlides/notesSlide4.xml" Id="R886d2dd92529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9bc91c48ab4d35" /><Relationship Type="http://schemas.openxmlformats.org/officeDocument/2006/relationships/notesSlide" Target="/ppt/notesSlides/notesSlide5.xml" Id="Rb932690b2c2041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e4b1110574c1f" /><Relationship Type="http://schemas.openxmlformats.org/officeDocument/2006/relationships/notesSlide" Target="/ppt/notesSlides/notesSlide6.xml" Id="R81435432b2d641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CBE4436B-4ACF-4677-BDA7-454DED3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1541D8CC-4A39-41FD-A697-607FBF7D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6F544CC9-C55C-4D17-8150-2E1305A8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3EB11A4-BBAE-4D37-8F5F-1FB47292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8A7DE74-A68F-4763-BF41-764B72B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3493011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判断是成本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需求取大概率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稳定即价值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AFBC9CD-7A40-4F2D-96D6-23AB164D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F0A11A8-98D2-42F6-8DE5-79231C0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F5793C0-E669-4849-8ECE-743AAB5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7CA91B08-B07B-4CA2-955B-E1CED975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A4A7336F-0BB9-4416-BC11-609C854C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C6CE0B69-A4D5-453A-A6AD-6A2393AF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一套汇报的耗时点在判断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9CC1454B-325A-415F-A106-11AFE4BD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认真完成一套汇报演示，需要判断如何讲、如何拆页、哪些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观点并列或递进，以及哪里应该用图、哪里应该用文字。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9A71DAD0-493B-414C-9310-39C2A4BE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AC07685B-62F0-4BCC-B086-47BE6B7B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这些判断反复发生、真正耗时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A5226570-A7EF-4EA7-B7A7-814C1EF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真正费时间的是这些反复发生的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判断——它们贯穿每一页、每一次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成稿，而不是最后把画面画出来。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AFBC9CD-7A40-4F2D-96D6-23AB164D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B229D49-3A54-47E9-8396-D04A0E5B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05AEE01-2879-4562-999B-3070F867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404B93E9-82B3-4DB0-BF8B-7575BC24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985D7F9E-662A-40C0-9BBA-2167972E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30AE6B92-3DEC-43B6-A30E-84555B31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高概率需求</a:t>
            </a:r>
          </a:p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在工作型 PPT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E30C7982-24CB-49EB-83D4-38A0F5BB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更多需求位于学校、科研院所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和普通组织的工作型 PPT：需要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快速把稿件变成演示文稿。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B9430603-5B0A-4D22-91D5-4D358A10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82CCCED3-57B0-40BD-8121-978D7EF6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工作型需求的四个通用标准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3F1ED74A-E4AD-4AE4-86D6-A8375013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3798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结构清楚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视觉体面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符合组织规范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 可以继续修改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0AFBC9CD-7A40-4F2D-96D6-23AB164D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11A86C2-4F38-403E-8A7C-3E64A93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97E8F70-1F18-491F-9D46-3978238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6F205260-2D64-4FEF-AC3D-5579B32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F20C1627-F901-46BE-8FFD-EB690EF3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6102E20C-3E69-4B67-BE4D-DC547529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对工作来说，稳定的 80 分更值钱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AE0ACC97-972C-4A95-80A8-69075C2C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对工作来说，稳定的 80 分往往比随机的 95 分更有价值。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A4DBC3A-AA3E-4E43-8A6A-D4FBC5D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73FE43E1-9DA5-4BEA-8D14-309E0BB6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不追求偶尔惊艳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3FA148D6-E04B-40A7-AD79-0EC89D6A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不追求偶尔惊艳，而是提高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随机工作稿达到可用标准的概率。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23363493-BA34-4519-901A-85B4A0C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2026-09-04T12:14:13.9250000Z</dcterms:created>
  <dcterms:modified xsi:type="dcterms:W3CDTF">2026-09-04T12:14:13.9250000Z</dcterms:modified>
</coreProperties>
</file>