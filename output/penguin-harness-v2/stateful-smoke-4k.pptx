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20c484a764d5e" /><Relationship Type="http://schemas.openxmlformats.org/officeDocument/2006/relationships/extended-properties" Target="/docProps/app.xml" Id="Rea871b6cccb64f28" /><Relationship Type="http://schemas.openxmlformats.org/officeDocument/2006/relationships/officeDocument" Target="/ppt/presentation.xml" Id="R11993568baf8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0e32decd146eb"/>
    <p:sldMasterId xmlns:r="http://schemas.openxmlformats.org/officeDocument/2006/relationships" id="2147483660" r:id="R96ed616429ba4f20"/>
    <p:sldMasterId xmlns:r="http://schemas.openxmlformats.org/officeDocument/2006/relationships" id="2147483663" r:id="R124d6108f9024c04"/>
  </p:sldMasterIdLst>
  <p:notesMasterIdLst>
    <p:notesMasterId xmlns:r="http://schemas.openxmlformats.org/officeDocument/2006/relationships" r:id="R8f0840238124405a"/>
  </p:notesMasterIdLst>
  <p:sldIdLst>
    <p:sldId xmlns:r="http://schemas.openxmlformats.org/officeDocument/2006/relationships" id="256" r:id="R238ace79b8ac4ac9"/>
    <p:sldId xmlns:r="http://schemas.openxmlformats.org/officeDocument/2006/relationships" id="257" r:id="R3969bd34d6f942a4"/>
    <p:sldId xmlns:r="http://schemas.openxmlformats.org/officeDocument/2006/relationships" id="258" r:id="R8d6cefc5e3ce4f32"/>
    <p:sldId xmlns:r="http://schemas.openxmlformats.org/officeDocument/2006/relationships" id="259" r:id="R7c60f049cb134705"/>
    <p:sldId xmlns:r="http://schemas.openxmlformats.org/officeDocument/2006/relationships" id="260" r:id="R7972c4e92f1245b3"/>
    <p:sldId xmlns:r="http://schemas.openxmlformats.org/officeDocument/2006/relationships" id="261" r:id="R01b28df1db274e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c2e31eeb14629" /><Relationship Type="http://schemas.openxmlformats.org/officeDocument/2006/relationships/slideMaster" Target="/ppt/slideMasters/slideMaster1.xml" Id="R9790e32decd146eb" /><Relationship Type="http://schemas.openxmlformats.org/officeDocument/2006/relationships/slideMaster" Target="/ppt/slideMasters/slideMaster2.xml" Id="R96ed616429ba4f20" /><Relationship Type="http://schemas.openxmlformats.org/officeDocument/2006/relationships/slideMaster" Target="/ppt/slideMasters/slideMaster3.xml" Id="R124d6108f9024c04" /><Relationship Type="http://schemas.openxmlformats.org/officeDocument/2006/relationships/notesMaster" Target="/ppt/notesMasters/notesMaster1.xml" Id="R8f0840238124405a" /><Relationship Type="http://schemas.openxmlformats.org/officeDocument/2006/relationships/presProps" Target="/ppt/presProps.xml" Id="R2d4f43dc78314ff5" /><Relationship Type="http://schemas.openxmlformats.org/officeDocument/2006/relationships/viewProps" Target="/ppt/viewProps.xml" Id="R91a1ad6d9a70434b" /><Relationship Type="http://schemas.openxmlformats.org/officeDocument/2006/relationships/tableStyles" Target="/ppt/tableStyles.xml" Id="R3d0273fcbcea4a16" /><Relationship Type="http://schemas.openxmlformats.org/officeDocument/2006/relationships/slide" Target="/ppt/slides/slide1.xml" Id="R238ace79b8ac4ac9" /><Relationship Type="http://schemas.openxmlformats.org/officeDocument/2006/relationships/slide" Target="/ppt/slides/slide2.xml" Id="R3969bd34d6f942a4" /><Relationship Type="http://schemas.openxmlformats.org/officeDocument/2006/relationships/slide" Target="/ppt/slides/slide3.xml" Id="R8d6cefc5e3ce4f32" /><Relationship Type="http://schemas.openxmlformats.org/officeDocument/2006/relationships/slide" Target="/ppt/slides/slide4.xml" Id="R7c60f049cb134705" /><Relationship Type="http://schemas.openxmlformats.org/officeDocument/2006/relationships/slide" Target="/ppt/slides/slide5.xml" Id="R7972c4e92f1245b3" /><Relationship Type="http://schemas.openxmlformats.org/officeDocument/2006/relationships/slide" Target="/ppt/slides/slide6.xml" Id="R01b28df1db27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304b3daf1eb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7262b6b4a4c86" /><Relationship Type="http://schemas.openxmlformats.org/officeDocument/2006/relationships/notesMaster" Target="/ppt/notesMasters/notesMaster1.xml" Id="R767cbec6cef4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8fbccacf04b89" /><Relationship Type="http://schemas.openxmlformats.org/officeDocument/2006/relationships/notesMaster" Target="/ppt/notesMasters/notesMaster1.xml" Id="R89e582f43d264f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bfaf61da74899" /><Relationship Type="http://schemas.openxmlformats.org/officeDocument/2006/relationships/notesMaster" Target="/ppt/notesMasters/notesMaster1.xml" Id="R336f776172f24d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8352dfdc24022" /><Relationship Type="http://schemas.openxmlformats.org/officeDocument/2006/relationships/notesMaster" Target="/ppt/notesMasters/notesMaster1.xml" Id="R035c885f5c7a4e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e4fbed81d44cb5" /><Relationship Type="http://schemas.openxmlformats.org/officeDocument/2006/relationships/notesMaster" Target="/ppt/notesMasters/notesMaster1.xml" Id="Re69cdfbfd7cf43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174d33276049ee" /><Relationship Type="http://schemas.openxmlformats.org/officeDocument/2006/relationships/notesMaster" Target="/ppt/notesMasters/notesMaster1.xml" Id="R311991913bcb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内容：.tmp/penguin-harness-v2/stateful-smoke-input.md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内容：.tmp/penguin-harness-v2/stateful-smoke-input.md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329706aa3419f" /><Relationship Type="http://schemas.openxmlformats.org/officeDocument/2006/relationships/image" Target="/ppt/media/image.jpeg" Id="R207c3c6d3f21405a" /><Relationship Type="http://schemas.openxmlformats.org/officeDocument/2006/relationships/image" Target="/ppt/media/image.png" Id="R1ddc1f9891344a73" /><Relationship Type="http://schemas.openxmlformats.org/officeDocument/2006/relationships/image" Target="/ppt/media/image2.png" Id="R4a87d4a5e04b4f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a5b4466cf40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ed8055fee45e9" /><Relationship Type="http://schemas.openxmlformats.org/officeDocument/2006/relationships/image" Target="/ppt/media/image3.png" Id="R67da6052a3d04d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06211a45c4118" /><Relationship Type="http://schemas.openxmlformats.org/officeDocument/2006/relationships/image" Target="/ppt/media/image4.png" Id="R68e65a43a4724b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bb86c06944a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0ef98470448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6c7f8b88e43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0196abeb740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5e4ebec5444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b8ac1e7504f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0e5b22aef453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ed48946e3c4557" /><Relationship Type="http://schemas.openxmlformats.org/officeDocument/2006/relationships/image" Target="/ppt/media/image5.png" Id="R672d1b0934404cd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4b74f37a25487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f033ae0bcaa40a7" /><Relationship Type="http://schemas.openxmlformats.org/officeDocument/2006/relationships/image" Target="/ppt/media/image5.png" Id="R2b5bdd681d26456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d4a6425b287402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c3c6d3f21405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c1f9891344a7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7d4a5e04b4f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3C77CC8-07E8-4874-B902-F52F26D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a6052a3d04da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1690736-4DE0-4A87-A274-8D1EF6C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E3852CC-E123-401C-A6C6-D7EF7A6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6CACB928-BC4D-4763-AA3A-2E7413E4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CF8CB70-364E-4C37-B825-AB2E7763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65a43a4724b5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2C6C2A1-8338-4C7C-AC4C-CFAB2FF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F23D78D-DB6D-415A-BFB7-106365FD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2E8988-C369-4F6C-BF3E-813248A8E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FE3F67-B0E2-4613-8A64-B794F1029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83CB888-1C9E-455F-9D22-32810CFEBD0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DF0B53C-5196-4593-8EF0-B925D00187E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6A7D44C-757E-4BAD-9A6F-BC5EB38BB5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AD79752-23E9-4B35-9AE7-575B603600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43CDB6D-E350-43FA-9DE5-7E73A4AD4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9FD963E-A10D-4735-BDA1-2D111D1A30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09E0D1-93FC-43C0-9A0E-67A1F5C7B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108BB1F-A88A-4304-B069-CAB15C440B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B0A4CF0-97F8-49CF-89BB-A0085F27AB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6C2F3F-BD83-4484-8A97-4821568C2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9142079-6A1C-4E69-90FD-3337DE4378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3D00CC5-4EA4-43AD-B1C9-B53788D2F8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D30A1B6-3F53-4BEF-AECB-8CCD948FBD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3CFD41-9BB0-485F-9023-8125959C4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AC99E29-FBDC-490A-B041-CC007D2CB1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0BAA080-5596-4231-AC5F-875F587241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4EBF34E-83AB-4C11-B18F-1C34B6C637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8FA5352-1183-454F-B968-8CD2368AF3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0BF493B-3B4A-4B9E-8699-8BAB569AFF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CABFD7-B433-4947-A0D3-064FD30DF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967D75E-D035-4F94-9F9E-D390127E9FA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7BC0F82-4182-4B72-8E68-9201C0450E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505FC52-8072-49CC-BA5B-57271EC702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FA7CDDA-15D9-442C-9D34-8DB30927E7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3279FB9-2422-4E9B-83F4-C25DFDF540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C695A8-1B60-4EE1-8D0C-50131CCA5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C30B253-98A6-4DF7-8D99-F6B95E6D97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E602EFB-DF69-4A64-95AC-4C28696A22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BF36B20-9AA6-4830-B071-B9B0365D09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EBFA94-8B39-405D-A440-4A6E5840AE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6F2CCF3-1D13-46D3-BE78-2ECBB6934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B16BD33-121B-4468-9D72-1E15B86EC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125832-A325-47D2-A2D1-C6A7A6DCEB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F25327-32AE-4067-8EE4-7A9CA95D8F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428BBD-65AD-467F-8EB6-8E5399BD46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d1b0934404cd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6CB422C-9F27-49BE-8BC9-14F9E90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BCAF167-0B6D-4CEB-B535-F5529D1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F4B8521-78C5-4FDA-9560-4D440039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EA6EC95-B4B8-47E9-BFD0-5A98E8FB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dd681d26456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01A8F48-F0A1-4DE2-BE76-48B631F7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DF90BD-1A0D-4245-9C22-5BEE09E4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DE59236-8342-4BCB-8C0F-300EEFA5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D38FC4B-9ABA-4FB3-86DF-F4E8338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f11dffe8d4dc9" /><Relationship Type="http://schemas.openxmlformats.org/officeDocument/2006/relationships/slideLayout" Target="/ppt/slideLayouts/slideLayout1.xml" Id="R02712071cb2f45ca" /><Relationship Type="http://schemas.openxmlformats.org/officeDocument/2006/relationships/slideLayout" Target="/ppt/slideLayouts/slideLayout2.xml" Id="R70d974d8d8664afb" /><Relationship Type="http://schemas.openxmlformats.org/officeDocument/2006/relationships/slideLayout" Target="/ppt/slideLayouts/slideLayout3.xml" Id="Rae9852b7532045e3" /><Relationship Type="http://schemas.openxmlformats.org/officeDocument/2006/relationships/slideLayout" Target="/ppt/slideLayouts/slideLayout4.xml" Id="R177110483d564cc0" /><Relationship Type="http://schemas.openxmlformats.org/officeDocument/2006/relationships/slideLayout" Target="/ppt/slideLayouts/slideLayout5.xml" Id="R799d0aa44aaf4b8d" /><Relationship Type="http://schemas.openxmlformats.org/officeDocument/2006/relationships/slideLayout" Target="/ppt/slideLayouts/slideLayout6.xml" Id="R10fb6c9162584560" /><Relationship Type="http://schemas.openxmlformats.org/officeDocument/2006/relationships/slideLayout" Target="/ppt/slideLayouts/slideLayout7.xml" Id="R27486549ef8344d2" /><Relationship Type="http://schemas.openxmlformats.org/officeDocument/2006/relationships/slideLayout" Target="/ppt/slideLayouts/slideLayout8.xml" Id="R64662862e16d4a14" /><Relationship Type="http://schemas.openxmlformats.org/officeDocument/2006/relationships/slideLayout" Target="/ppt/slideLayouts/slideLayout9.xml" Id="Rbe2d5b822646444f" /><Relationship Type="http://schemas.openxmlformats.org/officeDocument/2006/relationships/slideLayout" Target="/ppt/slideLayouts/slideLayout10.xml" Id="R2cb245d0270444b6" /><Relationship Type="http://schemas.openxmlformats.org/officeDocument/2006/relationships/slideLayout" Target="/ppt/slideLayouts/slideLayout11.xml" Id="R510a31cfe0d94df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834e83fa4084c45" /><Relationship Type="http://schemas.openxmlformats.org/officeDocument/2006/relationships/slideLayout" Target="/ppt/slideLayouts/slideLayout12.xml" Id="R3283c1f42c524c4c" /><Relationship Type="http://schemas.openxmlformats.org/officeDocument/2006/relationships/slideLayout" Target="/ppt/slideLayouts/slideLayout13.xml" Id="R48c6d8ab3b58416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bc53f0911bc4c68" /><Relationship Type="http://schemas.openxmlformats.org/officeDocument/2006/relationships/slideLayout" Target="/ppt/slideLayouts/slideLayout14.xml" Id="R695538103a304277" /><Relationship Type="http://schemas.openxmlformats.org/officeDocument/2006/relationships/slideLayout" Target="/ppt/slideLayouts/slideLayout15.xml" Id="R874d1468062a43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EF2F56C-0202-46BE-8B8B-9B423A6D1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8FE69BB-A55C-4C47-A1E2-053900806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EB14C7-04BB-41DC-8852-D2BDCBB1E5C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EB270B9-E9DD-42A2-B88D-A516BDEB81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ECC7834-927C-4EE8-9CBF-762A05E587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12071cb2f45ca"/>
    <p:sldLayoutId xmlns:r="http://schemas.openxmlformats.org/officeDocument/2006/relationships" id="2147483650" r:id="R70d974d8d8664afb"/>
    <p:sldLayoutId xmlns:r="http://schemas.openxmlformats.org/officeDocument/2006/relationships" id="2147483651" r:id="Rae9852b7532045e3"/>
    <p:sldLayoutId xmlns:r="http://schemas.openxmlformats.org/officeDocument/2006/relationships" id="2147483652" r:id="R177110483d564cc0"/>
    <p:sldLayoutId xmlns:r="http://schemas.openxmlformats.org/officeDocument/2006/relationships" id="2147483653" r:id="R799d0aa44aaf4b8d"/>
    <p:sldLayoutId xmlns:r="http://schemas.openxmlformats.org/officeDocument/2006/relationships" id="2147483654" r:id="R10fb6c9162584560"/>
    <p:sldLayoutId xmlns:r="http://schemas.openxmlformats.org/officeDocument/2006/relationships" id="2147483655" r:id="R27486549ef8344d2"/>
    <p:sldLayoutId xmlns:r="http://schemas.openxmlformats.org/officeDocument/2006/relationships" id="2147483656" r:id="R64662862e16d4a14"/>
    <p:sldLayoutId xmlns:r="http://schemas.openxmlformats.org/officeDocument/2006/relationships" id="2147483657" r:id="Rbe2d5b822646444f"/>
    <p:sldLayoutId xmlns:r="http://schemas.openxmlformats.org/officeDocument/2006/relationships" id="2147483658" r:id="R2cb245d0270444b6"/>
    <p:sldLayoutId xmlns:r="http://schemas.openxmlformats.org/officeDocument/2006/relationships" id="2147483659" r:id="R510a31cfe0d94df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2F065B-CE2D-43D3-A9D8-234722124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4C3FA5-1C90-4477-8B53-13CDD749D1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86B75C-71DA-474D-B517-2A04C66943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0A76CF-E4C1-4368-913F-169A9E3BD8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AC0EB4C-1374-47A6-9EE3-58B26DC624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283c1f42c524c4c"/>
    <p:sldLayoutId xmlns:r="http://schemas.openxmlformats.org/officeDocument/2006/relationships" id="2147483662" r:id="R48c6d8ab3b58416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56B12E2-6DC4-4981-9BD9-39BC48B48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3B59938-0F21-468C-99C1-07F8E5F58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0D4114-26D7-4190-938B-FED1B33881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40823E-69FF-4435-A14F-BEC1C585C4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820FFFD-5C41-4FE8-98E5-B0FAA32179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95538103a304277"/>
    <p:sldLayoutId xmlns:r="http://schemas.openxmlformats.org/officeDocument/2006/relationships" id="2147483665" r:id="R874d1468062a433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26c803a72434b" /><Relationship Type="http://schemas.openxmlformats.org/officeDocument/2006/relationships/notesSlide" Target="/ppt/notesSlides/notesSlide1.xml" Id="Rcfd3bd9eb71d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6f4cc009a1410e" /><Relationship Type="http://schemas.openxmlformats.org/officeDocument/2006/relationships/notesSlide" Target="/ppt/notesSlides/notesSlide2.xml" Id="Rc888c34895814b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643ea5bc0441c6" /><Relationship Type="http://schemas.openxmlformats.org/officeDocument/2006/relationships/image" Target="/ppt/media/image6.png" Id="R5aba593c155447d8" /><Relationship Type="http://schemas.openxmlformats.org/officeDocument/2006/relationships/image" Target="/ppt/media/image.svg" Id="Rb5c9f0e55fa546be" /><Relationship Type="http://schemas.openxmlformats.org/officeDocument/2006/relationships/image" Target="/ppt/media/image7.png" Id="R4eb69fffa29647ec" /><Relationship Type="http://schemas.openxmlformats.org/officeDocument/2006/relationships/image" Target="/ppt/media/image2.svg" Id="R7cb47340a0184381" /><Relationship Type="http://schemas.openxmlformats.org/officeDocument/2006/relationships/image" Target="/ppt/media/image8.png" Id="R83b6a7cda4b8497b" /><Relationship Type="http://schemas.openxmlformats.org/officeDocument/2006/relationships/image" Target="/ppt/media/image3.svg" Id="R3f07d920ac4c4951" /><Relationship Type="http://schemas.openxmlformats.org/officeDocument/2006/relationships/image" Target="/ppt/media/image9.png" Id="R43a6df7f779841b5" /><Relationship Type="http://schemas.openxmlformats.org/officeDocument/2006/relationships/image" Target="/ppt/media/image4.svg" Id="R500a51aa65e8497e" /><Relationship Type="http://schemas.openxmlformats.org/officeDocument/2006/relationships/notesSlide" Target="/ppt/notesSlides/notesSlide3.xml" Id="R3a4242d3dc95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f6d01893b74890" /><Relationship Type="http://schemas.openxmlformats.org/officeDocument/2006/relationships/notesSlide" Target="/ppt/notesSlides/notesSlide4.xml" Id="R2e80459621164b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e07a4255684450" /><Relationship Type="http://schemas.openxmlformats.org/officeDocument/2006/relationships/notesSlide" Target="/ppt/notesSlides/notesSlide5.xml" Id="Rd4f242646128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ace8c4bd14509" /><Relationship Type="http://schemas.openxmlformats.org/officeDocument/2006/relationships/notesSlide" Target="/ppt/notesSlides/notesSlide6.xml" Id="R99245a79af3b4e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0741746-7CF6-420C-BB25-17BB384B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BEFC2DB-45FE-4C0A-92E1-5E83B06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DAC618BE-7EF7-4542-9E1B-791AF95A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3450339-EA6D-4CF3-8277-5BA2E63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F57E8726-2596-45C1-A0E1-9A1A4D3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5536205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工作型 PPT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稳定胜过偶然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分层生成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工作型 PPT：PPagenT 切入的高频场景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5441778-D1D3-4089-83C5-A62E856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A55130-DCCA-4182-8CC6-712EEC5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D636BF6A-F055-497B-B77E-3DD75F2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9B9D06F5-B0E6-4008-8B82-5B03AAD3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2A779A7A-69B8-40DF-9C92-36E8E1E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E4EA3D1C-386F-4FC0-9628-0D31DD73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688A1621-DA70-4EB4-A340-EE381B07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a593c155447d8">
            <a:extLst>
              <a:ext uri="{96DAC541-7B7A-43D3-8B79-37D633B846F1}">
                <asvg:svgBlip xmlns:asvg="http://schemas.microsoft.com/office/drawing/2016/SVG/main" r:embed="Rb5c9f0e55fa546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D69585B5-D5B1-4359-AFF1-4E17475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逻辑清楚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19A98F23-E9B2-4FB6-90ED-F0D0DB2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D5966C81-9F66-47BD-806A-B361600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页面逻辑与全篇脉络都经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得起追问。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0E709968-2E9F-4773-9A78-759905A8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85BF91A6-CB6D-4CF9-AB46-DAFC7C5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40902DC4-AD52-4A49-967A-EDC7CE4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98E4C259-6C31-4D51-B517-1C9B726C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83E7631A-336C-484C-BB97-E00A156D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69fffa29647ec">
            <a:extLst>
              <a:ext uri="{96DAC541-7B7A-43D3-8B79-37D633B846F1}">
                <asvg:svgBlip xmlns:asvg="http://schemas.microsoft.com/office/drawing/2016/SVG/main" r:embed="R7cb47340a01843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AFACA48F-1D7E-4E85-9FC7-58F9FBA2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版式体面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4FDC07BB-8762-4DA4-978F-70A8521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260DF946-05F2-4EB1-9135-1B502D5A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观感专业，正式场合直接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可用。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D66AC412-6802-4194-987E-B50380F1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0CDEC335-D851-42F2-A42E-8AF59CA7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BB3F0F1B-B46B-46BC-B505-E2667E2C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E1CDB67B-C6C8-4C79-AFD2-9543B02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843E891B-94EB-4D5F-9B2D-3D560646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6a7cda4b8497b">
            <a:extLst>
              <a:ext uri="{96DAC541-7B7A-43D3-8B79-37D633B846F1}">
                <asvg:svgBlip xmlns:asvg="http://schemas.microsoft.com/office/drawing/2016/SVG/main" r:embed="R3f07d920ac4c49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EF53CB63-28AA-480D-9CD6-A96E041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符合组织规范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A2646838-250D-4C17-9289-6A8C2606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58EDF9E0-7FE7-475D-B7FE-ED0A2884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字体、色调与页面骨架贴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合组织规范。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7F7917DE-A73F-402E-82A9-02AFAE19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19466DF0-5A3B-4A36-A899-0A5B1D9E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2902AC91-23E9-4FEA-AB10-2AFB62B0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006ECD87-BCD4-4D75-8334-B48AA27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8338B05E-1003-4529-AA56-9667C66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df7f779841b5">
            <a:extLst>
              <a:ext uri="{96DAC541-7B7A-43D3-8B79-37D633B846F1}">
                <asvg:svgBlip xmlns:asvg="http://schemas.microsoft.com/office/drawing/2016/SVG/main" r:embed="R500a51aa65e849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7A02A918-5C2C-4B7B-A8BB-B192A0D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生成后仍可编辑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5AF37458-42E2-487C-AE82-1599B69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5AEF067B-DEB8-4AFC-B52A-379E10E3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交付可继续修改的原生文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件，不是静态成品。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 80 分，胜过随机的 95 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5441778-D1D3-4089-83C5-A62E856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0BBFC6EB-1E87-47CA-B45D-29A96BC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8704A20-29CC-4213-BFB3-60938E8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4DEF255C-9E4A-4466-AB18-F1FFAC9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BEDFDDC9-FA42-4A02-A19A-C4BFBC5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5307241D-9FAF-4E44-9E10-F712BD5F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2EA99174-3D04-4FDA-AD3C-3351916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高分的出现全凭运气，难以成为日常依赖。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可能惊艳，却不能依赖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94355AF-0B71-470E-9422-9F075D16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96DACA6C-68AD-4AA7-B0C6-4179C58D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BCEB3B1F-F1FA-4477-B2AD-A0863B2F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2D764DE2-489A-4BE5-A2C9-F5B32EA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19EEF8E9-1048-4DD8-8132-4B60AC7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稳定意味着直接可用，也保留了继续打磨的基础。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直接使用不失专业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继续修改有可靠基础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生成方式：分层职责，确定性收口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5441778-D1D3-4089-83C5-A62E856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AAADDA5-6C0D-435F-B316-8E1CB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5A3605C-CB7E-4E0A-A4DC-99900D3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32BCACA-852B-486F-B607-4AF9F33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9BDD0C13-88DD-416E-86AA-B541B7D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15ABCB3A-25B4-4A8E-BA8A-5AE1C3F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理解与路由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9F5FB873-12E2-4633-A31F-FD034ED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负责理解稿件，完成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逻辑判断与表达路由。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CCD75D9D-FD3E-440F-AF3F-3978DA3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E4CEF713-6E19-497D-868A-C2DDDE4D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Skin 固定骨架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CFAD3D57-D2E2-4609-B69D-FE9199F9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52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Skin 固定字体、颜色与页面骨架，统一规范。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88E75-ECDE-440B-8A43-9B77127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784920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E6240E28-751D-4307-8668-8E92D71C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287064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94FF9E01-7685-4DA4-BB67-CCA81BB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861120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Layout 组织整页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D38083F3-A974-4820-A5CE-FF49F24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80220"/>
            <a:ext cx="6150292" cy="52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Layout 负责整页构图与区域划分。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5E0C3-FF49-48D7-8C42-BD3BEE9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17ACE7DC-CBD3-40C2-A058-BD6D777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C38C1D63-4B4A-4748-A2F9-8556B9F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Skill 按需入区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5C754BC9-ACA7-43B0-BB44-B96DFE2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52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文字、图片、结构 Skill 按需进入各自区域。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E7EDF7-B615-4011-9200-7C0F6754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969955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composition-body|role=index-3">
            <a:extLst xmlns:a="http://schemas.openxmlformats.org/drawingml/2006/main">
              <a:ext uri="{FF2B5EF4-FFF2-40B4-BE49-F238E27FC236}">
                <a16:creationId xmlns:a16="http://schemas.microsoft.com/office/drawing/2014/main" id="{AD900E1E-FD41-44B4-9D91-A7BDFDF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505568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composition-body|role=title-3">
            <a:extLst xmlns:a="http://schemas.openxmlformats.org/drawingml/2006/main">
              <a:ext uri="{FF2B5EF4-FFF2-40B4-BE49-F238E27FC236}">
                <a16:creationId xmlns:a16="http://schemas.microsoft.com/office/drawing/2014/main" id="{E7025EA5-D6FA-4D29-A961-8057085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046155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确定性代码生成</a:t>
            </a:r>
          </a:p>
        </p:txBody>
      </p:sp>
      <p:sp>
        <p:nvSpPr>
          <p:cNvPr id="35" name="PPAGENT_QA|within=composition-body|role=body-3">
            <a:extLst xmlns:a="http://schemas.openxmlformats.org/drawingml/2006/main">
              <a:ext uri="{FF2B5EF4-FFF2-40B4-BE49-F238E27FC236}">
                <a16:creationId xmlns:a16="http://schemas.microsoft.com/office/drawing/2014/main" id="{AF37316F-BD9E-48E1-B647-32A2332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465255"/>
            <a:ext cx="6150292" cy="52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确定性代码最终生成原生可编辑的 PPTX。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45D9F6A-D82F-48B9-A99B-93A62E1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2026-09-04T13:11:54.4070000Z</dcterms:created>
  <dcterms:modified xsi:type="dcterms:W3CDTF">2026-09-04T13:11:54.4070000Z</dcterms:modified>
</coreProperties>
</file>