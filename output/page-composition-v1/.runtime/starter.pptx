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4d61a2d2cf4a4d" /><Relationship Type="http://schemas.openxmlformats.org/officeDocument/2006/relationships/extended-properties" Target="/docProps/app.xml" Id="R11e9661efe43413c" /><Relationship Type="http://schemas.openxmlformats.org/officeDocument/2006/relationships/officeDocument" Target="/ppt/presentation.xml" Id="Rd4f0b60feeb84c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005e292cf84479"/>
    <p:sldMasterId xmlns:r="http://schemas.openxmlformats.org/officeDocument/2006/relationships" id="2147483660" r:id="R04e7aef354184c8c"/>
    <p:sldMasterId xmlns:r="http://schemas.openxmlformats.org/officeDocument/2006/relationships" id="2147483663" r:id="R921659b7b7704759"/>
  </p:sldMasterIdLst>
  <p:notesMasterIdLst>
    <p:notesMasterId xmlns:r="http://schemas.openxmlformats.org/officeDocument/2006/relationships" r:id="R586152d5186649fd"/>
  </p:notesMasterIdLst>
  <p:sldIdLst>
    <p:sldId xmlns:r="http://schemas.openxmlformats.org/officeDocument/2006/relationships" id="256" r:id="R10277caedf4747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997451e1824777" /><Relationship Type="http://schemas.openxmlformats.org/officeDocument/2006/relationships/slideMaster" Target="/ppt/slideMasters/slideMaster1.xml" Id="R70005e292cf84479" /><Relationship Type="http://schemas.openxmlformats.org/officeDocument/2006/relationships/slideMaster" Target="/ppt/slideMasters/slideMaster2.xml" Id="R04e7aef354184c8c" /><Relationship Type="http://schemas.openxmlformats.org/officeDocument/2006/relationships/slideMaster" Target="/ppt/slideMasters/slideMaster3.xml" Id="R921659b7b7704759" /><Relationship Type="http://schemas.openxmlformats.org/officeDocument/2006/relationships/notesMaster" Target="/ppt/notesMasters/notesMaster1.xml" Id="R586152d5186649fd" /><Relationship Type="http://schemas.openxmlformats.org/officeDocument/2006/relationships/presProps" Target="/ppt/presProps.xml" Id="Rad33bca03a444193" /><Relationship Type="http://schemas.openxmlformats.org/officeDocument/2006/relationships/viewProps" Target="/ppt/viewProps.xml" Id="R0ddbc78f10d64512" /><Relationship Type="http://schemas.openxmlformats.org/officeDocument/2006/relationships/tableStyles" Target="/ppt/tableStyles.xml" Id="Rc7a5238d8809426b" /><Relationship Type="http://schemas.openxmlformats.org/officeDocument/2006/relationships/slide" Target="/ppt/slides/slide1.xml" Id="R10277caedf4747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a2c8df97baa94f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1517b7d56544b1" /><Relationship Type="http://schemas.openxmlformats.org/officeDocument/2006/relationships/notesMaster" Target="/ppt/notesMasters/notesMaster1.xml" Id="Ra3cff4747b1c44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ae33480f74320" /><Relationship Type="http://schemas.openxmlformats.org/officeDocument/2006/relationships/image" Target="/ppt/media/image.jpeg" Id="Rba0a545f1afd48a4" /><Relationship Type="http://schemas.openxmlformats.org/officeDocument/2006/relationships/image" Target="/ppt/media/image.png" Id="Rf10070c6a0b24b74" /><Relationship Type="http://schemas.openxmlformats.org/officeDocument/2006/relationships/image" Target="/ppt/media/image2.png" Id="R5651b7fe98cc45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6b6ad2eee40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8eacce96a84418" /><Relationship Type="http://schemas.openxmlformats.org/officeDocument/2006/relationships/image" Target="/ppt/media/image3.png" Id="R1759ed277e6b4d9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a60789ad8493a" /><Relationship Type="http://schemas.openxmlformats.org/officeDocument/2006/relationships/image" Target="/ppt/media/image4.png" Id="R870c37a4af9d4f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b454b721e84d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7f79e819444d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47609fe6d14a3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cb3e07bdce4b4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e31889a514472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b3f4942e994ee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271db5c58b433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8220711f389452d" /><Relationship Type="http://schemas.openxmlformats.org/officeDocument/2006/relationships/image" Target="/ppt/media/image5.png" Id="R96290efd3fa54e2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d5e85d7e61245c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a5c91e4e7d345f8" /><Relationship Type="http://schemas.openxmlformats.org/officeDocument/2006/relationships/image" Target="/ppt/media/image5.png" Id="R362e506460fd47d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ec7074262f34b93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a545f1afd48a4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070c6a0b24b74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1b7fe98cc45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9ed277e6b4d97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c37a4af9d4ffe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90efd3fa54e2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e506460fd47d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df8c5668e94743" /><Relationship Type="http://schemas.openxmlformats.org/officeDocument/2006/relationships/slideLayout" Target="/ppt/slideLayouts/slideLayout1.xml" Id="R9f505ec329794406" /><Relationship Type="http://schemas.openxmlformats.org/officeDocument/2006/relationships/slideLayout" Target="/ppt/slideLayouts/slideLayout2.xml" Id="Re3d52dd21a57455a" /><Relationship Type="http://schemas.openxmlformats.org/officeDocument/2006/relationships/slideLayout" Target="/ppt/slideLayouts/slideLayout3.xml" Id="Rfea6bff599b34e10" /><Relationship Type="http://schemas.openxmlformats.org/officeDocument/2006/relationships/slideLayout" Target="/ppt/slideLayouts/slideLayout4.xml" Id="Rf5cec1ef92cc4733" /><Relationship Type="http://schemas.openxmlformats.org/officeDocument/2006/relationships/slideLayout" Target="/ppt/slideLayouts/slideLayout5.xml" Id="Rad8ecbd8b78544f5" /><Relationship Type="http://schemas.openxmlformats.org/officeDocument/2006/relationships/slideLayout" Target="/ppt/slideLayouts/slideLayout6.xml" Id="Rfae179a15e7e46e3" /><Relationship Type="http://schemas.openxmlformats.org/officeDocument/2006/relationships/slideLayout" Target="/ppt/slideLayouts/slideLayout7.xml" Id="R5e095f9a94aa4377" /><Relationship Type="http://schemas.openxmlformats.org/officeDocument/2006/relationships/slideLayout" Target="/ppt/slideLayouts/slideLayout8.xml" Id="R3327f1124d4e4f51" /><Relationship Type="http://schemas.openxmlformats.org/officeDocument/2006/relationships/slideLayout" Target="/ppt/slideLayouts/slideLayout9.xml" Id="R067fd0ce6822472f" /><Relationship Type="http://schemas.openxmlformats.org/officeDocument/2006/relationships/slideLayout" Target="/ppt/slideLayouts/slideLayout10.xml" Id="Rf3ebe2820fd94b4c" /><Relationship Type="http://schemas.openxmlformats.org/officeDocument/2006/relationships/slideLayout" Target="/ppt/slideLayouts/slideLayout11.xml" Id="R7aedfce51a1c4c4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d3989b3eaec478a" /><Relationship Type="http://schemas.openxmlformats.org/officeDocument/2006/relationships/slideLayout" Target="/ppt/slideLayouts/slideLayout12.xml" Id="Ra3af38c25b79488d" /><Relationship Type="http://schemas.openxmlformats.org/officeDocument/2006/relationships/slideLayout" Target="/ppt/slideLayouts/slideLayout13.xml" Id="Rcb6564870bc5422b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d4775471a7c6481c" /><Relationship Type="http://schemas.openxmlformats.org/officeDocument/2006/relationships/slideLayout" Target="/ppt/slideLayouts/slideLayout14.xml" Id="R55d06d105a5448e8" /><Relationship Type="http://schemas.openxmlformats.org/officeDocument/2006/relationships/slideLayout" Target="/ppt/slideLayouts/slideLayout15.xml" Id="Ra152db313e7749f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505ec329794406"/>
    <p:sldLayoutId xmlns:r="http://schemas.openxmlformats.org/officeDocument/2006/relationships" id="2147483650" r:id="Re3d52dd21a57455a"/>
    <p:sldLayoutId xmlns:r="http://schemas.openxmlformats.org/officeDocument/2006/relationships" id="2147483651" r:id="Rfea6bff599b34e10"/>
    <p:sldLayoutId xmlns:r="http://schemas.openxmlformats.org/officeDocument/2006/relationships" id="2147483652" r:id="Rf5cec1ef92cc4733"/>
    <p:sldLayoutId xmlns:r="http://schemas.openxmlformats.org/officeDocument/2006/relationships" id="2147483653" r:id="Rad8ecbd8b78544f5"/>
    <p:sldLayoutId xmlns:r="http://schemas.openxmlformats.org/officeDocument/2006/relationships" id="2147483654" r:id="Rfae179a15e7e46e3"/>
    <p:sldLayoutId xmlns:r="http://schemas.openxmlformats.org/officeDocument/2006/relationships" id="2147483655" r:id="R5e095f9a94aa4377"/>
    <p:sldLayoutId xmlns:r="http://schemas.openxmlformats.org/officeDocument/2006/relationships" id="2147483656" r:id="R3327f1124d4e4f51"/>
    <p:sldLayoutId xmlns:r="http://schemas.openxmlformats.org/officeDocument/2006/relationships" id="2147483657" r:id="R067fd0ce6822472f"/>
    <p:sldLayoutId xmlns:r="http://schemas.openxmlformats.org/officeDocument/2006/relationships" id="2147483658" r:id="Rf3ebe2820fd94b4c"/>
    <p:sldLayoutId xmlns:r="http://schemas.openxmlformats.org/officeDocument/2006/relationships" id="2147483659" r:id="R7aedfce51a1c4c4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3af38c25b79488d"/>
    <p:sldLayoutId xmlns:r="http://schemas.openxmlformats.org/officeDocument/2006/relationships" id="2147483662" r:id="Rcb6564870bc5422b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55d06d105a5448e8"/>
    <p:sldLayoutId xmlns:r="http://schemas.openxmlformats.org/officeDocument/2006/relationships" id="2147483665" r:id="Ra152db313e7749f6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31eb1a3c84a4afc" /><Relationship Type="http://schemas.openxmlformats.org/officeDocument/2006/relationships/image" Target="/ppt/media/image6.png" Id="R8643d07006ad43c8" /><Relationship Type="http://schemas.openxmlformats.org/officeDocument/2006/relationships/notesSlide" Target="/ppt/notesSlides/notesSlide1.xml" Id="R80d36b0e74ac475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3d07006ad43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2026-09-04T15:33:03.6340000Z</dcterms:created>
  <dcterms:modified xsi:type="dcterms:W3CDTF">2026-09-04T15:33:03.6340000Z</dcterms:modified>
</coreProperties>
</file>