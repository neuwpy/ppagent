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2a0f8ed228461f" /><Relationship Type="http://schemas.openxmlformats.org/officeDocument/2006/relationships/extended-properties" Target="/docProps/app.xml" Id="Ra11d4c456465446f" /><Relationship Type="http://schemas.openxmlformats.org/officeDocument/2006/relationships/officeDocument" Target="/ppt/presentation.xml" Id="R5a287eea49a541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aa9198204843b9"/>
    <p:sldMasterId xmlns:r="http://schemas.openxmlformats.org/officeDocument/2006/relationships" id="2147483660" r:id="R75146c3dd5274f81"/>
    <p:sldMasterId xmlns:r="http://schemas.openxmlformats.org/officeDocument/2006/relationships" id="2147483663" r:id="R45a3d12a6f854da6"/>
  </p:sldMasterIdLst>
  <p:notesMasterIdLst>
    <p:notesMasterId xmlns:r="http://schemas.openxmlformats.org/officeDocument/2006/relationships" r:id="R0a170ff2dec642ef"/>
  </p:notesMasterIdLst>
  <p:sldIdLst>
    <p:sldId xmlns:r="http://schemas.openxmlformats.org/officeDocument/2006/relationships" id="256" r:id="R02d68611bc0947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6e1a5255204aef" /><Relationship Type="http://schemas.openxmlformats.org/officeDocument/2006/relationships/slideMaster" Target="/ppt/slideMasters/slideMaster1.xml" Id="R68aa9198204843b9" /><Relationship Type="http://schemas.openxmlformats.org/officeDocument/2006/relationships/slideMaster" Target="/ppt/slideMasters/slideMaster2.xml" Id="R75146c3dd5274f81" /><Relationship Type="http://schemas.openxmlformats.org/officeDocument/2006/relationships/slideMaster" Target="/ppt/slideMasters/slideMaster3.xml" Id="R45a3d12a6f854da6" /><Relationship Type="http://schemas.openxmlformats.org/officeDocument/2006/relationships/notesMaster" Target="/ppt/notesMasters/notesMaster1.xml" Id="R0a170ff2dec642ef" /><Relationship Type="http://schemas.openxmlformats.org/officeDocument/2006/relationships/presProps" Target="/ppt/presProps.xml" Id="Re64cf6d7c80d44f1" /><Relationship Type="http://schemas.openxmlformats.org/officeDocument/2006/relationships/viewProps" Target="/ppt/viewProps.xml" Id="Re66bcadff3e84fa0" /><Relationship Type="http://schemas.openxmlformats.org/officeDocument/2006/relationships/tableStyles" Target="/ppt/tableStyles.xml" Id="Rec478f27ba8142a3" /><Relationship Type="http://schemas.openxmlformats.org/officeDocument/2006/relationships/slide" Target="/ppt/slides/slide1.xml" Id="R02d68611bc0947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06b0902984c749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70dba6f0804874" /><Relationship Type="http://schemas.openxmlformats.org/officeDocument/2006/relationships/notesMaster" Target="/ppt/notesMasters/notesMaster1.xml" Id="Rb3fdd1b331e746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内容：PPagenT PageComposition 最小架构实验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结构：sequence-flow-001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90ef6cb864d1c" /><Relationship Type="http://schemas.openxmlformats.org/officeDocument/2006/relationships/image" Target="/ppt/media/image.jpeg" Id="R09bd9e9cf9974a2a" /><Relationship Type="http://schemas.openxmlformats.org/officeDocument/2006/relationships/image" Target="/ppt/media/image.png" Id="R0d49e1557f034044" /><Relationship Type="http://schemas.openxmlformats.org/officeDocument/2006/relationships/image" Target="/ppt/media/image2.png" Id="R54e88da637e042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7ac574fd749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b812585f846c9" /><Relationship Type="http://schemas.openxmlformats.org/officeDocument/2006/relationships/image" Target="/ppt/media/image3.png" Id="Re39dc68c6c5846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3d3a002cd4a2b" /><Relationship Type="http://schemas.openxmlformats.org/officeDocument/2006/relationships/image" Target="/ppt/media/image4.png" Id="Rcc6f56c9c13441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6445ebc4949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58c45a219472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f72cd79874f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5b9c3da4f4d2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df0ca022343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f91b980674f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1510735b84ac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1080b649344f34" /><Relationship Type="http://schemas.openxmlformats.org/officeDocument/2006/relationships/image" Target="/ppt/media/image5.png" Id="R7faa5e406cf7456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c75b582481414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9ae4bd2041643a8" /><Relationship Type="http://schemas.openxmlformats.org/officeDocument/2006/relationships/image" Target="/ppt/media/image5.png" Id="Rcf8e1b6ccd30408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22a434ea6474de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d9e9cf9974a2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9e1557f03404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88da637e042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dc68c6c58465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f56c9c13441e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a5e406cf7456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e1b6ccd30408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bb5e68dcd04de1" /><Relationship Type="http://schemas.openxmlformats.org/officeDocument/2006/relationships/slideLayout" Target="/ppt/slideLayouts/slideLayout1.xml" Id="R5f0a30a9291245d2" /><Relationship Type="http://schemas.openxmlformats.org/officeDocument/2006/relationships/slideLayout" Target="/ppt/slideLayouts/slideLayout2.xml" Id="R91dd5c6ee6e5425c" /><Relationship Type="http://schemas.openxmlformats.org/officeDocument/2006/relationships/slideLayout" Target="/ppt/slideLayouts/slideLayout3.xml" Id="R88ec949ad32a490d" /><Relationship Type="http://schemas.openxmlformats.org/officeDocument/2006/relationships/slideLayout" Target="/ppt/slideLayouts/slideLayout4.xml" Id="Recf64d738eb84dbf" /><Relationship Type="http://schemas.openxmlformats.org/officeDocument/2006/relationships/slideLayout" Target="/ppt/slideLayouts/slideLayout5.xml" Id="R68860b8a367d45f4" /><Relationship Type="http://schemas.openxmlformats.org/officeDocument/2006/relationships/slideLayout" Target="/ppt/slideLayouts/slideLayout6.xml" Id="R06741f126af043c1" /><Relationship Type="http://schemas.openxmlformats.org/officeDocument/2006/relationships/slideLayout" Target="/ppt/slideLayouts/slideLayout7.xml" Id="Ra79c92b2aefb4491" /><Relationship Type="http://schemas.openxmlformats.org/officeDocument/2006/relationships/slideLayout" Target="/ppt/slideLayouts/slideLayout8.xml" Id="Rb0f3bbc708374f06" /><Relationship Type="http://schemas.openxmlformats.org/officeDocument/2006/relationships/slideLayout" Target="/ppt/slideLayouts/slideLayout9.xml" Id="R60c2075f64a14bcb" /><Relationship Type="http://schemas.openxmlformats.org/officeDocument/2006/relationships/slideLayout" Target="/ppt/slideLayouts/slideLayout10.xml" Id="R93383a62ffe7473e" /><Relationship Type="http://schemas.openxmlformats.org/officeDocument/2006/relationships/slideLayout" Target="/ppt/slideLayouts/slideLayout11.xml" Id="R6c6ec3ddf593479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d2566e1dd1c4c1a" /><Relationship Type="http://schemas.openxmlformats.org/officeDocument/2006/relationships/slideLayout" Target="/ppt/slideLayouts/slideLayout12.xml" Id="R3c9d93f9349e4851" /><Relationship Type="http://schemas.openxmlformats.org/officeDocument/2006/relationships/slideLayout" Target="/ppt/slideLayouts/slideLayout13.xml" Id="Rb7348b19332c406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16b596e57904080" /><Relationship Type="http://schemas.openxmlformats.org/officeDocument/2006/relationships/slideLayout" Target="/ppt/slideLayouts/slideLayout14.xml" Id="R81654ba9aa9d40a0" /><Relationship Type="http://schemas.openxmlformats.org/officeDocument/2006/relationships/slideLayout" Target="/ppt/slideLayouts/slideLayout15.xml" Id="Rd634330eaa474e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a30a9291245d2"/>
    <p:sldLayoutId xmlns:r="http://schemas.openxmlformats.org/officeDocument/2006/relationships" id="2147483650" r:id="R91dd5c6ee6e5425c"/>
    <p:sldLayoutId xmlns:r="http://schemas.openxmlformats.org/officeDocument/2006/relationships" id="2147483651" r:id="R88ec949ad32a490d"/>
    <p:sldLayoutId xmlns:r="http://schemas.openxmlformats.org/officeDocument/2006/relationships" id="2147483652" r:id="Recf64d738eb84dbf"/>
    <p:sldLayoutId xmlns:r="http://schemas.openxmlformats.org/officeDocument/2006/relationships" id="2147483653" r:id="R68860b8a367d45f4"/>
    <p:sldLayoutId xmlns:r="http://schemas.openxmlformats.org/officeDocument/2006/relationships" id="2147483654" r:id="R06741f126af043c1"/>
    <p:sldLayoutId xmlns:r="http://schemas.openxmlformats.org/officeDocument/2006/relationships" id="2147483655" r:id="Ra79c92b2aefb4491"/>
    <p:sldLayoutId xmlns:r="http://schemas.openxmlformats.org/officeDocument/2006/relationships" id="2147483656" r:id="Rb0f3bbc708374f06"/>
    <p:sldLayoutId xmlns:r="http://schemas.openxmlformats.org/officeDocument/2006/relationships" id="2147483657" r:id="R60c2075f64a14bcb"/>
    <p:sldLayoutId xmlns:r="http://schemas.openxmlformats.org/officeDocument/2006/relationships" id="2147483658" r:id="R93383a62ffe7473e"/>
    <p:sldLayoutId xmlns:r="http://schemas.openxmlformats.org/officeDocument/2006/relationships" id="2147483659" r:id="R6c6ec3ddf593479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c9d93f9349e4851"/>
    <p:sldLayoutId xmlns:r="http://schemas.openxmlformats.org/officeDocument/2006/relationships" id="2147483662" r:id="Rb7348b19332c406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1654ba9aa9d40a0"/>
    <p:sldLayoutId xmlns:r="http://schemas.openxmlformats.org/officeDocument/2006/relationships" id="2147483665" r:id="Rd634330eaa474ea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2013761a794c5d" /><Relationship Type="http://schemas.openxmlformats.org/officeDocument/2006/relationships/notesSlide" Target="/ppt/notesSlides/notesSlide1.xml" Id="Raa981f3e0daf48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页面先构图，再调用结构 Skill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架构验证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8007902-F45B-40DF-B850-36D4DDA0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05025"/>
            <a:ext cx="8858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aside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F22CA12-4474-4900-90D8-AA80469E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24050"/>
            <a:ext cx="2057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aside|role=accent">
            <a:extLst xmlns:a="http://schemas.openxmlformats.org/drawingml/2006/main">
              <a:ext uri="{FF2B5EF4-FFF2-40B4-BE49-F238E27FC236}">
                <a16:creationId xmlns:a16="http://schemas.microsoft.com/office/drawing/2014/main" id="{B7F63F07-65F3-4006-96B5-374CAB45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240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aside|role=eyebrow">
            <a:extLst xmlns:a="http://schemas.openxmlformats.org/drawingml/2006/main">
              <a:ext uri="{FF2B5EF4-FFF2-40B4-BE49-F238E27FC236}">
                <a16:creationId xmlns:a16="http://schemas.microsoft.com/office/drawing/2014/main" id="{A1854FA1-1AEF-4ED0-8859-CE8A2D4D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812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9" name="PPAGENT_QA|within=composition-aside|role=title">
            <a:extLst xmlns:a="http://schemas.openxmlformats.org/drawingml/2006/main">
              <a:ext uri="{FF2B5EF4-FFF2-40B4-BE49-F238E27FC236}">
                <a16:creationId xmlns:a16="http://schemas.microsoft.com/office/drawing/2014/main" id="{382BDDCD-105C-43B3-9273-78DDE3E8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381250"/>
            <a:ext cx="1790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关键变化</a:t>
            </a:r>
          </a:p>
        </p:txBody>
      </p:sp>
      <p:sp>
        <p:nvSpPr>
          <p:cNvPr id="20" name="PPAGENT_QA|within=composition-aside|role=body">
            <a:extLst xmlns:a="http://schemas.openxmlformats.org/drawingml/2006/main">
              <a:ext uri="{FF2B5EF4-FFF2-40B4-BE49-F238E27FC236}">
                <a16:creationId xmlns:a16="http://schemas.microsoft.com/office/drawing/2014/main" id="{CC2CDBBE-7D4E-4983-B7D0-9AB7B855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52850"/>
            <a:ext cx="1790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Structure Skill 不再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占据整页，而是作为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区域组件参与组合。</a:t>
            </a:r>
          </a:p>
        </p:txBody>
      </p:sp>
      <p:sp>
        <p:nvSpPr>
          <p:cNvPr id="21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597527E1-4E4C-47DF-AEE8-89452C0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4CD14673-669D-4F66-B535-319EFDB7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32B02F87-D88C-4742-8219-37117F0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内容定页</a:t>
            </a:r>
          </a:p>
        </p:txBody>
      </p:sp>
      <p:sp>
        <p:nvSpPr>
          <p:cNvPr id="24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5F1CB59C-DDB2-40B2-8B63-2897471A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5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266568EA-DF87-403D-8CAC-05289DC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59C16F8B-F5B2-4E0F-953A-745D9BBA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99FCA491-2472-4FA1-BA03-01ABDED1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5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8E5F6204-DB1E-435A-ABBC-43D5A250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9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47945B04-B390-454C-A86F-BF3C65E4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0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EB3E9C4B-4398-4490-9706-5F1B066D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7D429069-DA20-4930-BB91-FF5AB5E3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冻结本页主旨与三步关系</a:t>
            </a:r>
          </a:p>
        </p:txBody>
      </p:sp>
      <p:sp>
        <p:nvSpPr>
          <p:cNvPr id="32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40D78FF1-0BAF-49F7-907F-350C4F1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区域编排</a:t>
            </a:r>
          </a:p>
        </p:txBody>
      </p:sp>
      <p:sp>
        <p:nvSpPr>
          <p:cNvPr id="33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B4F35B40-18DA-4137-BB07-B8472059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4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BE8D8059-DF29-4707-8831-F3729770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48A9D832-3133-4136-A20F-D7AAAA91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FC183615-194D-4DE4-AEFA-A2D05330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8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13C1BCF3-53DE-4CC2-977A-AB9EB8E2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8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E901328E-6DA9-4EED-937F-E1D2F40A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9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55771847-E6E9-484B-AAA0-792C1965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FA36929F-7F8E-446F-A33B-2D2E060D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分配结构区与解释区</a:t>
            </a:r>
          </a:p>
        </p:txBody>
      </p:sp>
      <p:sp>
        <p:nvSpPr>
          <p:cNvPr id="41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7A2C70A9-69D9-4B1E-B552-A7569481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原生生成</a:t>
            </a:r>
          </a:p>
        </p:txBody>
      </p:sp>
      <p:sp>
        <p:nvSpPr>
          <p:cNvPr id="42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011324E7-CEEB-4413-8B1C-D31D2E68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3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7EF9B871-C7DE-4AB6-9DC2-DE21948C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5250F3D6-3AA3-457D-9443-D5272C27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5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347A439C-9266-418D-8E55-3187FEAE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1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85E15F82-247D-4811-AA4D-F95497DE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7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666AC25C-4683-4E7A-81BC-021E527B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8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92671A76-FF07-4EFC-9661-11119481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7B1EBE7F-B0DF-4E02-8472-804796A2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各 Skill 汇入可编辑 PPTX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2026-09-04T15:33:05.5370000Z</dcterms:created>
  <dcterms:modified xsi:type="dcterms:W3CDTF">2026-09-04T15:33:05.5370000Z</dcterms:modified>
</coreProperties>
</file>