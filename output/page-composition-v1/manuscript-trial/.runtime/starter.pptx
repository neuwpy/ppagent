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94a9e220c4766" /><Relationship Type="http://schemas.openxmlformats.org/officeDocument/2006/relationships/extended-properties" Target="/docProps/app.xml" Id="R642d9a30cab34a6e" /><Relationship Type="http://schemas.openxmlformats.org/officeDocument/2006/relationships/officeDocument" Target="/ppt/presentation.xml" Id="Rb8d0bf3da9b1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7e9c50cfa94a8f"/>
    <p:sldMasterId xmlns:r="http://schemas.openxmlformats.org/officeDocument/2006/relationships" id="2147483660" r:id="R30a9fc62b73642be"/>
    <p:sldMasterId xmlns:r="http://schemas.openxmlformats.org/officeDocument/2006/relationships" id="2147483663" r:id="R792532497c194412"/>
  </p:sldMasterIdLst>
  <p:notesMasterIdLst>
    <p:notesMasterId xmlns:r="http://schemas.openxmlformats.org/officeDocument/2006/relationships" r:id="R70f6ce826d0d4b6c"/>
  </p:notesMasterIdLst>
  <p:sldIdLst>
    <p:sldId xmlns:r="http://schemas.openxmlformats.org/officeDocument/2006/relationships" id="256" r:id="R9bc50c0c45114a67"/>
    <p:sldId xmlns:r="http://schemas.openxmlformats.org/officeDocument/2006/relationships" id="257" r:id="Rc3f377b9509e4b94"/>
    <p:sldId xmlns:r="http://schemas.openxmlformats.org/officeDocument/2006/relationships" id="258" r:id="R87f79f2ac35040c0"/>
    <p:sldId xmlns:r="http://schemas.openxmlformats.org/officeDocument/2006/relationships" id="259" r:id="Rd660d0d84ff1424d"/>
    <p:sldId xmlns:r="http://schemas.openxmlformats.org/officeDocument/2006/relationships" id="260" r:id="Ra3c50b02a7a04eb5"/>
    <p:sldId xmlns:r="http://schemas.openxmlformats.org/officeDocument/2006/relationships" id="261" r:id="Rff10c8f6a10149eb"/>
    <p:sldId xmlns:r="http://schemas.openxmlformats.org/officeDocument/2006/relationships" id="262" r:id="R2dfc0eb6bd6c42d8"/>
    <p:sldId xmlns:r="http://schemas.openxmlformats.org/officeDocument/2006/relationships" id="263" r:id="R34e418617b5b4386"/>
    <p:sldId xmlns:r="http://schemas.openxmlformats.org/officeDocument/2006/relationships" id="264" r:id="R9f2432a8f5d44e3a"/>
    <p:sldId xmlns:r="http://schemas.openxmlformats.org/officeDocument/2006/relationships" id="265" r:id="R8651923d03584075"/>
    <p:sldId xmlns:r="http://schemas.openxmlformats.org/officeDocument/2006/relationships" id="266" r:id="R3c6ad3c9a0d44a03"/>
    <p:sldId xmlns:r="http://schemas.openxmlformats.org/officeDocument/2006/relationships" id="267" r:id="R015056e35fa14bb0"/>
    <p:sldId xmlns:r="http://schemas.openxmlformats.org/officeDocument/2006/relationships" id="268" r:id="R8a1e971d93d040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dd2edc95394790" /><Relationship Type="http://schemas.openxmlformats.org/officeDocument/2006/relationships/slideMaster" Target="/ppt/slideMasters/slideMaster1.xml" Id="R3f7e9c50cfa94a8f" /><Relationship Type="http://schemas.openxmlformats.org/officeDocument/2006/relationships/slideMaster" Target="/ppt/slideMasters/slideMaster2.xml" Id="R30a9fc62b73642be" /><Relationship Type="http://schemas.openxmlformats.org/officeDocument/2006/relationships/slideMaster" Target="/ppt/slideMasters/slideMaster3.xml" Id="R792532497c194412" /><Relationship Type="http://schemas.openxmlformats.org/officeDocument/2006/relationships/notesMaster" Target="/ppt/notesMasters/notesMaster1.xml" Id="R70f6ce826d0d4b6c" /><Relationship Type="http://schemas.openxmlformats.org/officeDocument/2006/relationships/presProps" Target="/ppt/presProps.xml" Id="R33f04221efe549da" /><Relationship Type="http://schemas.openxmlformats.org/officeDocument/2006/relationships/viewProps" Target="/ppt/viewProps.xml" Id="R9a58c03ce71d40d5" /><Relationship Type="http://schemas.openxmlformats.org/officeDocument/2006/relationships/tableStyles" Target="/ppt/tableStyles.xml" Id="Raf61e81d4c1e4827" /><Relationship Type="http://schemas.openxmlformats.org/officeDocument/2006/relationships/slide" Target="/ppt/slides/slide1.xml" Id="R9bc50c0c45114a67" /><Relationship Type="http://schemas.openxmlformats.org/officeDocument/2006/relationships/slide" Target="/ppt/slides/slide2.xml" Id="Rc3f377b9509e4b94" /><Relationship Type="http://schemas.openxmlformats.org/officeDocument/2006/relationships/slide" Target="/ppt/slides/slide3.xml" Id="R87f79f2ac35040c0" /><Relationship Type="http://schemas.openxmlformats.org/officeDocument/2006/relationships/slide" Target="/ppt/slides/slide4.xml" Id="Rd660d0d84ff1424d" /><Relationship Type="http://schemas.openxmlformats.org/officeDocument/2006/relationships/slide" Target="/ppt/slides/slide5.xml" Id="Ra3c50b02a7a04eb5" /><Relationship Type="http://schemas.openxmlformats.org/officeDocument/2006/relationships/slide" Target="/ppt/slides/slide6.xml" Id="Rff10c8f6a10149eb" /><Relationship Type="http://schemas.openxmlformats.org/officeDocument/2006/relationships/slide" Target="/ppt/slides/slide7.xml" Id="R2dfc0eb6bd6c42d8" /><Relationship Type="http://schemas.openxmlformats.org/officeDocument/2006/relationships/slide" Target="/ppt/slides/slide8.xml" Id="R34e418617b5b4386" /><Relationship Type="http://schemas.openxmlformats.org/officeDocument/2006/relationships/slide" Target="/ppt/slides/slide9.xml" Id="R9f2432a8f5d44e3a" /><Relationship Type="http://schemas.openxmlformats.org/officeDocument/2006/relationships/slide" Target="/ppt/slides/slide10.xml" Id="R8651923d03584075" /><Relationship Type="http://schemas.openxmlformats.org/officeDocument/2006/relationships/slide" Target="/ppt/slides/slide11.xml" Id="R3c6ad3c9a0d44a03" /><Relationship Type="http://schemas.openxmlformats.org/officeDocument/2006/relationships/slide" Target="/ppt/slides/slide12.xml" Id="R015056e35fa14bb0" /><Relationship Type="http://schemas.openxmlformats.org/officeDocument/2006/relationships/slide" Target="/ppt/slides/slide13.xml" Id="R8a1e971d93d0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d44bcf0b174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3fbb67a254459" /><Relationship Type="http://schemas.openxmlformats.org/officeDocument/2006/relationships/notesMaster" Target="/ppt/notesMasters/notesMaster1.xml" Id="Ra8c4eab06e2f44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f6bc4b8b24b8f" /><Relationship Type="http://schemas.openxmlformats.org/officeDocument/2006/relationships/notesMaster" Target="/ppt/notesMasters/notesMaster1.xml" Id="R72ff2b9bc213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f6e8d5a8f4e88" /><Relationship Type="http://schemas.openxmlformats.org/officeDocument/2006/relationships/notesMaster" Target="/ppt/notesMasters/notesMaster1.xml" Id="Rb3970410a1c741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2fc6d321e4d3a" /><Relationship Type="http://schemas.openxmlformats.org/officeDocument/2006/relationships/notesMaster" Target="/ppt/notesMasters/notesMaster1.xml" Id="R7490c3910524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8cd1c922ec48b6" /><Relationship Type="http://schemas.openxmlformats.org/officeDocument/2006/relationships/notesMaster" Target="/ppt/notesMasters/notesMaster1.xml" Id="R19fd9a1b4964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ed9328533f4716" /><Relationship Type="http://schemas.openxmlformats.org/officeDocument/2006/relationships/notesMaster" Target="/ppt/notesMasters/notesMaster1.xml" Id="R43e5b3673b984e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09f86c06c0444a" /><Relationship Type="http://schemas.openxmlformats.org/officeDocument/2006/relationships/notesMaster" Target="/ppt/notesMasters/notesMaster1.xml" Id="R54b02e51b9354d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058db7b489421e" /><Relationship Type="http://schemas.openxmlformats.org/officeDocument/2006/relationships/notesMaster" Target="/ppt/notesMasters/notesMaster1.xml" Id="Rf7a6df93709d44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6151f2924d4928" /><Relationship Type="http://schemas.openxmlformats.org/officeDocument/2006/relationships/notesMaster" Target="/ppt/notesMasters/notesMaster1.xml" Id="R1107a89ac5d74d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d4f89d94a84df5" /><Relationship Type="http://schemas.openxmlformats.org/officeDocument/2006/relationships/notesMaster" Target="/ppt/notesMasters/notesMaster1.xml" Id="Ra9fb041df85249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17dc261ac247d6" /><Relationship Type="http://schemas.openxmlformats.org/officeDocument/2006/relationships/notesMaster" Target="/ppt/notesMasters/notesMaster1.xml" Id="R1ca811b9429447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f83ed8a0e44aab" /><Relationship Type="http://schemas.openxmlformats.org/officeDocument/2006/relationships/notesMaster" Target="/ppt/notesMasters/notesMaster1.xml" Id="R56da03421dde45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aaa5737d134965" /><Relationship Type="http://schemas.openxmlformats.org/officeDocument/2006/relationships/notesMaster" Target="/ppt/notesMasters/notesMaster1.xml" Id="Rd52c7b504573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ef8acf0a64a11" /><Relationship Type="http://schemas.openxmlformats.org/officeDocument/2006/relationships/image" Target="/ppt/media/image.jpeg" Id="R114b4804314b4d3f" /><Relationship Type="http://schemas.openxmlformats.org/officeDocument/2006/relationships/image" Target="/ppt/media/image.png" Id="R9de31e4e915a4c9d" /><Relationship Type="http://schemas.openxmlformats.org/officeDocument/2006/relationships/image" Target="/ppt/media/image2.png" Id="R8c6c31fafe8040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9c2cf26c840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9e02196fe4f11" /><Relationship Type="http://schemas.openxmlformats.org/officeDocument/2006/relationships/image" Target="/ppt/media/image3.png" Id="R54799dce7a9346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bfffe0d204ced" /><Relationship Type="http://schemas.openxmlformats.org/officeDocument/2006/relationships/image" Target="/ppt/media/image4.png" Id="R8a3e2b44d99442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0fd3036ee4e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5ef323f3b40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332a43e8541f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6fe3e7651431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b5c30a0ed414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7eab3735145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bc7e6aa5a4dd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b6d579919044cd" /><Relationship Type="http://schemas.openxmlformats.org/officeDocument/2006/relationships/image" Target="/ppt/media/image5.png" Id="Rc8d1c97e20dc439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5a0e9b30a5433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c731a32b094da1" /><Relationship Type="http://schemas.openxmlformats.org/officeDocument/2006/relationships/image" Target="/ppt/media/image5.png" Id="R497ae14ef29b4e7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b05955579f406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4804314b4d3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31e4e915a4c9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c31fafe80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99dce7a93469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e2b44d994429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1c97e20dc439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ae14ef29b4e7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35e60e7a9c4661" /><Relationship Type="http://schemas.openxmlformats.org/officeDocument/2006/relationships/slideLayout" Target="/ppt/slideLayouts/slideLayout1.xml" Id="R5a9e049b5238421a" /><Relationship Type="http://schemas.openxmlformats.org/officeDocument/2006/relationships/slideLayout" Target="/ppt/slideLayouts/slideLayout2.xml" Id="Rd886c3f22a264cca" /><Relationship Type="http://schemas.openxmlformats.org/officeDocument/2006/relationships/slideLayout" Target="/ppt/slideLayouts/slideLayout3.xml" Id="R6589c489ca334683" /><Relationship Type="http://schemas.openxmlformats.org/officeDocument/2006/relationships/slideLayout" Target="/ppt/slideLayouts/slideLayout4.xml" Id="R794bb8e32680433f" /><Relationship Type="http://schemas.openxmlformats.org/officeDocument/2006/relationships/slideLayout" Target="/ppt/slideLayouts/slideLayout5.xml" Id="R67d33f38173f4313" /><Relationship Type="http://schemas.openxmlformats.org/officeDocument/2006/relationships/slideLayout" Target="/ppt/slideLayouts/slideLayout6.xml" Id="Rc7328ec315b84fca" /><Relationship Type="http://schemas.openxmlformats.org/officeDocument/2006/relationships/slideLayout" Target="/ppt/slideLayouts/slideLayout7.xml" Id="R3e88a5e2cb194cf2" /><Relationship Type="http://schemas.openxmlformats.org/officeDocument/2006/relationships/slideLayout" Target="/ppt/slideLayouts/slideLayout8.xml" Id="R5d9d2453212548ec" /><Relationship Type="http://schemas.openxmlformats.org/officeDocument/2006/relationships/slideLayout" Target="/ppt/slideLayouts/slideLayout9.xml" Id="Rbc5a99299a0a44fd" /><Relationship Type="http://schemas.openxmlformats.org/officeDocument/2006/relationships/slideLayout" Target="/ppt/slideLayouts/slideLayout10.xml" Id="Rc4816c965a9e4bc0" /><Relationship Type="http://schemas.openxmlformats.org/officeDocument/2006/relationships/slideLayout" Target="/ppt/slideLayouts/slideLayout11.xml" Id="Re98c5f8c18fc4b2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d54aaf3602b4787" /><Relationship Type="http://schemas.openxmlformats.org/officeDocument/2006/relationships/slideLayout" Target="/ppt/slideLayouts/slideLayout12.xml" Id="R1504d1938df743c6" /><Relationship Type="http://schemas.openxmlformats.org/officeDocument/2006/relationships/slideLayout" Target="/ppt/slideLayouts/slideLayout13.xml" Id="R3241891c09364de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5debeb9ed024f05" /><Relationship Type="http://schemas.openxmlformats.org/officeDocument/2006/relationships/slideLayout" Target="/ppt/slideLayouts/slideLayout14.xml" Id="Rc5ed12dd78754a3a" /><Relationship Type="http://schemas.openxmlformats.org/officeDocument/2006/relationships/slideLayout" Target="/ppt/slideLayouts/slideLayout15.xml" Id="Re4df9f37bf5f4f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e049b5238421a"/>
    <p:sldLayoutId xmlns:r="http://schemas.openxmlformats.org/officeDocument/2006/relationships" id="2147483650" r:id="Rd886c3f22a264cca"/>
    <p:sldLayoutId xmlns:r="http://schemas.openxmlformats.org/officeDocument/2006/relationships" id="2147483651" r:id="R6589c489ca334683"/>
    <p:sldLayoutId xmlns:r="http://schemas.openxmlformats.org/officeDocument/2006/relationships" id="2147483652" r:id="R794bb8e32680433f"/>
    <p:sldLayoutId xmlns:r="http://schemas.openxmlformats.org/officeDocument/2006/relationships" id="2147483653" r:id="R67d33f38173f4313"/>
    <p:sldLayoutId xmlns:r="http://schemas.openxmlformats.org/officeDocument/2006/relationships" id="2147483654" r:id="Rc7328ec315b84fca"/>
    <p:sldLayoutId xmlns:r="http://schemas.openxmlformats.org/officeDocument/2006/relationships" id="2147483655" r:id="R3e88a5e2cb194cf2"/>
    <p:sldLayoutId xmlns:r="http://schemas.openxmlformats.org/officeDocument/2006/relationships" id="2147483656" r:id="R5d9d2453212548ec"/>
    <p:sldLayoutId xmlns:r="http://schemas.openxmlformats.org/officeDocument/2006/relationships" id="2147483657" r:id="Rbc5a99299a0a44fd"/>
    <p:sldLayoutId xmlns:r="http://schemas.openxmlformats.org/officeDocument/2006/relationships" id="2147483658" r:id="Rc4816c965a9e4bc0"/>
    <p:sldLayoutId xmlns:r="http://schemas.openxmlformats.org/officeDocument/2006/relationships" id="2147483659" r:id="Re98c5f8c18fc4b2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504d1938df743c6"/>
    <p:sldLayoutId xmlns:r="http://schemas.openxmlformats.org/officeDocument/2006/relationships" id="2147483662" r:id="R3241891c09364de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5ed12dd78754a3a"/>
    <p:sldLayoutId xmlns:r="http://schemas.openxmlformats.org/officeDocument/2006/relationships" id="2147483665" r:id="Re4df9f37bf5f4f7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75aaedfee416f" /><Relationship Type="http://schemas.openxmlformats.org/officeDocument/2006/relationships/notesSlide" Target="/ppt/notesSlides/notesSlide1.xml" Id="R863d1e214ab44f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33d36fa61d486a" /><Relationship Type="http://schemas.openxmlformats.org/officeDocument/2006/relationships/notesSlide" Target="/ppt/notesSlides/notesSlide2.xml" Id="Redeb3c9342344c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51127dd6054a1e" /><Relationship Type="http://schemas.openxmlformats.org/officeDocument/2006/relationships/image" Target="/ppt/media/image6.png" Id="Rde81410e9fb9431d" /><Relationship Type="http://schemas.openxmlformats.org/officeDocument/2006/relationships/notesSlide" Target="/ppt/notesSlides/notesSlide3.xml" Id="R37e1865c3cf74a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a7fccfaaf445e2" /><Relationship Type="http://schemas.openxmlformats.org/officeDocument/2006/relationships/image" Target="/ppt/media/image6.png" Id="R115e55f82e8a4c57" /><Relationship Type="http://schemas.openxmlformats.org/officeDocument/2006/relationships/notesSlide" Target="/ppt/notesSlides/notesSlide4.xml" Id="R524526eda8e843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f8d21bd95c40ed" /><Relationship Type="http://schemas.openxmlformats.org/officeDocument/2006/relationships/image" Target="/ppt/media/image6.png" Id="R9e86e1f87f6d48dd" /><Relationship Type="http://schemas.openxmlformats.org/officeDocument/2006/relationships/notesSlide" Target="/ppt/notesSlides/notesSlide5.xml" Id="R8eee2852abcb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1d5ae558884d98" /><Relationship Type="http://schemas.openxmlformats.org/officeDocument/2006/relationships/image" Target="/ppt/media/image6.png" Id="R4fc286f71c6e4188" /><Relationship Type="http://schemas.openxmlformats.org/officeDocument/2006/relationships/notesSlide" Target="/ppt/notesSlides/notesSlide6.xml" Id="R82bb9c340e7e40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4d97a1205f485d" /><Relationship Type="http://schemas.openxmlformats.org/officeDocument/2006/relationships/image" Target="/ppt/media/image6.png" Id="Rdf57a77668a24fac" /><Relationship Type="http://schemas.openxmlformats.org/officeDocument/2006/relationships/notesSlide" Target="/ppt/notesSlides/notesSlide7.xml" Id="Rd34cd326aa1e46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d560054d5a405e" /><Relationship Type="http://schemas.openxmlformats.org/officeDocument/2006/relationships/image" Target="/ppt/media/image6.png" Id="Rbfe221d32ba54ff6" /><Relationship Type="http://schemas.openxmlformats.org/officeDocument/2006/relationships/notesSlide" Target="/ppt/notesSlides/notesSlide8.xml" Id="R940fbcd9728243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567c8f55d344b0" /><Relationship Type="http://schemas.openxmlformats.org/officeDocument/2006/relationships/image" Target="/ppt/media/image6.png" Id="R7d78bb2225d44cbb" /><Relationship Type="http://schemas.openxmlformats.org/officeDocument/2006/relationships/notesSlide" Target="/ppt/notesSlides/notesSlide9.xml" Id="R420fabb3fd934c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4d1b35fae844ff" /><Relationship Type="http://schemas.openxmlformats.org/officeDocument/2006/relationships/image" Target="/ppt/media/image6.png" Id="Rcb2edc24201b453f" /><Relationship Type="http://schemas.openxmlformats.org/officeDocument/2006/relationships/notesSlide" Target="/ppt/notesSlides/notesSlide10.xml" Id="R604bfc20d17240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6262d1b0864f8c" /><Relationship Type="http://schemas.openxmlformats.org/officeDocument/2006/relationships/image" Target="/ppt/media/image6.png" Id="R03bc3448a3ea4203" /><Relationship Type="http://schemas.openxmlformats.org/officeDocument/2006/relationships/notesSlide" Target="/ppt/notesSlides/notesSlide11.xml" Id="Rb61e0d4d20e04f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721dfa37d14500" /><Relationship Type="http://schemas.openxmlformats.org/officeDocument/2006/relationships/image" Target="/ppt/media/image6.png" Id="Rd28afab4a4ef4e10" /><Relationship Type="http://schemas.openxmlformats.org/officeDocument/2006/relationships/notesSlide" Target="/ppt/notesSlides/notesSlide12.xml" Id="Rc30d2176072347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6bcff41aa49bd" /><Relationship Type="http://schemas.openxmlformats.org/officeDocument/2006/relationships/notesSlide" Target="/ppt/notesSlides/notesSlide13.xml" Id="Ra0d1cf8772b04a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1410e9fb943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e55f82e8a4c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6e1f87f6d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286f71c6e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7a77668a24f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221d32ba54f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8bb2225d4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edc24201b45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c3448a3ea4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afab4a4ef4e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2026-09-04T15:40:52.0810000Z</dcterms:created>
  <dcterms:modified xsi:type="dcterms:W3CDTF">2026-09-04T15:40:52.0810000Z</dcterms:modified>
</coreProperties>
</file>