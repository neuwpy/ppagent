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b19e26461143cf" /><Relationship Type="http://schemas.openxmlformats.org/officeDocument/2006/relationships/extended-properties" Target="/docProps/app.xml" Id="Re7700a6ef8b84dc0" /><Relationship Type="http://schemas.openxmlformats.org/officeDocument/2006/relationships/officeDocument" Target="/ppt/presentation.xml" Id="R67f1b60ae54043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091fc8fb134212"/>
    <p:sldMasterId xmlns:r="http://schemas.openxmlformats.org/officeDocument/2006/relationships" id="2147483660" r:id="R57ea309918294950"/>
    <p:sldMasterId xmlns:r="http://schemas.openxmlformats.org/officeDocument/2006/relationships" id="2147483663" r:id="R6a8f55d130034a40"/>
  </p:sldMasterIdLst>
  <p:notesMasterIdLst>
    <p:notesMasterId xmlns:r="http://schemas.openxmlformats.org/officeDocument/2006/relationships" r:id="R6fa57849a2864550"/>
  </p:notesMasterIdLst>
  <p:sldIdLst>
    <p:sldId xmlns:r="http://schemas.openxmlformats.org/officeDocument/2006/relationships" id="256" r:id="R73cc3bf9b0a945e6"/>
    <p:sldId xmlns:r="http://schemas.openxmlformats.org/officeDocument/2006/relationships" id="257" r:id="R0e16fa094341403f"/>
    <p:sldId xmlns:r="http://schemas.openxmlformats.org/officeDocument/2006/relationships" id="258" r:id="R02e93727cd134f49"/>
    <p:sldId xmlns:r="http://schemas.openxmlformats.org/officeDocument/2006/relationships" id="259" r:id="R6fc453df9b394a96"/>
    <p:sldId xmlns:r="http://schemas.openxmlformats.org/officeDocument/2006/relationships" id="260" r:id="Rf2e7ba6c4d2c441b"/>
    <p:sldId xmlns:r="http://schemas.openxmlformats.org/officeDocument/2006/relationships" id="261" r:id="Rc9178ce98f154567"/>
    <p:sldId xmlns:r="http://schemas.openxmlformats.org/officeDocument/2006/relationships" id="262" r:id="R9c2a727143894f81"/>
    <p:sldId xmlns:r="http://schemas.openxmlformats.org/officeDocument/2006/relationships" id="263" r:id="Re9f2f553d8b240bc"/>
    <p:sldId xmlns:r="http://schemas.openxmlformats.org/officeDocument/2006/relationships" id="264" r:id="R622600f246a04e20"/>
    <p:sldId xmlns:r="http://schemas.openxmlformats.org/officeDocument/2006/relationships" id="265" r:id="R7221afb7923a46e5"/>
    <p:sldId xmlns:r="http://schemas.openxmlformats.org/officeDocument/2006/relationships" id="266" r:id="R47e6c7ec56754225"/>
    <p:sldId xmlns:r="http://schemas.openxmlformats.org/officeDocument/2006/relationships" id="267" r:id="R9f4580e06fcf4bc7"/>
    <p:sldId xmlns:r="http://schemas.openxmlformats.org/officeDocument/2006/relationships" id="268" r:id="R0013c428a57346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3245552a8d4757" /><Relationship Type="http://schemas.openxmlformats.org/officeDocument/2006/relationships/slideMaster" Target="/ppt/slideMasters/slideMaster1.xml" Id="Re2091fc8fb134212" /><Relationship Type="http://schemas.openxmlformats.org/officeDocument/2006/relationships/slideMaster" Target="/ppt/slideMasters/slideMaster2.xml" Id="R57ea309918294950" /><Relationship Type="http://schemas.openxmlformats.org/officeDocument/2006/relationships/slideMaster" Target="/ppt/slideMasters/slideMaster3.xml" Id="R6a8f55d130034a40" /><Relationship Type="http://schemas.openxmlformats.org/officeDocument/2006/relationships/notesMaster" Target="/ppt/notesMasters/notesMaster1.xml" Id="R6fa57849a2864550" /><Relationship Type="http://schemas.openxmlformats.org/officeDocument/2006/relationships/presProps" Target="/ppt/presProps.xml" Id="Ra98ca53bb3364692" /><Relationship Type="http://schemas.openxmlformats.org/officeDocument/2006/relationships/viewProps" Target="/ppt/viewProps.xml" Id="R4390678e21964278" /><Relationship Type="http://schemas.openxmlformats.org/officeDocument/2006/relationships/tableStyles" Target="/ppt/tableStyles.xml" Id="R1f5a66efe85c4614" /><Relationship Type="http://schemas.openxmlformats.org/officeDocument/2006/relationships/slide" Target="/ppt/slides/slide1.xml" Id="R73cc3bf9b0a945e6" /><Relationship Type="http://schemas.openxmlformats.org/officeDocument/2006/relationships/slide" Target="/ppt/slides/slide2.xml" Id="R0e16fa094341403f" /><Relationship Type="http://schemas.openxmlformats.org/officeDocument/2006/relationships/slide" Target="/ppt/slides/slide3.xml" Id="R02e93727cd134f49" /><Relationship Type="http://schemas.openxmlformats.org/officeDocument/2006/relationships/slide" Target="/ppt/slides/slide4.xml" Id="R6fc453df9b394a96" /><Relationship Type="http://schemas.openxmlformats.org/officeDocument/2006/relationships/slide" Target="/ppt/slides/slide5.xml" Id="Rf2e7ba6c4d2c441b" /><Relationship Type="http://schemas.openxmlformats.org/officeDocument/2006/relationships/slide" Target="/ppt/slides/slide6.xml" Id="Rc9178ce98f154567" /><Relationship Type="http://schemas.openxmlformats.org/officeDocument/2006/relationships/slide" Target="/ppt/slides/slide7.xml" Id="R9c2a727143894f81" /><Relationship Type="http://schemas.openxmlformats.org/officeDocument/2006/relationships/slide" Target="/ppt/slides/slide8.xml" Id="Re9f2f553d8b240bc" /><Relationship Type="http://schemas.openxmlformats.org/officeDocument/2006/relationships/slide" Target="/ppt/slides/slide9.xml" Id="R622600f246a04e20" /><Relationship Type="http://schemas.openxmlformats.org/officeDocument/2006/relationships/slide" Target="/ppt/slides/slide10.xml" Id="R7221afb7923a46e5" /><Relationship Type="http://schemas.openxmlformats.org/officeDocument/2006/relationships/slide" Target="/ppt/slides/slide11.xml" Id="R47e6c7ec56754225" /><Relationship Type="http://schemas.openxmlformats.org/officeDocument/2006/relationships/slide" Target="/ppt/slides/slide12.xml" Id="R9f4580e06fcf4bc7" /><Relationship Type="http://schemas.openxmlformats.org/officeDocument/2006/relationships/slide" Target="/ppt/slides/slide13.xml" Id="R0013c428a57346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e25c499713a48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76063e53c4b0b" /><Relationship Type="http://schemas.openxmlformats.org/officeDocument/2006/relationships/notesMaster" Target="/ppt/notesMasters/notesMaster1.xml" Id="R6766514e5049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3efbade1da4c0d" /><Relationship Type="http://schemas.openxmlformats.org/officeDocument/2006/relationships/notesMaster" Target="/ppt/notesMasters/notesMaster1.xml" Id="R2bb681bfe3744b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ed89b4106f4dd8" /><Relationship Type="http://schemas.openxmlformats.org/officeDocument/2006/relationships/notesMaster" Target="/ppt/notesMasters/notesMaster1.xml" Id="R4ddd175bbe964a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2db325c78b4c55" /><Relationship Type="http://schemas.openxmlformats.org/officeDocument/2006/relationships/notesMaster" Target="/ppt/notesMasters/notesMaster1.xml" Id="Rfc0ebc8d4f1f4a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9c14e562c4f3e" /><Relationship Type="http://schemas.openxmlformats.org/officeDocument/2006/relationships/notesMaster" Target="/ppt/notesMasters/notesMaster1.xml" Id="R1b956751f5544d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b639d829324cdb" /><Relationship Type="http://schemas.openxmlformats.org/officeDocument/2006/relationships/notesMaster" Target="/ppt/notesMasters/notesMaster1.xml" Id="R8d114256828c4a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badbde9b7c461f" /><Relationship Type="http://schemas.openxmlformats.org/officeDocument/2006/relationships/notesMaster" Target="/ppt/notesMasters/notesMaster1.xml" Id="R49b1e610cb0b4e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aa9c6be7724c40" /><Relationship Type="http://schemas.openxmlformats.org/officeDocument/2006/relationships/notesMaster" Target="/ppt/notesMasters/notesMaster1.xml" Id="R1b76dddd0d314c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9c6a832513490d" /><Relationship Type="http://schemas.openxmlformats.org/officeDocument/2006/relationships/notesMaster" Target="/ppt/notesMasters/notesMaster1.xml" Id="R41c0e603c3ce42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f2a80aabf14129" /><Relationship Type="http://schemas.openxmlformats.org/officeDocument/2006/relationships/notesMaster" Target="/ppt/notesMasters/notesMaster1.xml" Id="R8df2a6049ba24d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bb251a1ca74208" /><Relationship Type="http://schemas.openxmlformats.org/officeDocument/2006/relationships/notesMaster" Target="/ppt/notesMasters/notesMaster1.xml" Id="Rfe2bcb2da1524b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524cfc09ac4e6c" /><Relationship Type="http://schemas.openxmlformats.org/officeDocument/2006/relationships/notesMaster" Target="/ppt/notesMasters/notesMaster1.xml" Id="R54f54eed7d1e4b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ff51f5fb7f4922" /><Relationship Type="http://schemas.openxmlformats.org/officeDocument/2006/relationships/notesMaster" Target="/ppt/notesMasters/notesMaster1.xml" Id="R72dc3c1dd3c1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视觉：assets/主题/东北大学-001/runtime-template.pptx</a:t>
            </a:r>
          </a:p>
          <a:p xmlns:a="http://schemas.openxmlformats.org/drawingml/2006/main">
            <a:r>
              <a:t>- 页面编排：cover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页面编排：component-full</a:t>
            </a:r>
            <a:endParaRPr/>
          </a:p>
          <a:p xmlns:a="http://schemas.openxmlformats.org/drawingml/2006/main">
            <a:r>
              <a:t>- 结构资产：hub-directed-outcomes-002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页面编排：component-full</a:t>
            </a:r>
            <a:endParaRPr/>
          </a:p>
          <a:p xmlns:a="http://schemas.openxmlformats.org/drawingml/2006/main">
            <a:r>
              <a:t>- 结构资产：progression-spectrum-focus-001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页面编排：component-full</a:t>
            </a:r>
            <a:endParaRPr/>
          </a:p>
          <a:p xmlns:a="http://schemas.openxmlformats.org/drawingml/2006/main">
            <a:r>
              <a:t>- 结构资产：parallel-equal-cards-001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页面编排：dynamic-structure-aside-right</a:t>
            </a:r>
            <a:endParaRPr/>
          </a:p>
          <a:p xmlns:a="http://schemas.openxmlformats.org/drawingml/2006/main">
            <a:r>
              <a:t>- 结构资产：sequence-flow-001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页面编排：component-full</a:t>
            </a:r>
            <a:endParaRPr/>
          </a:p>
          <a:p xmlns:a="http://schemas.openxmlformats.org/drawingml/2006/main">
            <a:r>
              <a:t>- 结构资产：layered-architecture-001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页面编排：component-lead-top</a:t>
            </a:r>
            <a:endParaRPr/>
          </a:p>
          <a:p xmlns:a="http://schemas.openxmlformats.org/drawingml/2006/main">
            <a:r>
              <a:t>- 结构资产：sequence-flow-001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页面编排：editorial-list</a:t>
            </a:r>
            <a:endParaRPr/>
          </a:p>
          <a:p xmlns:a="http://schemas.openxmlformats.org/drawingml/2006/main">
            <a:r>
              <a:t>- 结构资产：hub-directed-outcomes-002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页面编排：editorial-focus-reverse</a:t>
            </a:r>
            <a:endParaRPr/>
          </a:p>
          <a:p xmlns:a="http://schemas.openxmlformats.org/drawingml/2006/main">
            <a:r>
              <a:t>- 结构资产：sequence-flow-001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页面编排：editorial-single-focus</a:t>
            </a:r>
            <a:endParaRPr/>
          </a:p>
          <a:p xmlns:a="http://schemas.openxmlformats.org/drawingml/2006/main">
            <a:r>
              <a:t>- 结构资产：parallel-equal-cards-001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视觉：assets/主题/东北大学-001/runtime-template.pptx</a:t>
            </a:r>
          </a:p>
          <a:p xmlns:a="http://schemas.openxmlformats.org/drawingml/2006/main">
            <a:r>
              <a:t>- 页面编排：closing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71995f62549f9" /><Relationship Type="http://schemas.openxmlformats.org/officeDocument/2006/relationships/image" Target="/ppt/media/image.jpeg" Id="Re8b2f9d1da524b97" /><Relationship Type="http://schemas.openxmlformats.org/officeDocument/2006/relationships/image" Target="/ppt/media/image.png" Id="R66ad8af661a7434b" /><Relationship Type="http://schemas.openxmlformats.org/officeDocument/2006/relationships/image" Target="/ppt/media/image2.png" Id="R919b8d4c013c4c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2b562675c47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558c5e45144ba" /><Relationship Type="http://schemas.openxmlformats.org/officeDocument/2006/relationships/image" Target="/ppt/media/image3.png" Id="Raefb7e5cf5e543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d21e8758f4bf3" /><Relationship Type="http://schemas.openxmlformats.org/officeDocument/2006/relationships/image" Target="/ppt/media/image4.png" Id="R36bbd59e50ec4b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9554127994b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a9def17bc43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db8d5e344437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f03ff731046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a16e74dd64a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076272ac14a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b7fba3116403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9e3b05362745ba" /><Relationship Type="http://schemas.openxmlformats.org/officeDocument/2006/relationships/image" Target="/ppt/media/image5.png" Id="R01a24b5010c2437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e69a982b47464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5a117c7a8d4496a" /><Relationship Type="http://schemas.openxmlformats.org/officeDocument/2006/relationships/image" Target="/ppt/media/image5.png" Id="R2e2a8be5a20a43e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d41cc728c58456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2f9d1da524b9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d8af661a7434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b8d4c013c4c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b7e5cf5e5436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bd59e50ec4ba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24b5010c2437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a8be5a20a43e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6ef67d02fc43f5" /><Relationship Type="http://schemas.openxmlformats.org/officeDocument/2006/relationships/slideLayout" Target="/ppt/slideLayouts/slideLayout1.xml" Id="Rdde9b0b4810e4ce6" /><Relationship Type="http://schemas.openxmlformats.org/officeDocument/2006/relationships/slideLayout" Target="/ppt/slideLayouts/slideLayout2.xml" Id="R22ef1f89e8e04d7f" /><Relationship Type="http://schemas.openxmlformats.org/officeDocument/2006/relationships/slideLayout" Target="/ppt/slideLayouts/slideLayout3.xml" Id="R5179edf011e94a06" /><Relationship Type="http://schemas.openxmlformats.org/officeDocument/2006/relationships/slideLayout" Target="/ppt/slideLayouts/slideLayout4.xml" Id="R26d2a2047e904184" /><Relationship Type="http://schemas.openxmlformats.org/officeDocument/2006/relationships/slideLayout" Target="/ppt/slideLayouts/slideLayout5.xml" Id="R2184f676efd548d5" /><Relationship Type="http://schemas.openxmlformats.org/officeDocument/2006/relationships/slideLayout" Target="/ppt/slideLayouts/slideLayout6.xml" Id="R385eab596f564088" /><Relationship Type="http://schemas.openxmlformats.org/officeDocument/2006/relationships/slideLayout" Target="/ppt/slideLayouts/slideLayout7.xml" Id="Ra2cd81924cd84771" /><Relationship Type="http://schemas.openxmlformats.org/officeDocument/2006/relationships/slideLayout" Target="/ppt/slideLayouts/slideLayout8.xml" Id="Re894513c72474630" /><Relationship Type="http://schemas.openxmlformats.org/officeDocument/2006/relationships/slideLayout" Target="/ppt/slideLayouts/slideLayout9.xml" Id="R4be86dadc4fb41b4" /><Relationship Type="http://schemas.openxmlformats.org/officeDocument/2006/relationships/slideLayout" Target="/ppt/slideLayouts/slideLayout10.xml" Id="R9e6308af470f48aa" /><Relationship Type="http://schemas.openxmlformats.org/officeDocument/2006/relationships/slideLayout" Target="/ppt/slideLayouts/slideLayout11.xml" Id="Rd13f43f3f8d5464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33b6f404e194815" /><Relationship Type="http://schemas.openxmlformats.org/officeDocument/2006/relationships/slideLayout" Target="/ppt/slideLayouts/slideLayout12.xml" Id="R5753d8f5d8604a41" /><Relationship Type="http://schemas.openxmlformats.org/officeDocument/2006/relationships/slideLayout" Target="/ppt/slideLayouts/slideLayout13.xml" Id="R3f061dad1ff4480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9b0c5baaa774eb1" /><Relationship Type="http://schemas.openxmlformats.org/officeDocument/2006/relationships/slideLayout" Target="/ppt/slideLayouts/slideLayout14.xml" Id="Rf29bdf90d9bc4ce1" /><Relationship Type="http://schemas.openxmlformats.org/officeDocument/2006/relationships/slideLayout" Target="/ppt/slideLayouts/slideLayout15.xml" Id="R85c5e0564aec4b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e9b0b4810e4ce6"/>
    <p:sldLayoutId xmlns:r="http://schemas.openxmlformats.org/officeDocument/2006/relationships" id="2147483650" r:id="R22ef1f89e8e04d7f"/>
    <p:sldLayoutId xmlns:r="http://schemas.openxmlformats.org/officeDocument/2006/relationships" id="2147483651" r:id="R5179edf011e94a06"/>
    <p:sldLayoutId xmlns:r="http://schemas.openxmlformats.org/officeDocument/2006/relationships" id="2147483652" r:id="R26d2a2047e904184"/>
    <p:sldLayoutId xmlns:r="http://schemas.openxmlformats.org/officeDocument/2006/relationships" id="2147483653" r:id="R2184f676efd548d5"/>
    <p:sldLayoutId xmlns:r="http://schemas.openxmlformats.org/officeDocument/2006/relationships" id="2147483654" r:id="R385eab596f564088"/>
    <p:sldLayoutId xmlns:r="http://schemas.openxmlformats.org/officeDocument/2006/relationships" id="2147483655" r:id="Ra2cd81924cd84771"/>
    <p:sldLayoutId xmlns:r="http://schemas.openxmlformats.org/officeDocument/2006/relationships" id="2147483656" r:id="Re894513c72474630"/>
    <p:sldLayoutId xmlns:r="http://schemas.openxmlformats.org/officeDocument/2006/relationships" id="2147483657" r:id="R4be86dadc4fb41b4"/>
    <p:sldLayoutId xmlns:r="http://schemas.openxmlformats.org/officeDocument/2006/relationships" id="2147483658" r:id="R9e6308af470f48aa"/>
    <p:sldLayoutId xmlns:r="http://schemas.openxmlformats.org/officeDocument/2006/relationships" id="2147483659" r:id="Rd13f43f3f8d5464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753d8f5d8604a41"/>
    <p:sldLayoutId xmlns:r="http://schemas.openxmlformats.org/officeDocument/2006/relationships" id="2147483662" r:id="R3f061dad1ff4480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f29bdf90d9bc4ce1"/>
    <p:sldLayoutId xmlns:r="http://schemas.openxmlformats.org/officeDocument/2006/relationships" id="2147483665" r:id="R85c5e0564aec4bb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23b30a37d44dd" /><Relationship Type="http://schemas.openxmlformats.org/officeDocument/2006/relationships/notesSlide" Target="/ppt/notesSlides/notesSlide1.xml" Id="R0eee79dbdbcc4f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f61db0cc5b4a5d" /><Relationship Type="http://schemas.openxmlformats.org/officeDocument/2006/relationships/notesSlide" Target="/ppt/notesSlides/notesSlide2.xml" Id="R0860aeff65264f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e98fde6ab74eee" /><Relationship Type="http://schemas.openxmlformats.org/officeDocument/2006/relationships/notesSlide" Target="/ppt/notesSlides/notesSlide3.xml" Id="R1da8b7b23913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7716e092524c72" /><Relationship Type="http://schemas.openxmlformats.org/officeDocument/2006/relationships/notesSlide" Target="/ppt/notesSlides/notesSlide4.xml" Id="Ra612cab2fca7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244c172c30490f" /><Relationship Type="http://schemas.openxmlformats.org/officeDocument/2006/relationships/notesSlide" Target="/ppt/notesSlides/notesSlide5.xml" Id="R91a5525e0a4e4f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2b406f0ea949cf" /><Relationship Type="http://schemas.openxmlformats.org/officeDocument/2006/relationships/image" Target="/ppt/media/image6.png" Id="Rf2cf0d66fd7d4090" /><Relationship Type="http://schemas.openxmlformats.org/officeDocument/2006/relationships/image" Target="/ppt/media/image.svg" Id="R1197ad8d31f6470e" /><Relationship Type="http://schemas.openxmlformats.org/officeDocument/2006/relationships/image" Target="/ppt/media/image7.png" Id="Ree8c2ca871374af3" /><Relationship Type="http://schemas.openxmlformats.org/officeDocument/2006/relationships/image" Target="/ppt/media/image2.svg" Id="Rcb186cc572054ed4" /><Relationship Type="http://schemas.openxmlformats.org/officeDocument/2006/relationships/image" Target="/ppt/media/image8.png" Id="Rf423584d0d8a438f" /><Relationship Type="http://schemas.openxmlformats.org/officeDocument/2006/relationships/image" Target="/ppt/media/image3.svg" Id="Rea02cac3f542414d" /><Relationship Type="http://schemas.openxmlformats.org/officeDocument/2006/relationships/image" Target="/ppt/media/image9.png" Id="R41869e03d7e941da" /><Relationship Type="http://schemas.openxmlformats.org/officeDocument/2006/relationships/image" Target="/ppt/media/image4.svg" Id="R7aa60b17bbf2460d" /><Relationship Type="http://schemas.openxmlformats.org/officeDocument/2006/relationships/notesSlide" Target="/ppt/notesSlides/notesSlide6.xml" Id="R44a59807e01b42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0a96f0d6af4f70" /><Relationship Type="http://schemas.openxmlformats.org/officeDocument/2006/relationships/notesSlide" Target="/ppt/notesSlides/notesSlide7.xml" Id="R2108b04c2bda4c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66e10bcfe142d7" /><Relationship Type="http://schemas.openxmlformats.org/officeDocument/2006/relationships/notesSlide" Target="/ppt/notesSlides/notesSlide8.xml" Id="Rdce00b20227546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de58b1c9ac4c07" /><Relationship Type="http://schemas.openxmlformats.org/officeDocument/2006/relationships/notesSlide" Target="/ppt/notesSlides/notesSlide9.xml" Id="Rfa10a21cc21b45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65641d54bc4ad2" /><Relationship Type="http://schemas.openxmlformats.org/officeDocument/2006/relationships/notesSlide" Target="/ppt/notesSlides/notesSlide10.xml" Id="R0a9685e3738941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b9eb6bb9c8478c" /><Relationship Type="http://schemas.openxmlformats.org/officeDocument/2006/relationships/notesSlide" Target="/ppt/notesSlides/notesSlide11.xml" Id="Rbfe5c669487c42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74ea976cab4d1c" /><Relationship Type="http://schemas.openxmlformats.org/officeDocument/2006/relationships/notesSlide" Target="/ppt/notesSlides/notesSlide12.xml" Id="R0bb87fc50a3f43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b9d363a1146cc" /><Relationship Type="http://schemas.openxmlformats.org/officeDocument/2006/relationships/notesSlide" Target="/ppt/notesSlides/notesSlide13.xml" Id="R6314a0ad8d8445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1500">
                <a:latin typeface="HYWenRunSongYun U"/>
                <a:ea typeface="HYWenRunSongYun U"/>
                <a:cs typeface="HYWenRunSongYun U"/>
              </a:defRPr>
            </a:pPr>
            <a:r>
              <a:rPr sz="150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产品架构试跑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050">
                <a:latin typeface="Microsoft YaHei"/>
                <a:ea typeface="Microsoft YaHei"/>
                <a:cs typeface="Microsoft YaHei"/>
              </a:defRPr>
            </a:pPr>
            <a:r>
              <a:rPr sz="105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PageComposition · 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问题与判断成本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需求选择与可靠性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产品架构与能力积累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扩展与最终目标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真正贵的是判断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判断成本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79238CF-E90A-4CF0-A4A9-07483DBC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0B54FDAD-DC25-4E4D-AB34-5907EF5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8EF"/>
            </a:solidFill>
            <a:prstDash val="dash"/>
          </a:ln>
        </p:spPr>
      </p:sp>
      <p:sp>
        <p:nvSpPr>
          <p:cNvPr id="17" name="radial-spoke-1">
            <a:extLst xmlns:a="http://schemas.openxmlformats.org/drawingml/2006/main">
              <a:ext uri="{FF2B5EF4-FFF2-40B4-BE49-F238E27FC236}">
                <a16:creationId xmlns:a16="http://schemas.microsoft.com/office/drawing/2014/main" id="{4861C2D8-8D87-431A-87AF-2A9EECC6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628900"/>
            <a:ext cx="19050" cy="495300"/>
          </a:xfrm>
          <a:custGeom xmlns:a="http://schemas.openxmlformats.org/drawingml/2006/main">
            <a:pathLst>
              <a:path w="19050" h="495300">
                <a:moveTo>
                  <a:pt x="0" y="495300"/>
                </a:moveTo>
                <a:lnTo>
                  <a:pt x="2296" y="479927"/>
                </a:lnTo>
                <a:lnTo>
                  <a:pt x="4439" y="464544"/>
                </a:lnTo>
                <a:lnTo>
                  <a:pt x="6439" y="449132"/>
                </a:lnTo>
                <a:lnTo>
                  <a:pt x="8296" y="433702"/>
                </a:lnTo>
                <a:lnTo>
                  <a:pt x="10011" y="418262"/>
                </a:lnTo>
                <a:lnTo>
                  <a:pt x="11573" y="402803"/>
                </a:lnTo>
                <a:lnTo>
                  <a:pt x="12992" y="387325"/>
                </a:lnTo>
                <a:lnTo>
                  <a:pt x="14259" y="371837"/>
                </a:lnTo>
                <a:lnTo>
                  <a:pt x="15383" y="356340"/>
                </a:lnTo>
                <a:lnTo>
                  <a:pt x="16354" y="340833"/>
                </a:lnTo>
                <a:lnTo>
                  <a:pt x="17174" y="325317"/>
                </a:lnTo>
                <a:lnTo>
                  <a:pt x="17850" y="309791"/>
                </a:lnTo>
                <a:lnTo>
                  <a:pt x="18374" y="294256"/>
                </a:lnTo>
                <a:lnTo>
                  <a:pt x="18755" y="278730"/>
                </a:lnTo>
                <a:lnTo>
                  <a:pt x="18974" y="263185"/>
                </a:lnTo>
                <a:lnTo>
                  <a:pt x="19050" y="247650"/>
                </a:lnTo>
                <a:lnTo>
                  <a:pt x="18974" y="232115"/>
                </a:lnTo>
                <a:lnTo>
                  <a:pt x="18755" y="216570"/>
                </a:lnTo>
                <a:lnTo>
                  <a:pt x="18374" y="201044"/>
                </a:lnTo>
                <a:lnTo>
                  <a:pt x="17850" y="185509"/>
                </a:lnTo>
                <a:lnTo>
                  <a:pt x="17174" y="169983"/>
                </a:lnTo>
                <a:lnTo>
                  <a:pt x="16354" y="154467"/>
                </a:lnTo>
                <a:lnTo>
                  <a:pt x="15383" y="138960"/>
                </a:lnTo>
                <a:lnTo>
                  <a:pt x="14259" y="123463"/>
                </a:lnTo>
                <a:lnTo>
                  <a:pt x="12992" y="107975"/>
                </a:lnTo>
                <a:lnTo>
                  <a:pt x="11573" y="92497"/>
                </a:lnTo>
                <a:lnTo>
                  <a:pt x="10011" y="77038"/>
                </a:lnTo>
                <a:lnTo>
                  <a:pt x="8296" y="61598"/>
                </a:lnTo>
                <a:lnTo>
                  <a:pt x="6439" y="46168"/>
                </a:lnTo>
                <a:lnTo>
                  <a:pt x="4439" y="30756"/>
                </a:lnTo>
                <a:lnTo>
                  <a:pt x="2296" y="153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28577D">
                <a:alpha val="96000"/>
              </a:srgbClr>
            </a:solidFill>
            <a:prstDash val="solid"/>
          </a:ln>
        </p:spPr>
      </p:sp>
      <p:sp>
        <p:nvSpPr>
          <p:cNvPr id="18" name="radial-joint-halo-1">
            <a:extLst xmlns:a="http://schemas.openxmlformats.org/drawingml/2006/main">
              <a:ext uri="{FF2B5EF4-FFF2-40B4-BE49-F238E27FC236}">
                <a16:creationId xmlns:a16="http://schemas.microsoft.com/office/drawing/2014/main" id="{F207B73A-854F-401D-8148-4364C7CE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2447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radial-joint-1">
            <a:extLst xmlns:a="http://schemas.openxmlformats.org/drawingml/2006/main">
              <a:ext uri="{FF2B5EF4-FFF2-40B4-BE49-F238E27FC236}">
                <a16:creationId xmlns:a16="http://schemas.microsoft.com/office/drawing/2014/main" id="{C7503C0A-5695-4246-A688-922B3D4C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2505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0" name="radial-spoke-2">
            <a:extLst xmlns:a="http://schemas.openxmlformats.org/drawingml/2006/main">
              <a:ext uri="{FF2B5EF4-FFF2-40B4-BE49-F238E27FC236}">
                <a16:creationId xmlns:a16="http://schemas.microsoft.com/office/drawing/2014/main" id="{9A8BD103-98A8-46EC-8C1D-2A4EE0BD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153" y="2677478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0" y="762000"/>
                </a:moveTo>
                <a:lnTo>
                  <a:pt x="17745" y="755485"/>
                </a:lnTo>
                <a:lnTo>
                  <a:pt x="35471" y="748903"/>
                </a:lnTo>
                <a:lnTo>
                  <a:pt x="53169" y="742245"/>
                </a:lnTo>
                <a:lnTo>
                  <a:pt x="70828" y="735511"/>
                </a:lnTo>
                <a:lnTo>
                  <a:pt x="88468" y="728710"/>
                </a:lnTo>
                <a:lnTo>
                  <a:pt x="106080" y="721824"/>
                </a:lnTo>
                <a:lnTo>
                  <a:pt x="123654" y="714880"/>
                </a:lnTo>
                <a:lnTo>
                  <a:pt x="141208" y="707841"/>
                </a:lnTo>
                <a:lnTo>
                  <a:pt x="158725" y="700745"/>
                </a:lnTo>
                <a:lnTo>
                  <a:pt x="176213" y="693563"/>
                </a:lnTo>
                <a:lnTo>
                  <a:pt x="193672" y="686314"/>
                </a:lnTo>
                <a:lnTo>
                  <a:pt x="211103" y="678980"/>
                </a:lnTo>
                <a:lnTo>
                  <a:pt x="228495" y="671579"/>
                </a:lnTo>
                <a:lnTo>
                  <a:pt x="245859" y="664112"/>
                </a:lnTo>
                <a:lnTo>
                  <a:pt x="263195" y="656558"/>
                </a:lnTo>
                <a:lnTo>
                  <a:pt x="280492" y="648929"/>
                </a:lnTo>
                <a:lnTo>
                  <a:pt x="297761" y="641233"/>
                </a:lnTo>
                <a:lnTo>
                  <a:pt x="314992" y="633460"/>
                </a:lnTo>
                <a:lnTo>
                  <a:pt x="332194" y="625612"/>
                </a:lnTo>
                <a:lnTo>
                  <a:pt x="349358" y="617687"/>
                </a:lnTo>
                <a:lnTo>
                  <a:pt x="366493" y="609695"/>
                </a:lnTo>
                <a:lnTo>
                  <a:pt x="383581" y="601628"/>
                </a:lnTo>
                <a:lnTo>
                  <a:pt x="400650" y="593484"/>
                </a:lnTo>
                <a:lnTo>
                  <a:pt x="417671" y="585264"/>
                </a:lnTo>
                <a:lnTo>
                  <a:pt x="434664" y="576977"/>
                </a:lnTo>
                <a:lnTo>
                  <a:pt x="451618" y="568614"/>
                </a:lnTo>
                <a:lnTo>
                  <a:pt x="468535" y="560165"/>
                </a:lnTo>
                <a:lnTo>
                  <a:pt x="485413" y="551659"/>
                </a:lnTo>
                <a:lnTo>
                  <a:pt x="502253" y="543077"/>
                </a:lnTo>
                <a:lnTo>
                  <a:pt x="519065" y="534410"/>
                </a:lnTo>
                <a:lnTo>
                  <a:pt x="535829" y="525685"/>
                </a:lnTo>
                <a:lnTo>
                  <a:pt x="552555" y="516874"/>
                </a:lnTo>
                <a:lnTo>
                  <a:pt x="569252" y="507997"/>
                </a:lnTo>
                <a:lnTo>
                  <a:pt x="585902" y="499053"/>
                </a:lnTo>
                <a:lnTo>
                  <a:pt x="602513" y="490023"/>
                </a:lnTo>
                <a:lnTo>
                  <a:pt x="619087" y="480927"/>
                </a:lnTo>
                <a:lnTo>
                  <a:pt x="635622" y="471764"/>
                </a:lnTo>
                <a:lnTo>
                  <a:pt x="652120" y="462524"/>
                </a:lnTo>
                <a:lnTo>
                  <a:pt x="668569" y="453209"/>
                </a:lnTo>
                <a:lnTo>
                  <a:pt x="684981" y="443827"/>
                </a:lnTo>
                <a:lnTo>
                  <a:pt x="701354" y="434369"/>
                </a:lnTo>
                <a:lnTo>
                  <a:pt x="717680" y="424844"/>
                </a:lnTo>
                <a:lnTo>
                  <a:pt x="733968" y="415242"/>
                </a:lnTo>
                <a:lnTo>
                  <a:pt x="750208" y="405575"/>
                </a:lnTo>
                <a:lnTo>
                  <a:pt x="766410" y="395830"/>
                </a:lnTo>
                <a:lnTo>
                  <a:pt x="782574" y="386020"/>
                </a:lnTo>
                <a:lnTo>
                  <a:pt x="798690" y="376142"/>
                </a:lnTo>
                <a:lnTo>
                  <a:pt x="814769" y="366189"/>
                </a:lnTo>
                <a:lnTo>
                  <a:pt x="830790" y="356168"/>
                </a:lnTo>
                <a:lnTo>
                  <a:pt x="846782" y="346072"/>
                </a:lnTo>
                <a:lnTo>
                  <a:pt x="862717" y="335909"/>
                </a:lnTo>
                <a:lnTo>
                  <a:pt x="878615" y="325679"/>
                </a:lnTo>
                <a:lnTo>
                  <a:pt x="894474" y="315382"/>
                </a:lnTo>
                <a:lnTo>
                  <a:pt x="910276" y="305010"/>
                </a:lnTo>
                <a:lnTo>
                  <a:pt x="926040" y="294580"/>
                </a:lnTo>
                <a:lnTo>
                  <a:pt x="941756" y="284064"/>
                </a:lnTo>
                <a:lnTo>
                  <a:pt x="957434" y="273491"/>
                </a:lnTo>
                <a:lnTo>
                  <a:pt x="973055" y="262852"/>
                </a:lnTo>
                <a:lnTo>
                  <a:pt x="988628" y="252136"/>
                </a:lnTo>
                <a:lnTo>
                  <a:pt x="1004164" y="241364"/>
                </a:lnTo>
                <a:lnTo>
                  <a:pt x="1019651" y="230515"/>
                </a:lnTo>
                <a:lnTo>
                  <a:pt x="1035091" y="219608"/>
                </a:lnTo>
                <a:lnTo>
                  <a:pt x="1050484" y="208626"/>
                </a:lnTo>
                <a:lnTo>
                  <a:pt x="1065828" y="197587"/>
                </a:lnTo>
                <a:lnTo>
                  <a:pt x="1081126" y="186480"/>
                </a:lnTo>
                <a:lnTo>
                  <a:pt x="1096366" y="175298"/>
                </a:lnTo>
                <a:lnTo>
                  <a:pt x="1111568" y="164059"/>
                </a:lnTo>
                <a:lnTo>
                  <a:pt x="1126722" y="152752"/>
                </a:lnTo>
                <a:lnTo>
                  <a:pt x="1141828" y="141380"/>
                </a:lnTo>
                <a:lnTo>
                  <a:pt x="1156878" y="129950"/>
                </a:lnTo>
                <a:lnTo>
                  <a:pt x="1171889" y="118443"/>
                </a:lnTo>
                <a:lnTo>
                  <a:pt x="1186844" y="106890"/>
                </a:lnTo>
                <a:lnTo>
                  <a:pt x="1201750" y="95260"/>
                </a:lnTo>
                <a:lnTo>
                  <a:pt x="1216609" y="83572"/>
                </a:lnTo>
                <a:lnTo>
                  <a:pt x="1231411" y="71819"/>
                </a:lnTo>
                <a:lnTo>
                  <a:pt x="1246175" y="59998"/>
                </a:lnTo>
                <a:lnTo>
                  <a:pt x="1260881" y="48120"/>
                </a:lnTo>
                <a:lnTo>
                  <a:pt x="1275540" y="36185"/>
                </a:lnTo>
                <a:lnTo>
                  <a:pt x="1290152" y="24184"/>
                </a:lnTo>
                <a:lnTo>
                  <a:pt x="1304706" y="12116"/>
                </a:lnTo>
                <a:lnTo>
                  <a:pt x="13192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35688F">
                <a:alpha val="96000"/>
              </a:srgbClr>
            </a:solidFill>
            <a:prstDash val="solid"/>
          </a:ln>
        </p:spPr>
      </p:sp>
      <p:sp>
        <p:nvSpPr>
          <p:cNvPr id="21" name="radial-joint-halo-2">
            <a:extLst xmlns:a="http://schemas.openxmlformats.org/drawingml/2006/main">
              <a:ext uri="{FF2B5EF4-FFF2-40B4-BE49-F238E27FC236}">
                <a16:creationId xmlns:a16="http://schemas.microsoft.com/office/drawing/2014/main" id="{982CF183-C345-4C64-9706-F49A314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390" y="249650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radial-joint-2">
            <a:extLst xmlns:a="http://schemas.openxmlformats.org/drawingml/2006/main">
              <a:ext uri="{FF2B5EF4-FFF2-40B4-BE49-F238E27FC236}">
                <a16:creationId xmlns:a16="http://schemas.microsoft.com/office/drawing/2014/main" id="{5FA44D68-33C6-4648-ADA5-7E515726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540" y="255365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3" name="radial-spoke-3">
            <a:extLst xmlns:a="http://schemas.openxmlformats.org/drawingml/2006/main">
              <a:ext uri="{FF2B5EF4-FFF2-40B4-BE49-F238E27FC236}">
                <a16:creationId xmlns:a16="http://schemas.microsoft.com/office/drawing/2014/main" id="{1265D1B8-6129-480B-8A9D-2F41DF0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153" y="4409123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0" y="0"/>
                </a:moveTo>
                <a:lnTo>
                  <a:pt x="14526" y="12097"/>
                </a:lnTo>
                <a:lnTo>
                  <a:pt x="29099" y="24136"/>
                </a:lnTo>
                <a:lnTo>
                  <a:pt x="43729" y="36109"/>
                </a:lnTo>
                <a:lnTo>
                  <a:pt x="58407" y="48025"/>
                </a:lnTo>
                <a:lnTo>
                  <a:pt x="73133" y="59874"/>
                </a:lnTo>
                <a:lnTo>
                  <a:pt x="87906" y="71666"/>
                </a:lnTo>
                <a:lnTo>
                  <a:pt x="102727" y="83401"/>
                </a:lnTo>
                <a:lnTo>
                  <a:pt x="117605" y="95069"/>
                </a:lnTo>
                <a:lnTo>
                  <a:pt x="132521" y="106670"/>
                </a:lnTo>
                <a:lnTo>
                  <a:pt x="147495" y="118215"/>
                </a:lnTo>
                <a:lnTo>
                  <a:pt x="162516" y="129692"/>
                </a:lnTo>
                <a:lnTo>
                  <a:pt x="177575" y="141113"/>
                </a:lnTo>
                <a:lnTo>
                  <a:pt x="192691" y="152457"/>
                </a:lnTo>
                <a:lnTo>
                  <a:pt x="207855" y="163744"/>
                </a:lnTo>
                <a:lnTo>
                  <a:pt x="223066" y="174965"/>
                </a:lnTo>
                <a:lnTo>
                  <a:pt x="238325" y="186128"/>
                </a:lnTo>
                <a:lnTo>
                  <a:pt x="253632" y="197225"/>
                </a:lnTo>
                <a:lnTo>
                  <a:pt x="268986" y="208245"/>
                </a:lnTo>
                <a:lnTo>
                  <a:pt x="284388" y="219208"/>
                </a:lnTo>
                <a:lnTo>
                  <a:pt x="299837" y="230105"/>
                </a:lnTo>
                <a:lnTo>
                  <a:pt x="315325" y="240944"/>
                </a:lnTo>
                <a:lnTo>
                  <a:pt x="330870" y="251698"/>
                </a:lnTo>
                <a:lnTo>
                  <a:pt x="346453" y="262404"/>
                </a:lnTo>
                <a:lnTo>
                  <a:pt x="362083" y="273034"/>
                </a:lnTo>
                <a:lnTo>
                  <a:pt x="377761" y="283597"/>
                </a:lnTo>
                <a:lnTo>
                  <a:pt x="393478" y="294094"/>
                </a:lnTo>
                <a:lnTo>
                  <a:pt x="409251" y="304514"/>
                </a:lnTo>
                <a:lnTo>
                  <a:pt x="425053" y="314877"/>
                </a:lnTo>
                <a:lnTo>
                  <a:pt x="440912" y="325164"/>
                </a:lnTo>
                <a:lnTo>
                  <a:pt x="456819" y="335394"/>
                </a:lnTo>
                <a:lnTo>
                  <a:pt x="472754" y="345548"/>
                </a:lnTo>
                <a:lnTo>
                  <a:pt x="488747" y="355625"/>
                </a:lnTo>
                <a:lnTo>
                  <a:pt x="504777" y="365646"/>
                </a:lnTo>
                <a:lnTo>
                  <a:pt x="520856" y="375590"/>
                </a:lnTo>
                <a:lnTo>
                  <a:pt x="536972" y="385467"/>
                </a:lnTo>
                <a:lnTo>
                  <a:pt x="553126" y="395278"/>
                </a:lnTo>
                <a:lnTo>
                  <a:pt x="569328" y="405013"/>
                </a:lnTo>
                <a:lnTo>
                  <a:pt x="585578" y="414690"/>
                </a:lnTo>
                <a:lnTo>
                  <a:pt x="601866" y="424282"/>
                </a:lnTo>
                <a:lnTo>
                  <a:pt x="618192" y="433807"/>
                </a:lnTo>
                <a:lnTo>
                  <a:pt x="634556" y="443265"/>
                </a:lnTo>
                <a:lnTo>
                  <a:pt x="650967" y="452647"/>
                </a:lnTo>
                <a:lnTo>
                  <a:pt x="667417" y="461963"/>
                </a:lnTo>
                <a:lnTo>
                  <a:pt x="683905" y="471202"/>
                </a:lnTo>
                <a:lnTo>
                  <a:pt x="700440" y="480374"/>
                </a:lnTo>
                <a:lnTo>
                  <a:pt x="717004" y="489471"/>
                </a:lnTo>
                <a:lnTo>
                  <a:pt x="733616" y="498500"/>
                </a:lnTo>
                <a:lnTo>
                  <a:pt x="750265" y="507454"/>
                </a:lnTo>
                <a:lnTo>
                  <a:pt x="766953" y="516341"/>
                </a:lnTo>
                <a:lnTo>
                  <a:pt x="783669" y="525151"/>
                </a:lnTo>
                <a:lnTo>
                  <a:pt x="800433" y="533886"/>
                </a:lnTo>
                <a:lnTo>
                  <a:pt x="817235" y="542554"/>
                </a:lnTo>
                <a:lnTo>
                  <a:pt x="834076" y="551145"/>
                </a:lnTo>
                <a:lnTo>
                  <a:pt x="850944" y="559670"/>
                </a:lnTo>
                <a:lnTo>
                  <a:pt x="867851" y="568119"/>
                </a:lnTo>
                <a:lnTo>
                  <a:pt x="884806" y="576491"/>
                </a:lnTo>
                <a:lnTo>
                  <a:pt x="901789" y="584797"/>
                </a:lnTo>
                <a:lnTo>
                  <a:pt x="918801" y="593027"/>
                </a:lnTo>
                <a:lnTo>
                  <a:pt x="935860" y="601180"/>
                </a:lnTo>
                <a:lnTo>
                  <a:pt x="952948" y="609267"/>
                </a:lnTo>
                <a:lnTo>
                  <a:pt x="970064" y="617268"/>
                </a:lnTo>
                <a:lnTo>
                  <a:pt x="987219" y="625211"/>
                </a:lnTo>
                <a:lnTo>
                  <a:pt x="1004411" y="633070"/>
                </a:lnTo>
                <a:lnTo>
                  <a:pt x="1021642" y="640861"/>
                </a:lnTo>
                <a:lnTo>
                  <a:pt x="1038892" y="648576"/>
                </a:lnTo>
                <a:lnTo>
                  <a:pt x="1056189" y="656215"/>
                </a:lnTo>
                <a:lnTo>
                  <a:pt x="1073506" y="663788"/>
                </a:lnTo>
                <a:lnTo>
                  <a:pt x="1090860" y="671274"/>
                </a:lnTo>
                <a:lnTo>
                  <a:pt x="1108243" y="678704"/>
                </a:lnTo>
                <a:lnTo>
                  <a:pt x="1125665" y="686048"/>
                </a:lnTo>
                <a:lnTo>
                  <a:pt x="1143114" y="693315"/>
                </a:lnTo>
                <a:lnTo>
                  <a:pt x="1160593" y="700526"/>
                </a:lnTo>
                <a:lnTo>
                  <a:pt x="1178100" y="707641"/>
                </a:lnTo>
                <a:lnTo>
                  <a:pt x="1195635" y="714699"/>
                </a:lnTo>
                <a:lnTo>
                  <a:pt x="1213209" y="721671"/>
                </a:lnTo>
                <a:lnTo>
                  <a:pt x="1230801" y="728577"/>
                </a:lnTo>
                <a:lnTo>
                  <a:pt x="1248432" y="735406"/>
                </a:lnTo>
                <a:lnTo>
                  <a:pt x="1266082" y="742169"/>
                </a:lnTo>
                <a:lnTo>
                  <a:pt x="1283770" y="748856"/>
                </a:lnTo>
                <a:lnTo>
                  <a:pt x="1301477" y="755456"/>
                </a:lnTo>
                <a:lnTo>
                  <a:pt x="1319213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477B9F">
                <a:alpha val="96000"/>
              </a:srgbClr>
            </a:solidFill>
            <a:prstDash val="solid"/>
          </a:ln>
        </p:spPr>
      </p:sp>
      <p:sp>
        <p:nvSpPr>
          <p:cNvPr id="24" name="radial-joint-halo-3">
            <a:extLst xmlns:a="http://schemas.openxmlformats.org/drawingml/2006/main">
              <a:ext uri="{FF2B5EF4-FFF2-40B4-BE49-F238E27FC236}">
                <a16:creationId xmlns:a16="http://schemas.microsoft.com/office/drawing/2014/main" id="{EC1DD227-3165-4F96-9D06-FDEED0ED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390" y="499014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radial-joint-3">
            <a:extLst xmlns:a="http://schemas.openxmlformats.org/drawingml/2006/main">
              <a:ext uri="{FF2B5EF4-FFF2-40B4-BE49-F238E27FC236}">
                <a16:creationId xmlns:a16="http://schemas.microsoft.com/office/drawing/2014/main" id="{F9EDA66B-99B4-472E-AB4E-E569899D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0540" y="504729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6" name="radial-spoke-4">
            <a:extLst xmlns:a="http://schemas.openxmlformats.org/drawingml/2006/main">
              <a:ext uri="{FF2B5EF4-FFF2-40B4-BE49-F238E27FC236}">
                <a16:creationId xmlns:a16="http://schemas.microsoft.com/office/drawing/2014/main" id="{AA49E12C-4C3F-42A1-9CBC-A345F869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4724400"/>
            <a:ext cx="19050" cy="495300"/>
          </a:xfrm>
          <a:custGeom xmlns:a="http://schemas.openxmlformats.org/drawingml/2006/main">
            <a:pathLst>
              <a:path w="19050" h="495300">
                <a:moveTo>
                  <a:pt x="19050" y="0"/>
                </a:moveTo>
                <a:lnTo>
                  <a:pt x="16754" y="15373"/>
                </a:lnTo>
                <a:lnTo>
                  <a:pt x="14611" y="30756"/>
                </a:lnTo>
                <a:lnTo>
                  <a:pt x="12611" y="46168"/>
                </a:lnTo>
                <a:lnTo>
                  <a:pt x="10754" y="61598"/>
                </a:lnTo>
                <a:lnTo>
                  <a:pt x="9039" y="77038"/>
                </a:lnTo>
                <a:lnTo>
                  <a:pt x="7477" y="92497"/>
                </a:lnTo>
                <a:lnTo>
                  <a:pt x="6058" y="107975"/>
                </a:lnTo>
                <a:lnTo>
                  <a:pt x="4791" y="123463"/>
                </a:lnTo>
                <a:lnTo>
                  <a:pt x="3667" y="138960"/>
                </a:lnTo>
                <a:lnTo>
                  <a:pt x="2696" y="154467"/>
                </a:lnTo>
                <a:lnTo>
                  <a:pt x="1876" y="169983"/>
                </a:lnTo>
                <a:lnTo>
                  <a:pt x="1200" y="185509"/>
                </a:lnTo>
                <a:lnTo>
                  <a:pt x="676" y="201044"/>
                </a:lnTo>
                <a:lnTo>
                  <a:pt x="295" y="216570"/>
                </a:lnTo>
                <a:lnTo>
                  <a:pt x="76" y="232115"/>
                </a:lnTo>
                <a:lnTo>
                  <a:pt x="0" y="247650"/>
                </a:lnTo>
                <a:lnTo>
                  <a:pt x="76" y="263185"/>
                </a:lnTo>
                <a:lnTo>
                  <a:pt x="295" y="278730"/>
                </a:lnTo>
                <a:lnTo>
                  <a:pt x="676" y="294256"/>
                </a:lnTo>
                <a:lnTo>
                  <a:pt x="1200" y="309791"/>
                </a:lnTo>
                <a:lnTo>
                  <a:pt x="1876" y="325317"/>
                </a:lnTo>
                <a:lnTo>
                  <a:pt x="2696" y="340833"/>
                </a:lnTo>
                <a:lnTo>
                  <a:pt x="3667" y="356340"/>
                </a:lnTo>
                <a:lnTo>
                  <a:pt x="4791" y="371837"/>
                </a:lnTo>
                <a:lnTo>
                  <a:pt x="6058" y="387325"/>
                </a:lnTo>
                <a:lnTo>
                  <a:pt x="7477" y="402803"/>
                </a:lnTo>
                <a:lnTo>
                  <a:pt x="9039" y="418262"/>
                </a:lnTo>
                <a:lnTo>
                  <a:pt x="10754" y="433702"/>
                </a:lnTo>
                <a:lnTo>
                  <a:pt x="12611" y="449132"/>
                </a:lnTo>
                <a:lnTo>
                  <a:pt x="14611" y="464544"/>
                </a:lnTo>
                <a:lnTo>
                  <a:pt x="16754" y="479927"/>
                </a:lnTo>
                <a:lnTo>
                  <a:pt x="1905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5C8DAB">
                <a:alpha val="96000"/>
              </a:srgbClr>
            </a:solidFill>
            <a:prstDash val="solid"/>
          </a:ln>
        </p:spPr>
      </p:sp>
      <p:sp>
        <p:nvSpPr>
          <p:cNvPr id="27" name="radial-joint-halo-4">
            <a:extLst xmlns:a="http://schemas.openxmlformats.org/drawingml/2006/main">
              <a:ext uri="{FF2B5EF4-FFF2-40B4-BE49-F238E27FC236}">
                <a16:creationId xmlns:a16="http://schemas.microsoft.com/office/drawing/2014/main" id="{3B27BB53-96A0-47B9-B73B-01125A4D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5038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radial-joint-4">
            <a:extLst xmlns:a="http://schemas.openxmlformats.org/drawingml/2006/main">
              <a:ext uri="{FF2B5EF4-FFF2-40B4-BE49-F238E27FC236}">
                <a16:creationId xmlns:a16="http://schemas.microsoft.com/office/drawing/2014/main" id="{BD9E39C1-CEA2-493D-B2CD-07547CEB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5095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9" name="radial-spoke-5">
            <a:extLst xmlns:a="http://schemas.openxmlformats.org/drawingml/2006/main">
              <a:ext uri="{FF2B5EF4-FFF2-40B4-BE49-F238E27FC236}">
                <a16:creationId xmlns:a16="http://schemas.microsoft.com/office/drawing/2014/main" id="{2D9A83C4-7B20-43FE-961A-53C0A65D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35" y="4409123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1319213" y="0"/>
                </a:moveTo>
                <a:lnTo>
                  <a:pt x="1301467" y="6515"/>
                </a:lnTo>
                <a:lnTo>
                  <a:pt x="1283741" y="13097"/>
                </a:lnTo>
                <a:lnTo>
                  <a:pt x="1266044" y="19755"/>
                </a:lnTo>
                <a:lnTo>
                  <a:pt x="1248385" y="26489"/>
                </a:lnTo>
                <a:lnTo>
                  <a:pt x="1230744" y="33290"/>
                </a:lnTo>
                <a:lnTo>
                  <a:pt x="1213133" y="40176"/>
                </a:lnTo>
                <a:lnTo>
                  <a:pt x="1195559" y="47120"/>
                </a:lnTo>
                <a:lnTo>
                  <a:pt x="1178004" y="54159"/>
                </a:lnTo>
                <a:lnTo>
                  <a:pt x="1160488" y="61255"/>
                </a:lnTo>
                <a:lnTo>
                  <a:pt x="1143000" y="68437"/>
                </a:lnTo>
                <a:lnTo>
                  <a:pt x="1125541" y="75695"/>
                </a:lnTo>
                <a:lnTo>
                  <a:pt x="1108110" y="83020"/>
                </a:lnTo>
                <a:lnTo>
                  <a:pt x="1090717" y="90421"/>
                </a:lnTo>
                <a:lnTo>
                  <a:pt x="1073353" y="97888"/>
                </a:lnTo>
                <a:lnTo>
                  <a:pt x="1056018" y="105442"/>
                </a:lnTo>
                <a:lnTo>
                  <a:pt x="1038720" y="113071"/>
                </a:lnTo>
                <a:lnTo>
                  <a:pt x="1021451" y="120767"/>
                </a:lnTo>
                <a:lnTo>
                  <a:pt x="1004221" y="128540"/>
                </a:lnTo>
                <a:lnTo>
                  <a:pt x="987019" y="136388"/>
                </a:lnTo>
                <a:lnTo>
                  <a:pt x="969855" y="144313"/>
                </a:lnTo>
                <a:lnTo>
                  <a:pt x="952719" y="152305"/>
                </a:lnTo>
                <a:lnTo>
                  <a:pt x="935631" y="160372"/>
                </a:lnTo>
                <a:lnTo>
                  <a:pt x="918562" y="168516"/>
                </a:lnTo>
                <a:lnTo>
                  <a:pt x="901541" y="176736"/>
                </a:lnTo>
                <a:lnTo>
                  <a:pt x="884549" y="185033"/>
                </a:lnTo>
                <a:lnTo>
                  <a:pt x="867594" y="193386"/>
                </a:lnTo>
                <a:lnTo>
                  <a:pt x="850678" y="201835"/>
                </a:lnTo>
                <a:lnTo>
                  <a:pt x="833799" y="210341"/>
                </a:lnTo>
                <a:lnTo>
                  <a:pt x="816959" y="218932"/>
                </a:lnTo>
                <a:lnTo>
                  <a:pt x="800148" y="227590"/>
                </a:lnTo>
                <a:lnTo>
                  <a:pt x="783384" y="236315"/>
                </a:lnTo>
                <a:lnTo>
                  <a:pt x="766658" y="245126"/>
                </a:lnTo>
                <a:lnTo>
                  <a:pt x="749960" y="254003"/>
                </a:lnTo>
                <a:lnTo>
                  <a:pt x="733311" y="262957"/>
                </a:lnTo>
                <a:lnTo>
                  <a:pt x="716699" y="271977"/>
                </a:lnTo>
                <a:lnTo>
                  <a:pt x="700126" y="281073"/>
                </a:lnTo>
                <a:lnTo>
                  <a:pt x="683590" y="290236"/>
                </a:lnTo>
                <a:lnTo>
                  <a:pt x="667093" y="299476"/>
                </a:lnTo>
                <a:lnTo>
                  <a:pt x="650643" y="308791"/>
                </a:lnTo>
                <a:lnTo>
                  <a:pt x="634232" y="318173"/>
                </a:lnTo>
                <a:lnTo>
                  <a:pt x="617858" y="327631"/>
                </a:lnTo>
                <a:lnTo>
                  <a:pt x="601532" y="337156"/>
                </a:lnTo>
                <a:lnTo>
                  <a:pt x="585245" y="346758"/>
                </a:lnTo>
                <a:lnTo>
                  <a:pt x="569004" y="356426"/>
                </a:lnTo>
                <a:lnTo>
                  <a:pt x="552802" y="366170"/>
                </a:lnTo>
                <a:lnTo>
                  <a:pt x="536639" y="375980"/>
                </a:lnTo>
                <a:lnTo>
                  <a:pt x="520522" y="385858"/>
                </a:lnTo>
                <a:lnTo>
                  <a:pt x="504444" y="395811"/>
                </a:lnTo>
                <a:lnTo>
                  <a:pt x="488423" y="405832"/>
                </a:lnTo>
                <a:lnTo>
                  <a:pt x="472430" y="415928"/>
                </a:lnTo>
                <a:lnTo>
                  <a:pt x="456495" y="426091"/>
                </a:lnTo>
                <a:lnTo>
                  <a:pt x="440598" y="436321"/>
                </a:lnTo>
                <a:lnTo>
                  <a:pt x="424739" y="446618"/>
                </a:lnTo>
                <a:lnTo>
                  <a:pt x="408937" y="456990"/>
                </a:lnTo>
                <a:lnTo>
                  <a:pt x="393173" y="467420"/>
                </a:lnTo>
                <a:lnTo>
                  <a:pt x="377457" y="477936"/>
                </a:lnTo>
                <a:lnTo>
                  <a:pt x="361779" y="488509"/>
                </a:lnTo>
                <a:lnTo>
                  <a:pt x="346158" y="499148"/>
                </a:lnTo>
                <a:lnTo>
                  <a:pt x="330584" y="509864"/>
                </a:lnTo>
                <a:lnTo>
                  <a:pt x="315049" y="520636"/>
                </a:lnTo>
                <a:lnTo>
                  <a:pt x="299561" y="531485"/>
                </a:lnTo>
                <a:lnTo>
                  <a:pt x="284121" y="542392"/>
                </a:lnTo>
                <a:lnTo>
                  <a:pt x="268729" y="553374"/>
                </a:lnTo>
                <a:lnTo>
                  <a:pt x="253384" y="564413"/>
                </a:lnTo>
                <a:lnTo>
                  <a:pt x="238087" y="575520"/>
                </a:lnTo>
                <a:lnTo>
                  <a:pt x="222847" y="586702"/>
                </a:lnTo>
                <a:lnTo>
                  <a:pt x="207645" y="597941"/>
                </a:lnTo>
                <a:lnTo>
                  <a:pt x="192491" y="609248"/>
                </a:lnTo>
                <a:lnTo>
                  <a:pt x="177384" y="620620"/>
                </a:lnTo>
                <a:lnTo>
                  <a:pt x="162335" y="632050"/>
                </a:lnTo>
                <a:lnTo>
                  <a:pt x="147323" y="643557"/>
                </a:lnTo>
                <a:lnTo>
                  <a:pt x="132369" y="655110"/>
                </a:lnTo>
                <a:lnTo>
                  <a:pt x="117462" y="666740"/>
                </a:lnTo>
                <a:lnTo>
                  <a:pt x="102603" y="678428"/>
                </a:lnTo>
                <a:lnTo>
                  <a:pt x="87801" y="690181"/>
                </a:lnTo>
                <a:lnTo>
                  <a:pt x="73038" y="702002"/>
                </a:lnTo>
                <a:lnTo>
                  <a:pt x="58331" y="713880"/>
                </a:lnTo>
                <a:lnTo>
                  <a:pt x="43672" y="725815"/>
                </a:lnTo>
                <a:lnTo>
                  <a:pt x="29061" y="737816"/>
                </a:lnTo>
                <a:lnTo>
                  <a:pt x="14507" y="749884"/>
                </a:ln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78A3BD">
                <a:alpha val="96000"/>
              </a:srgbClr>
            </a:solidFill>
            <a:prstDash val="solid"/>
          </a:ln>
        </p:spPr>
      </p:sp>
      <p:sp>
        <p:nvSpPr>
          <p:cNvPr id="30" name="radial-joint-halo-5">
            <a:extLst xmlns:a="http://schemas.openxmlformats.org/drawingml/2006/main">
              <a:ext uri="{FF2B5EF4-FFF2-40B4-BE49-F238E27FC236}">
                <a16:creationId xmlns:a16="http://schemas.microsoft.com/office/drawing/2014/main" id="{550BE0A7-F40A-427B-A2E6-C40DB953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660" y="499014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radial-joint-5">
            <a:extLst xmlns:a="http://schemas.openxmlformats.org/drawingml/2006/main">
              <a:ext uri="{FF2B5EF4-FFF2-40B4-BE49-F238E27FC236}">
                <a16:creationId xmlns:a16="http://schemas.microsoft.com/office/drawing/2014/main" id="{36FA7D64-EAE1-4B8F-93EE-CD955D62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3810" y="504729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2" name="radial-spoke-6">
            <a:extLst xmlns:a="http://schemas.openxmlformats.org/drawingml/2006/main">
              <a:ext uri="{FF2B5EF4-FFF2-40B4-BE49-F238E27FC236}">
                <a16:creationId xmlns:a16="http://schemas.microsoft.com/office/drawing/2014/main" id="{280C6DBD-6BEB-4974-BEA3-D6B7421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35" y="2677478"/>
            <a:ext cx="1319213" cy="762000"/>
          </a:xfrm>
          <a:custGeom xmlns:a="http://schemas.openxmlformats.org/drawingml/2006/main">
            <a:pathLst>
              <a:path w="1319213" h="762000">
                <a:moveTo>
                  <a:pt x="1319213" y="762000"/>
                </a:moveTo>
                <a:lnTo>
                  <a:pt x="1304687" y="749903"/>
                </a:lnTo>
                <a:lnTo>
                  <a:pt x="1290114" y="737864"/>
                </a:lnTo>
                <a:lnTo>
                  <a:pt x="1275483" y="725891"/>
                </a:lnTo>
                <a:lnTo>
                  <a:pt x="1260805" y="713975"/>
                </a:lnTo>
                <a:lnTo>
                  <a:pt x="1246080" y="702126"/>
                </a:lnTo>
                <a:lnTo>
                  <a:pt x="1231306" y="690334"/>
                </a:lnTo>
                <a:lnTo>
                  <a:pt x="1216485" y="678599"/>
                </a:lnTo>
                <a:lnTo>
                  <a:pt x="1201607" y="666941"/>
                </a:lnTo>
                <a:lnTo>
                  <a:pt x="1186691" y="655330"/>
                </a:lnTo>
                <a:lnTo>
                  <a:pt x="1171718" y="643785"/>
                </a:lnTo>
                <a:lnTo>
                  <a:pt x="1156697" y="632308"/>
                </a:lnTo>
                <a:lnTo>
                  <a:pt x="1141638" y="620897"/>
                </a:lnTo>
                <a:lnTo>
                  <a:pt x="1126522" y="609543"/>
                </a:lnTo>
                <a:lnTo>
                  <a:pt x="1111358" y="598256"/>
                </a:lnTo>
                <a:lnTo>
                  <a:pt x="1096147" y="587035"/>
                </a:lnTo>
                <a:lnTo>
                  <a:pt x="1080887" y="575872"/>
                </a:lnTo>
                <a:lnTo>
                  <a:pt x="1065581" y="564775"/>
                </a:lnTo>
                <a:lnTo>
                  <a:pt x="1050227" y="553755"/>
                </a:lnTo>
                <a:lnTo>
                  <a:pt x="1034825" y="542792"/>
                </a:lnTo>
                <a:lnTo>
                  <a:pt x="1019375" y="531895"/>
                </a:lnTo>
                <a:lnTo>
                  <a:pt x="1003887" y="521056"/>
                </a:lnTo>
                <a:lnTo>
                  <a:pt x="988343" y="510302"/>
                </a:lnTo>
                <a:lnTo>
                  <a:pt x="972760" y="499596"/>
                </a:lnTo>
                <a:lnTo>
                  <a:pt x="957129" y="488966"/>
                </a:lnTo>
                <a:lnTo>
                  <a:pt x="941451" y="478412"/>
                </a:lnTo>
                <a:lnTo>
                  <a:pt x="925735" y="467906"/>
                </a:lnTo>
                <a:lnTo>
                  <a:pt x="909961" y="457486"/>
                </a:lnTo>
                <a:lnTo>
                  <a:pt x="894159" y="447123"/>
                </a:lnTo>
                <a:lnTo>
                  <a:pt x="878300" y="436836"/>
                </a:lnTo>
                <a:lnTo>
                  <a:pt x="862394" y="426606"/>
                </a:lnTo>
                <a:lnTo>
                  <a:pt x="846458" y="416452"/>
                </a:lnTo>
                <a:lnTo>
                  <a:pt x="830466" y="406375"/>
                </a:lnTo>
                <a:lnTo>
                  <a:pt x="814435" y="396354"/>
                </a:lnTo>
                <a:lnTo>
                  <a:pt x="798357" y="386410"/>
                </a:lnTo>
                <a:lnTo>
                  <a:pt x="782241" y="376533"/>
                </a:lnTo>
                <a:lnTo>
                  <a:pt x="766086" y="366722"/>
                </a:lnTo>
                <a:lnTo>
                  <a:pt x="749884" y="356987"/>
                </a:lnTo>
                <a:lnTo>
                  <a:pt x="733635" y="347310"/>
                </a:lnTo>
                <a:lnTo>
                  <a:pt x="717347" y="337718"/>
                </a:lnTo>
                <a:lnTo>
                  <a:pt x="701021" y="328193"/>
                </a:lnTo>
                <a:lnTo>
                  <a:pt x="684657" y="318735"/>
                </a:lnTo>
                <a:lnTo>
                  <a:pt x="668245" y="309353"/>
                </a:lnTo>
                <a:lnTo>
                  <a:pt x="651796" y="300038"/>
                </a:lnTo>
                <a:lnTo>
                  <a:pt x="635308" y="290798"/>
                </a:lnTo>
                <a:lnTo>
                  <a:pt x="618773" y="281626"/>
                </a:lnTo>
                <a:lnTo>
                  <a:pt x="602209" y="272529"/>
                </a:lnTo>
                <a:lnTo>
                  <a:pt x="585597" y="263500"/>
                </a:lnTo>
                <a:lnTo>
                  <a:pt x="568947" y="254546"/>
                </a:lnTo>
                <a:lnTo>
                  <a:pt x="552260" y="245659"/>
                </a:lnTo>
                <a:lnTo>
                  <a:pt x="535543" y="236849"/>
                </a:lnTo>
                <a:lnTo>
                  <a:pt x="518779" y="228114"/>
                </a:lnTo>
                <a:lnTo>
                  <a:pt x="501977" y="219446"/>
                </a:lnTo>
                <a:lnTo>
                  <a:pt x="485137" y="210855"/>
                </a:lnTo>
                <a:lnTo>
                  <a:pt x="468268" y="202330"/>
                </a:lnTo>
                <a:lnTo>
                  <a:pt x="451361" y="193881"/>
                </a:lnTo>
                <a:lnTo>
                  <a:pt x="434407" y="185509"/>
                </a:lnTo>
                <a:lnTo>
                  <a:pt x="417424" y="177203"/>
                </a:lnTo>
                <a:lnTo>
                  <a:pt x="400412" y="168973"/>
                </a:lnTo>
                <a:lnTo>
                  <a:pt x="383353" y="160820"/>
                </a:lnTo>
                <a:lnTo>
                  <a:pt x="366265" y="152733"/>
                </a:lnTo>
                <a:lnTo>
                  <a:pt x="349148" y="144732"/>
                </a:lnTo>
                <a:lnTo>
                  <a:pt x="331984" y="136789"/>
                </a:lnTo>
                <a:lnTo>
                  <a:pt x="314801" y="128930"/>
                </a:lnTo>
                <a:lnTo>
                  <a:pt x="297571" y="121139"/>
                </a:lnTo>
                <a:lnTo>
                  <a:pt x="280321" y="113424"/>
                </a:lnTo>
                <a:lnTo>
                  <a:pt x="263023" y="105785"/>
                </a:lnTo>
                <a:lnTo>
                  <a:pt x="245707" y="98212"/>
                </a:lnTo>
                <a:lnTo>
                  <a:pt x="228352" y="90726"/>
                </a:lnTo>
                <a:lnTo>
                  <a:pt x="210969" y="83296"/>
                </a:lnTo>
                <a:lnTo>
                  <a:pt x="193548" y="75952"/>
                </a:lnTo>
                <a:lnTo>
                  <a:pt x="176098" y="68685"/>
                </a:lnTo>
                <a:lnTo>
                  <a:pt x="158620" y="61484"/>
                </a:lnTo>
                <a:lnTo>
                  <a:pt x="141113" y="54359"/>
                </a:lnTo>
                <a:lnTo>
                  <a:pt x="123577" y="47301"/>
                </a:lnTo>
                <a:lnTo>
                  <a:pt x="106004" y="40329"/>
                </a:lnTo>
                <a:lnTo>
                  <a:pt x="88411" y="33423"/>
                </a:lnTo>
                <a:lnTo>
                  <a:pt x="70780" y="26594"/>
                </a:lnTo>
                <a:lnTo>
                  <a:pt x="53130" y="19831"/>
                </a:lnTo>
                <a:lnTo>
                  <a:pt x="35443" y="13144"/>
                </a:lnTo>
                <a:lnTo>
                  <a:pt x="17736" y="654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9AB9CB">
                <a:alpha val="96000"/>
              </a:srgbClr>
            </a:solidFill>
            <a:prstDash val="solid"/>
          </a:ln>
        </p:spPr>
      </p:sp>
      <p:sp>
        <p:nvSpPr>
          <p:cNvPr id="33" name="radial-joint-halo-6">
            <a:extLst xmlns:a="http://schemas.openxmlformats.org/drawingml/2006/main">
              <a:ext uri="{FF2B5EF4-FFF2-40B4-BE49-F238E27FC236}">
                <a16:creationId xmlns:a16="http://schemas.microsoft.com/office/drawing/2014/main" id="{56E88DAA-5CE1-46F3-9FFD-A1A1713C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660" y="249650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radial-joint-6">
            <a:extLst xmlns:a="http://schemas.openxmlformats.org/drawingml/2006/main">
              <a:ext uri="{FF2B5EF4-FFF2-40B4-BE49-F238E27FC236}">
                <a16:creationId xmlns:a16="http://schemas.microsoft.com/office/drawing/2014/main" id="{A0827D83-A915-47C0-9DC2-6FAB775E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3810" y="255365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9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5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DC6DB5E9-E979-4E5E-AB15-1045196F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F4"/>
          </a:solidFill>
          <a:ln xmlns:a="http://schemas.openxmlformats.org/drawingml/2006/main" w="9525">
            <a:solidFill>
              <a:srgbClr val="D0E0E9"/>
            </a:solidFill>
            <a:prstDash val="solid"/>
          </a:ln>
        </p:spPr>
      </p:sp>
      <p:sp>
        <p:nvSpPr>
          <p:cNvPr id="36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7F857D07-DE89-4EA5-A9FB-B3EE6787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B6C7"/>
            </a:solidFill>
            <a:prstDash val="solid"/>
          </a:ln>
        </p:spPr>
      </p:sp>
      <p:sp>
        <p:nvSpPr>
          <p:cNvPr id="37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AECFFEE7-17CA-484D-8DF3-A772382B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220B9F6D-73DA-4D95-B013-0BBCD76E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806428"/>
            <a:ext cx="1562100" cy="235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判断成本</a:t>
            </a:r>
          </a:p>
        </p:txBody>
      </p:sp>
      <p:sp>
        <p:nvSpPr>
          <p:cNvPr id="39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03BE9734-9257-438C-B0B7-89222658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9BD478C5-DB97-43A4-B5E3-64BFD1E2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920F9FF6-3684-4CC3-AD43-BCF9466C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radial-node-surface-4">
            <a:extLst xmlns:a="http://schemas.openxmlformats.org/drawingml/2006/main">
              <a:ext uri="{FF2B5EF4-FFF2-40B4-BE49-F238E27FC236}">
                <a16:creationId xmlns:a16="http://schemas.microsoft.com/office/drawing/2014/main" id="{5491A70F-2094-4581-8D05-8EA5281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adial-node-surface-5">
            <a:extLst xmlns:a="http://schemas.openxmlformats.org/drawingml/2006/main">
              <a:ext uri="{FF2B5EF4-FFF2-40B4-BE49-F238E27FC236}">
                <a16:creationId xmlns:a16="http://schemas.microsoft.com/office/drawing/2014/main" id="{29823016-B869-4FA0-BA80-4CD9160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adial-node-surface-6">
            <a:extLst xmlns:a="http://schemas.openxmlformats.org/drawingml/2006/main">
              <a:ext uri="{FF2B5EF4-FFF2-40B4-BE49-F238E27FC236}">
                <a16:creationId xmlns:a16="http://schemas.microsoft.com/office/drawing/2014/main" id="{67334F0A-51E0-451F-AD76-A589FC6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2286895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1CEE66D6-13C0-4D35-94B8-F7751AE9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2706BE72-0522-4C4B-BFA7-AF69D47E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15ABDA29-4D13-4D83-9E1B-8A559631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adial-node-accent-4">
            <a:extLst xmlns:a="http://schemas.openxmlformats.org/drawingml/2006/main">
              <a:ext uri="{FF2B5EF4-FFF2-40B4-BE49-F238E27FC236}">
                <a16:creationId xmlns:a16="http://schemas.microsoft.com/office/drawing/2014/main" id="{E775A169-FCD6-4064-B13F-CBB193EA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37210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D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adial-node-accent-5">
            <a:extLst xmlns:a="http://schemas.openxmlformats.org/drawingml/2006/main">
              <a:ext uri="{FF2B5EF4-FFF2-40B4-BE49-F238E27FC236}">
                <a16:creationId xmlns:a16="http://schemas.microsoft.com/office/drawing/2014/main" id="{CBBE8C49-DB66-48D1-B74B-75CF4D30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adial-node-accent-6">
            <a:extLst xmlns:a="http://schemas.openxmlformats.org/drawingml/2006/main">
              <a:ext uri="{FF2B5EF4-FFF2-40B4-BE49-F238E27FC236}">
                <a16:creationId xmlns:a16="http://schemas.microsoft.com/office/drawing/2014/main" id="{9184645E-3B5F-49DC-8C7F-69E64ED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228689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9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6DC6E425-A30C-4694-862E-C5AE45D5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3923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8577D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52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CB236FD7-8CA8-43A6-BCD9-20312396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9908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确定这场汇报的讲述方式</a:t>
            </a:r>
          </a:p>
        </p:txBody>
      </p:sp>
      <p:sp>
        <p:nvSpPr>
          <p:cNvPr id="53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6A7278C7-D650-4F18-8261-BAEFFE52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rPr>
              <a:t>拆多少页</a:t>
            </a:r>
          </a:p>
        </p:txBody>
      </p:sp>
      <p:sp>
        <p:nvSpPr>
          <p:cNvPr id="54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25698D3F-69CB-4A4E-B803-1AAFC93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把长稿合理拆分页数</a:t>
            </a:r>
          </a:p>
        </p:txBody>
      </p:sp>
      <p:sp>
        <p:nvSpPr>
          <p:cNvPr id="55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7EA0683A-8FAD-4C60-91E0-0714A252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77B9F"/>
                </a:solidFill>
                <a:latin typeface="Microsoft YaHei"/>
                <a:ea typeface="Microsoft YaHei"/>
                <a:cs typeface="Microsoft YaHei"/>
              </a:rPr>
              <a:t>每页职责</a:t>
            </a:r>
          </a:p>
        </p:txBody>
      </p:sp>
      <p:sp>
        <p:nvSpPr>
          <p:cNvPr id="56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74401A46-8F4F-43F5-AA05-9B7286C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一页只承担一项职责</a:t>
            </a:r>
          </a:p>
        </p:txBody>
      </p:sp>
      <p:sp>
        <p:nvSpPr>
          <p:cNvPr id="57" name="radial-node-3-title">
            <a:extLst xmlns:a="http://schemas.openxmlformats.org/drawingml/2006/main">
              <a:ext uri="{FF2B5EF4-FFF2-40B4-BE49-F238E27FC236}">
                <a16:creationId xmlns:a16="http://schemas.microsoft.com/office/drawing/2014/main" id="{B58F9088-270A-4E0F-BCD2-77DB516B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539683"/>
            <a:ext cx="203835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C8DAB"/>
                </a:solidFill>
                <a:latin typeface="Microsoft YaHei"/>
                <a:ea typeface="Microsoft YaHei"/>
                <a:cs typeface="Microsoft YaHei"/>
              </a:rPr>
              <a:t>观点关系</a:t>
            </a:r>
          </a:p>
        </p:txBody>
      </p:sp>
      <p:sp>
        <p:nvSpPr>
          <p:cNvPr id="58" name="radial-node-3-body">
            <a:extLst xmlns:a="http://schemas.openxmlformats.org/drawingml/2006/main">
              <a:ext uri="{FF2B5EF4-FFF2-40B4-BE49-F238E27FC236}">
                <a16:creationId xmlns:a16="http://schemas.microsoft.com/office/drawing/2014/main" id="{CC716F69-6623-4A04-87EB-6A4A67A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5799534"/>
            <a:ext cx="203835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判断并列、递进或因果</a:t>
            </a:r>
          </a:p>
        </p:txBody>
      </p:sp>
      <p:sp>
        <p:nvSpPr>
          <p:cNvPr id="59" name="radial-node-4-title">
            <a:extLst xmlns:a="http://schemas.openxmlformats.org/drawingml/2006/main">
              <a:ext uri="{FF2B5EF4-FFF2-40B4-BE49-F238E27FC236}">
                <a16:creationId xmlns:a16="http://schemas.microsoft.com/office/drawing/2014/main" id="{76546B70-1944-4C33-9909-27BE889C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48085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78A3BD"/>
                </a:solidFill>
                <a:latin typeface="Microsoft YaHei"/>
                <a:ea typeface="Microsoft YaHei"/>
                <a:cs typeface="Microsoft YaHei"/>
              </a:rPr>
              <a:t>哪里突出</a:t>
            </a:r>
          </a:p>
        </p:txBody>
      </p:sp>
      <p:sp>
        <p:nvSpPr>
          <p:cNvPr id="60" name="radial-node-4-body">
            <a:extLst xmlns:a="http://schemas.openxmlformats.org/drawingml/2006/main">
              <a:ext uri="{FF2B5EF4-FFF2-40B4-BE49-F238E27FC236}">
                <a16:creationId xmlns:a16="http://schemas.microsoft.com/office/drawing/2014/main" id="{01B980AE-E712-4518-99F6-06F00C4B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207946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决定需要强调的重点</a:t>
            </a:r>
          </a:p>
        </p:txBody>
      </p:sp>
      <p:sp>
        <p:nvSpPr>
          <p:cNvPr id="61" name="radial-node-5-title">
            <a:extLst xmlns:a="http://schemas.openxmlformats.org/drawingml/2006/main">
              <a:ext uri="{FF2B5EF4-FFF2-40B4-BE49-F238E27FC236}">
                <a16:creationId xmlns:a16="http://schemas.microsoft.com/office/drawing/2014/main" id="{74752314-2865-4027-8D1A-2FF1BBA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454478"/>
            <a:ext cx="1981200" cy="20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400" b="1" i="0">
                <a:solidFill>
                  <a:srgbClr val="9A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9AB9CB"/>
                </a:solidFill>
                <a:latin typeface="Microsoft YaHei"/>
                <a:ea typeface="Microsoft YaHei"/>
                <a:cs typeface="Microsoft YaHei"/>
              </a:rPr>
              <a:t>何时用图</a:t>
            </a:r>
          </a:p>
        </p:txBody>
      </p:sp>
      <p:sp>
        <p:nvSpPr>
          <p:cNvPr id="62" name="radial-node-5-body">
            <a:extLst xmlns:a="http://schemas.openxmlformats.org/drawingml/2006/main">
              <a:ext uri="{FF2B5EF4-FFF2-40B4-BE49-F238E27FC236}">
                <a16:creationId xmlns:a16="http://schemas.microsoft.com/office/drawing/2014/main" id="{121A36C0-C4A5-4D89-B6AF-3B7B7EE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2714330"/>
            <a:ext cx="1981200" cy="18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F7E"/>
                </a:solidFill>
                <a:latin typeface="Microsoft YaHei"/>
                <a:ea typeface="Microsoft YaHei"/>
                <a:cs typeface="Microsoft YaHei"/>
              </a:rPr>
              <a:t>或只用一句话更有力量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需求分布：中间主体最大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可靠性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38055B4-A0C7-4953-8B7F-BF689333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076237FF-16D3-4E1B-B680-9ED09B95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A92C3D23-6868-4DB1-BE81-4B75FACA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18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9749D623-C339-43FB-BCAD-6E13601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A032E54F-E587-4D92-9D1D-0A26BF5C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2B24E9D2-500C-42AC-9FE9-71A2C476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B258B3DF-C163-46F6-AAFA-A32F7326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22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8500CB37-2FC2-4EBB-B96A-0810CAA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10CD80E1-8F10-4C23-A71D-DC699F93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2A2DC8F5-13C2-4275-8542-43CC2549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00B1B17E-0254-42F4-9DCB-2B87E37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26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CF24316C-A65C-44DE-99B7-23700B52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27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65D83814-01CB-4E52-AF23-A0E850DF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程度</a:t>
            </a:r>
          </a:p>
        </p:txBody>
      </p:sp>
      <p:sp>
        <p:nvSpPr>
          <p:cNvPr id="28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F706402B-2BD5-433C-80E1-D770AD8C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75000"/>
              </a:lnSpc>
              <a:buNone/>
              <a:def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29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69678A43-C258-45D6-AFD4-9F90AF21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2061A480-C50E-4CA0-A430-574655E8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717579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31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B878B506-68B3-4A39-888A-170D6872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4098579"/>
            <a:ext cx="25717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几乎不在意版式，只放文字</a:t>
            </a:r>
          </a:p>
        </p:txBody>
      </p:sp>
      <p:sp>
        <p:nvSpPr>
          <p:cNvPr id="32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9A4EFE29-688C-4263-9369-09389F61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E8FBEF66-38AB-40BB-A2F3-24D42D24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474244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中间主体</a:t>
            </a:r>
          </a:p>
        </p:txBody>
      </p:sp>
      <p:sp>
        <p:nvSpPr>
          <p:cNvPr id="34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8A2BB023-8533-4D59-A7BD-80938757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855244"/>
            <a:ext cx="25717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学校、科研院所、央国企等需要快速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规范产出</a:t>
            </a:r>
          </a:p>
        </p:txBody>
      </p:sp>
      <p:sp>
        <p:nvSpPr>
          <p:cNvPr id="35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E585AF6C-2683-4FB9-8C20-A08B14CD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48202F1E-0F1D-4BE3-B0E3-FBFE68EB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717579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高度定制端</a:t>
            </a:r>
          </a:p>
        </p:txBody>
      </p:sp>
      <p:sp>
        <p:nvSpPr>
          <p:cNvPr id="37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2CAB6872-4E31-415F-AD70-DD5F644B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4098579"/>
            <a:ext cx="25717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发布会、品牌路演与高水平比赛</a:t>
            </a:r>
          </a:p>
        </p:txBody>
      </p:sp>
      <p:sp>
        <p:nvSpPr>
          <p:cNvPr id="3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E7924A6E-1DC1-45AF-93CF-E89E21EA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7BE0A047-1436-4527-BBED-6ABC27EB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稳定比惊艳更重要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可靠性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602DE853-EF33-4D26-AD80-9105B729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E712CD6-C160-4E6D-94A4-8A08FAF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31596429-DBA6-4782-9A11-BF75A37B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54AE010C-C404-4C9A-B737-FD50626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B70E8D65-FBAC-4EDC-BE71-07EC196B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0287CC75-DF5A-4AFB-9696-0DB0878A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直接可用，可靠基础，投入与收益匹配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8F6E37B-498D-4803-BA1F-46D74B5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898A2154-1FCB-43CA-A231-AA1C4DCD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B3CFA53A-A9DC-4129-BE2E-751A8579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E6677564-9175-4531-9826-66FD8490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066ED5CD-999A-42F0-9B80-536A5324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偶然惊艳但不可控，代价高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可靠性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42F70C2-CB1D-49FD-B148-79BEAD7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131C5C9F-5039-47CE-AAFC-1E0EA4FB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0E3295DF-A138-4EC9-BCA5-11BDD31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573D6E25-02CB-4A1F-8652-987EF843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0236DE83-9275-4C16-8728-AC7A01A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3815DA84-0A4D-4795-9B09-95CBBA6F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f0d66fd7d4090">
            <a:extLst>
              <a:ext uri="{96DAC541-7B7A-43D3-8B79-37D633B846F1}">
                <asvg:svgBlip xmlns:asvg="http://schemas.microsoft.com/office/drawing/2016/SVG/main" r:embed="R1197ad8d31f647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CAA0D63D-C544-4DD1-B6DE-78A03BA1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确定视觉规范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A6CB3BD2-631A-4ED8-B0D2-C5E1F2CC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2D17652D-904C-4548-9F1C-8065F809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颜色、字体、Logo 等保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持稳定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A104EB03-F215-4A22-BFDF-AF28E53D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4476EBD2-81D3-4B25-BF50-276D2192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66DAE4F8-51DF-4749-B0C5-427B7AC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62559415-A9E9-4F82-A34B-1668E91C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D40BF183-C9EF-4C76-9184-46329203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c2ca871374af3">
            <a:extLst>
              <a:ext uri="{96DAC541-7B7A-43D3-8B79-37D633B846F1}">
                <asvg:svgBlip xmlns:asvg="http://schemas.microsoft.com/office/drawing/2016/SVG/main" r:embed="Rcb186cc572054e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0AD22D21-81F0-47AB-8CBF-A2DF7182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验证表达能力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E87B95E4-DE85-47E3-8F8C-189EC023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483C7A1C-2E93-47C0-994F-A93DB10E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使用经过验证的版式与结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FBB45192-8E5A-4E85-BBBF-4E35514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FC30CEF8-8365-49BB-A3C4-41CAE4C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D5B2636C-3F6D-499C-9653-824A1203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7C6AA164-C4F5-4E48-9387-5EFACD3B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6BDE0745-C41D-4940-8335-4122B56F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3584d0d8a438f">
            <a:extLst>
              <a:ext uri="{96DAC541-7B7A-43D3-8B79-37D633B846F1}">
                <asvg:svgBlip xmlns:asvg="http://schemas.microsoft.com/office/drawing/2016/SVG/main" r:embed="Rea02cac3f54241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1D8AF81F-FF42-495A-993C-B1F6EDB9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明确数量容量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3409BB73-1B22-455F-9C99-16B0FACA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D7DF83A0-0721-4560-B563-9349D369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455766"/>
            <a:ext cx="201453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限定每页可承载的内容量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FA6353F4-F4C5-4E9D-BDA6-F85D430B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D3EF9ECD-816D-4C21-B703-5087062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68EF5F91-8FE4-48CB-9E6D-68608B0A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37AE75BD-7E8F-4750-987A-E884F925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34A3F9EC-4B43-457D-A294-F53F9286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9e03d7e941da">
            <a:extLst>
              <a:ext uri="{96DAC541-7B7A-43D3-8B79-37D633B846F1}">
                <asvg:svgBlip xmlns:asvg="http://schemas.microsoft.com/office/drawing/2016/SVG/main" r:embed="R7aa60b17bbf246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8BB62D28-57BC-4D7A-B44C-06B2A2AD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登记退化方式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2B0FC7E2-5701-4CCC-91C1-6FA8BF9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739B507A-62F9-4B0E-9B17-BAF284C7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455766"/>
            <a:ext cx="201453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未匹配时退化为简单排版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C154D7F-3E77-470A-AD9C-E0CCC054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8858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asid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93F3FF3-5D36-41B6-9313-6EC6F519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24050"/>
            <a:ext cx="2057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aside|role=accent">
            <a:extLst xmlns:a="http://schemas.openxmlformats.org/drawingml/2006/main">
              <a:ext uri="{FF2B5EF4-FFF2-40B4-BE49-F238E27FC236}">
                <a16:creationId xmlns:a16="http://schemas.microsoft.com/office/drawing/2014/main" id="{5FB99CC5-C226-4C25-B21A-334CEB8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24050"/>
            <a:ext cx="666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aside|role=eyebrow">
            <a:extLst xmlns:a="http://schemas.openxmlformats.org/drawingml/2006/main">
              <a:ext uri="{FF2B5EF4-FFF2-40B4-BE49-F238E27FC236}">
                <a16:creationId xmlns:a16="http://schemas.microsoft.com/office/drawing/2014/main" id="{FB6F4C38-ACCE-4571-95E5-16109AF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812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9" name="PPAGENT_QA|within=composition-aside|role=title">
            <a:extLst xmlns:a="http://schemas.openxmlformats.org/drawingml/2006/main">
              <a:ext uri="{FF2B5EF4-FFF2-40B4-BE49-F238E27FC236}">
                <a16:creationId xmlns:a16="http://schemas.microsoft.com/office/drawing/2014/main" id="{50807715-1FF1-44E4-917F-56FC5D0A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381250"/>
            <a:ext cx="1790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控制边界</a:t>
            </a:r>
          </a:p>
        </p:txBody>
      </p:sp>
      <p:sp>
        <p:nvSpPr>
          <p:cNvPr id="20" name="PPAGENT_QA|within=composition-aside|role=body">
            <a:extLst xmlns:a="http://schemas.openxmlformats.org/drawingml/2006/main">
              <a:ext uri="{FF2B5EF4-FFF2-40B4-BE49-F238E27FC236}">
                <a16:creationId xmlns:a16="http://schemas.microsoft.com/office/drawing/2014/main" id="{FDD68138-CBB2-4023-AF50-53355FB3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52850"/>
            <a:ext cx="1790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AI 只负责理解与路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由；稳定的视觉结果仍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由规则和代码完成。</a:t>
            </a:r>
          </a:p>
        </p:txBody>
      </p:sp>
      <p:sp>
        <p:nvSpPr>
          <p:cNvPr id="21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DC035600-AF1C-4EEC-89FA-486500A8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177C9702-5DB0-4ED8-8071-7BDCAFB5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E667F0D7-1C36-4CB3-8B77-3E72C626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24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BC0AEC65-8552-46BE-9FD4-3D1D6EC1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5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C3E2E675-1DF0-4BBA-8CD4-F5D2C74B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6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129CF4B5-322F-4271-8050-97A67C68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7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2FC1EEFA-23FF-4818-AF75-6CBC0CB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5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95E66AA6-7377-4DE5-8348-B5B422D6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9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395AFE26-291D-45C5-A438-2883FA9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0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9A885E62-2A26-40B5-9A5E-75E6CFA9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E06ABBB4-4DA8-44B0-995E-EEF0334A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理解和路由</a:t>
            </a:r>
          </a:p>
        </p:txBody>
      </p:sp>
      <p:sp>
        <p:nvSpPr>
          <p:cNvPr id="32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643D3B03-3164-40BD-BBC8-8D595EA5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33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85DCDED7-A3AB-4124-97BC-AB0F9D05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4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4571190E-E6EF-4772-9D6D-90DE1461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5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444F1B2C-D7D0-462A-BC72-15621CC7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5B3FC33E-5C68-49AB-9A30-7CB7F67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8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DA0DE38D-AA78-488C-9B2F-ABBD96F6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8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640B1B36-E302-4077-8745-8712B73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9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52071F4C-8EED-40A0-9907-F84B71D9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74E82F01-BDAC-4616-9411-DBB4F647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约束和选择</a:t>
            </a:r>
          </a:p>
        </p:txBody>
      </p:sp>
      <p:sp>
        <p:nvSpPr>
          <p:cNvPr id="41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BC28182C-5C21-4F47-827D-72839A86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2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BE7530D9-395A-4E11-82C5-25015309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3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7ADAF7C4-F216-4CD0-B9DD-516B769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4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7504079-C72F-44DA-B63C-7BE47E09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39ACE3D6-0F2F-41B1-8EFE-44DC6E4E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1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451D841D-07FB-46C0-88C1-32B55E7B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7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4A0B90E1-84E3-4420-B26B-3FC7AA44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8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56D31A82-2466-4C7B-8318-473FA11E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79D9EA26-6858-4CE4-B833-2E7DAB9B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BC2047C-9392-4B84-B2E0-C7F03BC4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0F05A220-69B1-4615-AD7E-3D0E6ECC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28790A82-B368-4C72-AC60-0DBB6F3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716D197F-C3B4-4D69-8C5B-E9E6C1B2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">
            <a:extLst xmlns:a="http://schemas.openxmlformats.org/drawingml/2006/main">
              <a:ext uri="{FF2B5EF4-FFF2-40B4-BE49-F238E27FC236}">
                <a16:creationId xmlns:a16="http://schemas.microsoft.com/office/drawing/2014/main" id="{65062407-532E-4781-9380-77F5AAD4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54DC0B39-1B42-4E67-B55C-CD4029FC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C28BC5BE-FA2E-4FF9-93C5-88600D0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资产入库</a:t>
            </a:r>
          </a:p>
        </p:txBody>
      </p:sp>
      <p:sp>
        <p:nvSpPr>
          <p:cNvPr id="22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342E4C01-4916-48FC-A6BD-1E7049C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0854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63FC54A4-17C4-43EB-91EB-F674875B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269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CAB09197-F9D5-4A10-8034-70A0A353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2887" y="24733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提炼逻辑规律</a:t>
            </a:r>
          </a:p>
        </p:txBody>
      </p:sp>
      <p:sp>
        <p:nvSpPr>
          <p:cNvPr id="25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824AD3C5-2612-4418-89B3-AD1986D7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998F4B44-E6C6-4ACE-B94D-7B4235E8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2618" y="24733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sp>
        <p:nvSpPr>
          <p:cNvPr id="27" name="layer-0-item-3-separator">
            <a:extLst xmlns:a="http://schemas.openxmlformats.org/drawingml/2006/main">
              <a:ext uri="{FF2B5EF4-FFF2-40B4-BE49-F238E27FC236}">
                <a16:creationId xmlns:a16="http://schemas.microsoft.com/office/drawing/2014/main" id="{6D72A382-3279-4EAF-8957-3D1310DE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1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yer-0-item-3-title">
            <a:extLst xmlns:a="http://schemas.openxmlformats.org/drawingml/2006/main">
              <a:ext uri="{FF2B5EF4-FFF2-40B4-BE49-F238E27FC236}">
                <a16:creationId xmlns:a16="http://schemas.microsoft.com/office/drawing/2014/main" id="{30EDBC74-BAFF-46E6-84B8-F4356BE8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0048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9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AE9C7E9F-39C7-4596-A1D7-B2E00F84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B0A93315-136F-479D-A004-594DD39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B4AFF3D2-C858-4549-840A-0710FDF5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1-cap">
            <a:extLst xmlns:a="http://schemas.openxmlformats.org/drawingml/2006/main">
              <a:ext uri="{FF2B5EF4-FFF2-40B4-BE49-F238E27FC236}">
                <a16:creationId xmlns:a16="http://schemas.microsoft.com/office/drawing/2014/main" id="{5A621004-561E-4583-8EA7-9D21BC6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57C1B927-82A1-43D4-A000-8D0664B9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FAF8463B-45E6-42C4-ACC3-9EEA1956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35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59B89E54-FA8B-4C31-B443-F1B02FB8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466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6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64189144-3114-4A24-94C0-169E09D4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2DAAD092-1D77-4FAC-A601-1A2EDEE4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426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38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D8F752D6-CF9E-454A-B500-26E5AE1D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ADC0E1EC-0577-4494-9827-D0EAC03A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DC3A4BCA-CC67-4E96-906D-C05F6F10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">
            <a:extLst xmlns:a="http://schemas.openxmlformats.org/drawingml/2006/main">
              <a:ext uri="{FF2B5EF4-FFF2-40B4-BE49-F238E27FC236}">
                <a16:creationId xmlns:a16="http://schemas.microsoft.com/office/drawing/2014/main" id="{AF20B366-511D-4FC0-A708-FEDBBDC3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112C3B13-026D-41C3-9865-4CCA2D43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3C34FF0E-EF30-45D7-842D-B223C5BF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正式生成</a:t>
            </a:r>
          </a:p>
        </p:txBody>
      </p:sp>
      <p:sp>
        <p:nvSpPr>
          <p:cNvPr id="44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CA1164F5-F69D-459B-B160-38EA626E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520" y="5559476"/>
            <a:ext cx="904284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AI理解编排</a:t>
            </a:r>
          </a:p>
        </p:txBody>
      </p:sp>
      <p:sp>
        <p:nvSpPr>
          <p:cNvPr id="45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650FC5A0-4783-46F1-B678-46CF3030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772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26D14023-80A8-447E-A200-57AD70ED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634" y="55594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47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77CFE5ED-0137-40E1-B0B4-9645692D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3579BF51-3EED-43D5-99B9-B349BAE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4711" y="5559476"/>
            <a:ext cx="88880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49" name="layer-2-item-3-separator">
            <a:extLst xmlns:a="http://schemas.openxmlformats.org/drawingml/2006/main">
              <a:ext uri="{FF2B5EF4-FFF2-40B4-BE49-F238E27FC236}">
                <a16:creationId xmlns:a16="http://schemas.microsoft.com/office/drawing/2014/main" id="{93997357-936B-4F1F-A5FD-0C3E3F57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28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ayer-2-item-3-title">
            <a:extLst xmlns:a="http://schemas.openxmlformats.org/drawingml/2006/main">
              <a:ext uri="{FF2B5EF4-FFF2-40B4-BE49-F238E27FC236}">
                <a16:creationId xmlns:a16="http://schemas.microsoft.com/office/drawing/2014/main" id="{686E890E-D761-41EE-B704-74D67ABB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8603" y="5559476"/>
            <a:ext cx="123348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原生可编辑PPT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FA961CB-D015-4CD8-8966-D1A1A6C0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component-lead|role=surface">
            <a:extLst xmlns:a="http://schemas.openxmlformats.org/drawingml/2006/main">
              <a:ext uri="{FF2B5EF4-FFF2-40B4-BE49-F238E27FC236}">
                <a16:creationId xmlns:a16="http://schemas.microsoft.com/office/drawing/2014/main" id="{F84EBDB3-9C5F-473B-8937-85412C0C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609219"/>
          </a:xfrm>
          <a:prstGeom xmlns:a="http://schemas.openxmlformats.org/drawingml/2006/main" prst="roundRect">
            <a:avLst>
              <a:gd name="adj" fmla="val 15635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2F2"/>
            </a:solidFill>
            <a:prstDash val="solid"/>
          </a:ln>
        </p:spPr>
      </p:sp>
      <p:sp>
        <p:nvSpPr>
          <p:cNvPr id="17" name="PPAGENT_QA|within=composition-component-lead|role=accent">
            <a:extLst xmlns:a="http://schemas.openxmlformats.org/drawingml/2006/main">
              <a:ext uri="{FF2B5EF4-FFF2-40B4-BE49-F238E27FC236}">
                <a16:creationId xmlns:a16="http://schemas.microsoft.com/office/drawing/2014/main" id="{5B251276-5F8C-4E9D-84E2-4C7FBB5D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66675" cy="609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component-lead|role=title">
            <a:extLst xmlns:a="http://schemas.openxmlformats.org/drawingml/2006/main">
              <a:ext uri="{FF2B5EF4-FFF2-40B4-BE49-F238E27FC236}">
                <a16:creationId xmlns:a16="http://schemas.microsoft.com/office/drawing/2014/main" id="{A19A5903-D8F5-4BB0-876A-2A955C3A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57350"/>
            <a:ext cx="1771650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一次建设，多次复用</a:t>
            </a:r>
          </a:p>
        </p:txBody>
      </p:sp>
      <p:sp>
        <p:nvSpPr>
          <p:cNvPr id="19" name="PPAGENT_QA|within=composition-component-lead|role=divider">
            <a:extLst xmlns:a="http://schemas.openxmlformats.org/drawingml/2006/main">
              <a:ext uri="{FF2B5EF4-FFF2-40B4-BE49-F238E27FC236}">
                <a16:creationId xmlns:a16="http://schemas.microsoft.com/office/drawing/2014/main" id="{028E077B-40AC-4772-B0BA-37FE2E0D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04975"/>
            <a:ext cx="9525" cy="361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component-lead|role=body">
            <a:extLst xmlns:a="http://schemas.openxmlformats.org/drawingml/2006/main">
              <a:ext uri="{FF2B5EF4-FFF2-40B4-BE49-F238E27FC236}">
                <a16:creationId xmlns:a16="http://schemas.microsoft.com/office/drawing/2014/main" id="{1DD0D528-3DF9-43EE-8883-9F2254AB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57350"/>
            <a:ext cx="8743950" cy="456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把视觉理解和审美判断从每次生成前移到能力建设期。</a:t>
            </a:r>
          </a:p>
        </p:txBody>
      </p:sp>
      <p:sp>
        <p:nvSpPr>
          <p:cNvPr id="21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449E2E8-E935-49A7-9260-24674717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9076"/>
            <a:ext cx="11144250" cy="3908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A74517F9-2D48-477A-8212-132B487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505038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AE4F9867-FC5C-4518-A8D2-D870FB7E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656038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7FDC14F0-F95E-4D09-A8FE-33D8ECC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598763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25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3A851192-F1FA-4DA9-815E-07FC4E56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246463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6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16D1F3AD-08BA-49C5-A686-874E8580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360763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7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4EF90C5E-F099-4F4E-B18F-2D980AA5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3360763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BD9AF5A2-6CAB-4298-9B1D-10B6DAF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4027513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A6E7FED0-D1A4-4868-B8C8-404A7C6F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398988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0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7848898B-9167-458F-8650-DC15E99B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313263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1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C9C4E120-7258-4A8F-9FFE-D8ECBF4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313263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0C7CDD06-8E13-432D-B523-7E48B2F1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608538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从参考中选出高质量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页面</a:t>
            </a:r>
          </a:p>
        </p:txBody>
      </p:sp>
      <p:sp>
        <p:nvSpPr>
          <p:cNvPr id="33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AC2EAF77-F6C9-406D-9EE2-78A6454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598763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理解好看原因</a:t>
            </a:r>
          </a:p>
        </p:txBody>
      </p:sp>
      <p:sp>
        <p:nvSpPr>
          <p:cNvPr id="34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5D054FDC-CE9D-4E3E-AFDD-E65C9F6D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3246463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5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F4DDC49E-D41B-4223-A707-7865BCA1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360763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6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797E9EC2-154D-44E1-AB0B-FE3320D2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360763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1A161539-FD17-4402-82DE-8D807834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4027513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6434425D-4040-4C53-B5C0-5298033C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398988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9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3027007A-16D7-4A23-B0F2-D816F134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4313263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0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61AD220F-BD9A-4C35-80FA-3DF58F37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313263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263FC19C-FC5F-4507-9800-2E6693CF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608538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提炼视觉逻辑与设计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42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40C99912-E9C3-4BD2-B645-7EC89AFA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598763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参数化内容</a:t>
            </a:r>
          </a:p>
        </p:txBody>
      </p:sp>
      <p:sp>
        <p:nvSpPr>
          <p:cNvPr id="43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C94C6834-23AF-4E32-8F55-4D4E2EBD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3246463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4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EB745AB5-A979-4258-A698-9D019F01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360763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45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99A51596-1337-410A-82BE-DD8B5EE9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360763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6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850DFA00-4F53-425C-98FF-6D36520D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4027513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6B6203A8-301D-4C42-84A2-0DC94FC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398988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8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E995E555-853D-467E-9F27-7FAA9B9D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313263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9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D86D457E-4AB4-4DE0-8568-B8AEED84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313263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22AFC462-BCC2-45EF-ACA8-7D28A750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608538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把内容、图片和数量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参数化</a:t>
            </a:r>
          </a:p>
        </p:txBody>
      </p:sp>
      <p:sp>
        <p:nvSpPr>
          <p:cNvPr id="51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78B4D502-84A2-43BB-AD3C-5BA6792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598763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52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2EC68DFC-AF5A-4A63-BAD6-D1CD9C55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246463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3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4B50AAA7-B678-4C1B-AC41-B75B5F3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3360763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4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72E10EBD-098A-4CE9-AE0A-400746E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3360763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5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61D7DB38-9741-4A02-B457-26E0862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4027513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D544C9D4-EC45-4C60-9551-71D9BF32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398988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7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33421CA6-1B13-41EF-A265-84EA8F51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4313263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8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8BB1F8C5-088A-4068-A271-9BCD3890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313263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6AF4F490-5E25-484A-842F-C848F7A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608538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测试多数量与多形态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表现</a:t>
            </a:r>
          </a:p>
        </p:txBody>
      </p:sp>
      <p:sp>
        <p:nvSpPr>
          <p:cNvPr id="60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D9927CEB-F74F-4202-B04D-F50C3FD3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598763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用户确认入库</a:t>
            </a:r>
          </a:p>
        </p:txBody>
      </p:sp>
      <p:sp>
        <p:nvSpPr>
          <p:cNvPr id="61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536AA7BD-53F7-4BA2-B5EF-59C8A5A3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3246463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62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26ED0146-9D6B-478E-A816-E4C0E7D7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3360763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3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1795F8E9-FDAE-4DAC-B3DA-A9FCCA14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3360763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4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6AD9518A-A0F3-49B1-A6C9-053C624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4027513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38425CE7-F213-49C9-AF44-B24B583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398988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6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5B0CC1DA-F7F6-4AC5-A260-28630C09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313263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7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3A6824EA-7C42-45D0-BC49-5259AB8E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4313263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7656EB31-272A-41F2-A1B9-0BB43C15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608538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确认后进入正式资产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100140B-A001-4B5C-8A7D-B2F23A0F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4B7894E-7430-4942-8151-5519CC78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85BC13AC-13AE-47DC-912B-A34707AA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88E5F8A7-5E84-428C-BABB-56569D30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8F93C884-A555-475F-A3CB-A963F05B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积累判断经验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A466E95D-8493-4807-B037-6BC45A5A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模板只是表面，真正可复用的是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内容、容量、变化和失败边界。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B6E53101-76C3-4974-948D-FF646C61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68414C49-68D5-4C36-8F27-F12CAB89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1428750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内容适合什么表达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B34BAF1C-AAA3-4F73-A570-BF9CE88C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705" y="1768602"/>
            <a:ext cx="4550092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判断内容与表达形式匹配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F0A8C-9D94-4A32-863E-89DD0555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566416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34B750F6-C135-49A8-8D98-3534C993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2652141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E15C231F-2A6B-402C-AF85-3969F27C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642616"/>
            <a:ext cx="1428750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版式处理内容量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85BCEC8B-70E3-4274-B0F4-7A1C0039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705" y="2642616"/>
            <a:ext cx="4550092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明确一个版式能承载的内容量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73F79-5006-49F0-B916-2D20F12B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440430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body|role=index-2">
            <a:extLst xmlns:a="http://schemas.openxmlformats.org/drawingml/2006/main">
              <a:ext uri="{FF2B5EF4-FFF2-40B4-BE49-F238E27FC236}">
                <a16:creationId xmlns:a16="http://schemas.microsoft.com/office/drawing/2014/main" id="{F065EBFD-A81D-4147-9CF7-F78D39C7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52615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body|role=title-2">
            <a:extLst xmlns:a="http://schemas.openxmlformats.org/drawingml/2006/main">
              <a:ext uri="{FF2B5EF4-FFF2-40B4-BE49-F238E27FC236}">
                <a16:creationId xmlns:a16="http://schemas.microsoft.com/office/drawing/2014/main" id="{201EFE27-ACDA-4A51-A3A4-8241A525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516630"/>
            <a:ext cx="1428750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数量变化重排</a:t>
            </a:r>
          </a:p>
        </p:txBody>
      </p:sp>
      <p:sp>
        <p:nvSpPr>
          <p:cNvPr id="31" name="PPAGENT_QA|within=composition-body|role=body-2">
            <a:extLst xmlns:a="http://schemas.openxmlformats.org/drawingml/2006/main">
              <a:ext uri="{FF2B5EF4-FFF2-40B4-BE49-F238E27FC236}">
                <a16:creationId xmlns:a16="http://schemas.microsoft.com/office/drawing/2014/main" id="{0351C150-2CD4-4ED7-A93F-E0E2461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705" y="3516630"/>
            <a:ext cx="4550092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数量变化时重新排布版式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5CDFC-187F-4587-B69C-10B256E8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14444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composition-body|role=index-3">
            <a:extLst xmlns:a="http://schemas.openxmlformats.org/drawingml/2006/main">
              <a:ext uri="{FF2B5EF4-FFF2-40B4-BE49-F238E27FC236}">
                <a16:creationId xmlns:a16="http://schemas.microsoft.com/office/drawing/2014/main" id="{5EA91319-2297-4AAA-B21D-77B88D71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440016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composition-body|role=title-3">
            <a:extLst xmlns:a="http://schemas.openxmlformats.org/drawingml/2006/main">
              <a:ext uri="{FF2B5EF4-FFF2-40B4-BE49-F238E27FC236}">
                <a16:creationId xmlns:a16="http://schemas.microsoft.com/office/drawing/2014/main" id="{1D708D6F-8449-4FE4-AEAD-D8CFE547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90644"/>
            <a:ext cx="1428750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超边界处理</a:t>
            </a:r>
          </a:p>
        </p:txBody>
      </p:sp>
      <p:sp>
        <p:nvSpPr>
          <p:cNvPr id="35" name="PPAGENT_QA|within=composition-body|role=body-3">
            <a:extLst xmlns:a="http://schemas.openxmlformats.org/drawingml/2006/main">
              <a:ext uri="{FF2B5EF4-FFF2-40B4-BE49-F238E27FC236}">
                <a16:creationId xmlns:a16="http://schemas.microsoft.com/office/drawing/2014/main" id="{8F5D27D6-C525-47A0-8283-F919F56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705" y="4390644"/>
            <a:ext cx="4550092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换样式、拆页或退化为简单排版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4C3D7-B8E9-47BE-8B1A-60F9F62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88458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PAGENT_QA|within=composition-body|role=index-4">
            <a:extLst xmlns:a="http://schemas.openxmlformats.org/drawingml/2006/main">
              <a:ext uri="{FF2B5EF4-FFF2-40B4-BE49-F238E27FC236}">
                <a16:creationId xmlns:a16="http://schemas.microsoft.com/office/drawing/2014/main" id="{373AB9EA-E59C-4370-8195-84FF490B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5274183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PPAGENT_QA|within=composition-body|role=title-4">
            <a:extLst xmlns:a="http://schemas.openxmlformats.org/drawingml/2006/main">
              <a:ext uri="{FF2B5EF4-FFF2-40B4-BE49-F238E27FC236}">
                <a16:creationId xmlns:a16="http://schemas.microsoft.com/office/drawing/2014/main" id="{E10A7A5A-F96C-4DC0-9C93-E55F308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264658"/>
            <a:ext cx="1428750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不可用结构</a:t>
            </a:r>
          </a:p>
        </p:txBody>
      </p:sp>
      <p:sp>
        <p:nvSpPr>
          <p:cNvPr id="39" name="PPAGENT_QA|within=composition-body|role=body-4">
            <a:extLst xmlns:a="http://schemas.openxmlformats.org/drawingml/2006/main">
              <a:ext uri="{FF2B5EF4-FFF2-40B4-BE49-F238E27FC236}">
                <a16:creationId xmlns:a16="http://schemas.microsoft.com/office/drawing/2014/main" id="{D62DD3EB-61DE-4A9A-9E32-AD2C9A2B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705" y="5264658"/>
            <a:ext cx="4550092" cy="721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能画出来但不应使用的结构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扩展目标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B421D8F-6E2B-4DC8-9796-73781E2F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F6F3FDD-8C13-4949-AB85-800D9D27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80B8F787-4C4C-445C-8E47-DD01EE70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9EBD2099-0357-45CE-91ED-91C31A2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5E34F5F6-97CB-4C9C-B908-CCCBF5FC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48C1FFF8-CA0F-41BC-814E-0B7BAA6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第一个正式落地场景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ED3520BF-DBEE-4C26-8143-3E9FD650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5D243D48-F19B-4BF1-8600-3E97CE64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95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其他学校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33E497EE-432E-4EFC-92E5-FF1F4F56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1956054"/>
            <a:ext cx="201739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扩展服务对象之一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B09C5-490E-40A5-8DF5-BBCA3E95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85521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F363524B-CCA4-486D-928C-000F4EC0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94093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09361DDB-F888-4429-8D49-259BDBB5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931414"/>
            <a:ext cx="95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科研院所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863CA0EF-0990-4980-8F78-2E563A7A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2931414"/>
            <a:ext cx="201739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适合标准化汇报场景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BC8A0-E1F0-492B-B9FC-7271AC38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PAGENT_QA|within=composition-support|role=index-2">
            <a:extLst xmlns:a="http://schemas.openxmlformats.org/drawingml/2006/main">
              <a:ext uri="{FF2B5EF4-FFF2-40B4-BE49-F238E27FC236}">
                <a16:creationId xmlns:a16="http://schemas.microsoft.com/office/drawing/2014/main" id="{7C6B208B-133A-452A-AB58-A155ECC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PPAGENT_QA|within=composition-support|role=title-2">
            <a:extLst xmlns:a="http://schemas.openxmlformats.org/drawingml/2006/main">
              <a:ext uri="{FF2B5EF4-FFF2-40B4-BE49-F238E27FC236}">
                <a16:creationId xmlns:a16="http://schemas.microsoft.com/office/drawing/2014/main" id="{31A46D86-F7B8-401F-8C5D-1411655D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906774"/>
            <a:ext cx="95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实验室</a:t>
            </a:r>
          </a:p>
        </p:txBody>
      </p:sp>
      <p:sp>
        <p:nvSpPr>
          <p:cNvPr id="31" name="PPAGENT_QA|within=composition-support|role=body-2">
            <a:extLst xmlns:a="http://schemas.openxmlformats.org/drawingml/2006/main">
              <a:ext uri="{FF2B5EF4-FFF2-40B4-BE49-F238E27FC236}">
                <a16:creationId xmlns:a16="http://schemas.microsoft.com/office/drawing/2014/main" id="{FD5755CE-9828-4A62-B2BF-BB0EAC74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3906774"/>
            <a:ext cx="201739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需要持续汇报的团队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6C2846-995E-4F57-BB27-785CAC12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80593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composition-support|role=index-3">
            <a:extLst xmlns:a="http://schemas.openxmlformats.org/drawingml/2006/main">
              <a:ext uri="{FF2B5EF4-FFF2-40B4-BE49-F238E27FC236}">
                <a16:creationId xmlns:a16="http://schemas.microsoft.com/office/drawing/2014/main" id="{703E2769-7670-4EB8-92F9-71B56440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489165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composition-support|role=title-3">
            <a:extLst xmlns:a="http://schemas.openxmlformats.org/drawingml/2006/main">
              <a:ext uri="{FF2B5EF4-FFF2-40B4-BE49-F238E27FC236}">
                <a16:creationId xmlns:a16="http://schemas.microsoft.com/office/drawing/2014/main" id="{DB21ABCE-6244-477D-829C-A0CF343E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882134"/>
            <a:ext cx="9525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企业与团队</a:t>
            </a:r>
          </a:p>
        </p:txBody>
      </p:sp>
      <p:sp>
        <p:nvSpPr>
          <p:cNvPr id="35" name="PPAGENT_QA|within=composition-support|role=body-3">
            <a:extLst xmlns:a="http://schemas.openxmlformats.org/drawingml/2006/main">
              <a:ext uri="{FF2B5EF4-FFF2-40B4-BE49-F238E27FC236}">
                <a16:creationId xmlns:a16="http://schemas.microsoft.com/office/drawing/2014/main" id="{8EE3DDEF-ADC5-43DD-A39E-C982D0A3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" y="4882134"/>
            <a:ext cx="2017395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可复用长期表达风格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扩展目标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38BFEAE-B94D-40E8-B775-6F2E8EA3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A855B667-E084-4A5E-8050-6EEE196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CD6934FF-1FC4-4DDA-BB4D-C0BA5D9D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把重复判断变成生产能力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CDDFB579-5EEC-424E-A4C6-6EAAB35E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让不太会做 PPT 的人，也能快速得到一套靠谱、好用、仍可继续修改的演示。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BC2DD-673C-42B9-8BF0-3AD41B2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380" y="4638294"/>
            <a:ext cx="53492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single-focus|role=support">
            <a:extLst xmlns:a="http://schemas.openxmlformats.org/drawingml/2006/main">
              <a:ext uri="{FF2B5EF4-FFF2-40B4-BE49-F238E27FC236}">
                <a16:creationId xmlns:a16="http://schemas.microsoft.com/office/drawing/2014/main" id="{FBF35368-AAA6-4634-B2F5-2FADA98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28794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AI 帮我们读稿子：让 AI 承担阅读理解</a:t>
            </a:r>
          </a:p>
          <a:p xmlns:a="http://schemas.openxmlformats.org/drawingml/2006/main">
            <a:pPr algn="ctr">
              <a:def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规则帮我们做判断：让规则负责决策选择</a:t>
            </a:r>
          </a:p>
          <a:p xmlns:a="http://schemas.openxmlformats.org/drawingml/2006/main">
            <a:pPr algn="ctr">
              <a:def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代码完成重复劳动：让代码执行重复绘制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把 PPT 生成变成可靠的生产过程，
而非偶然惊艳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2026-09-04T15:40:55.8480000Z</dcterms:created>
  <dcterms:modified xsi:type="dcterms:W3CDTF">2026-09-04T15:40:55.8480000Z</dcterms:modified>
</coreProperties>
</file>